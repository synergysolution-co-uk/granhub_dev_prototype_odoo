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Strategy Plan: Translation &amp; Accessibility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Business Development Strategy for Grandparents Online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strategy focuses on integrating AI-powered translation and speech recognition features into our Grandparents Online Platform to enhance accessibility, inclusivity, and user experience.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Recommended AI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Coqui STT (formerly Mozilla DeepSpeech): Open-source Speech-to-Text (STT) engine for converting voice to text.</a:t>
            </a:r>
          </a:p>
          <a:p>
            <a:r>
              <a:t>• Argos Translate: Offline translation engine supporting multiple languages.</a:t>
            </a:r>
          </a:p>
          <a:p>
            <a:r>
              <a:t>Both tools are free, open-source, and ideal for accessibility-focused applications.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Improve accessibility for elderly users with hearing or visual impairments.</a:t>
            </a:r>
          </a:p>
          <a:p>
            <a:r>
              <a:t>• Enable multilingual support to connect grandparents from diverse backgrounds.</a:t>
            </a:r>
          </a:p>
          <a:p>
            <a:r>
              <a:t>• Increase user engagement through voice-based and text-based AI assistance.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Implementation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1: Pilot Testing</a:t>
            </a:r>
          </a:p>
          <a:p>
            <a:r>
              <a:t>• Integrate Coqui STT for English voice-to-text.</a:t>
            </a:r>
          </a:p>
          <a:p>
            <a:r>
              <a:t>• Add Argos Translate for 3–5 major languages.</a:t>
            </a:r>
          </a:p>
          <a:p/>
          <a:p>
            <a:r>
              <a:t>Phase 2: Full Rollout</a:t>
            </a:r>
          </a:p>
          <a:p>
            <a:r>
              <a:t>• Expand language coverage.</a:t>
            </a:r>
          </a:p>
          <a:p>
            <a:r>
              <a:t>• Implement user voice input options for website navigation.</a:t>
            </a:r>
          </a:p>
          <a:p/>
          <a:p>
            <a:r>
              <a:t>Phase 3: Optimization</a:t>
            </a:r>
          </a:p>
          <a:p>
            <a:r>
              <a:t>• Use analytics to improve accuracy and performance.</a:t>
            </a:r>
          </a:p>
          <a:p>
            <a:r>
              <a:t>• Add adaptive learning features based on user preferences.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Expected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Enhanced accessibility and inclusivity for all users.</a:t>
            </a:r>
          </a:p>
          <a:p>
            <a:r>
              <a:t>• Increased engagement and satisfaction among elderly users.</a:t>
            </a:r>
          </a:p>
          <a:p>
            <a:r>
              <a:t>• Strengthened brand reputation as an innovative, inclusive platform.</a:t>
            </a:r>
          </a:p>
          <a:p>
            <a:r>
              <a:t>• Cost-effective implementation through open-source AI tools.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