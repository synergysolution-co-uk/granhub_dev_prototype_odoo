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E80"/>
    <a:srgbClr val="43434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3C2303A-2EFE-4D40-8C71-CA3FB2FA3932}" v="65" dt="2025-09-23T05:02:54.80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290" autoAdjust="0"/>
    <p:restoredTop sz="94660"/>
  </p:normalViewPr>
  <p:slideViewPr>
    <p:cSldViewPr snapToGrid="0" snapToObjects="1">
      <p:cViewPr>
        <p:scale>
          <a:sx n="68" d="100"/>
          <a:sy n="68" d="100"/>
        </p:scale>
        <p:origin x="981" y="219"/>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uren Huang" userId="5507ef534c9074aa" providerId="LiveId" clId="{FD4E5AA8-3414-402F-A92C-52734B9AA022}"/>
    <pc:docChg chg="undo custSel addSld delSld modSld">
      <pc:chgData name="Furen Huang" userId="5507ef534c9074aa" providerId="LiveId" clId="{FD4E5AA8-3414-402F-A92C-52734B9AA022}" dt="2025-09-23T05:03:11.028" v="660" actId="1076"/>
      <pc:docMkLst>
        <pc:docMk/>
      </pc:docMkLst>
      <pc:sldChg chg="addSp delSp modSp mod delAnim modAnim">
        <pc:chgData name="Furen Huang" userId="5507ef534c9074aa" providerId="LiveId" clId="{FD4E5AA8-3414-402F-A92C-52734B9AA022}" dt="2025-09-23T04:51:32.874" v="489" actId="255"/>
        <pc:sldMkLst>
          <pc:docMk/>
          <pc:sldMk cId="0" sldId="256"/>
        </pc:sldMkLst>
        <pc:spChg chg="del mod">
          <ac:chgData name="Furen Huang" userId="5507ef534c9074aa" providerId="LiveId" clId="{FD4E5AA8-3414-402F-A92C-52734B9AA022}" dt="2025-09-23T03:58:06.643" v="13" actId="478"/>
          <ac:spMkLst>
            <pc:docMk/>
            <pc:sldMk cId="0" sldId="256"/>
            <ac:spMk id="2" creationId="{00000000-0000-0000-0000-000000000000}"/>
          </ac:spMkLst>
        </pc:spChg>
        <pc:spChg chg="mod">
          <ac:chgData name="Furen Huang" userId="5507ef534c9074aa" providerId="LiveId" clId="{FD4E5AA8-3414-402F-A92C-52734B9AA022}" dt="2025-09-23T04:00:09.930" v="28" actId="26606"/>
          <ac:spMkLst>
            <pc:docMk/>
            <pc:sldMk cId="0" sldId="256"/>
            <ac:spMk id="3" creationId="{00000000-0000-0000-0000-000000000000}"/>
          </ac:spMkLst>
        </pc:spChg>
        <pc:spChg chg="add mod">
          <ac:chgData name="Furen Huang" userId="5507ef534c9074aa" providerId="LiveId" clId="{FD4E5AA8-3414-402F-A92C-52734B9AA022}" dt="2025-09-23T04:51:32.874" v="489" actId="255"/>
          <ac:spMkLst>
            <pc:docMk/>
            <pc:sldMk cId="0" sldId="256"/>
            <ac:spMk id="6" creationId="{E0CBE03C-9559-AFF1-5036-9847ED0B8053}"/>
          </ac:spMkLst>
        </pc:spChg>
        <pc:spChg chg="del">
          <ac:chgData name="Furen Huang" userId="5507ef534c9074aa" providerId="LiveId" clId="{FD4E5AA8-3414-402F-A92C-52734B9AA022}" dt="2025-09-23T03:57:36.762" v="6" actId="26606"/>
          <ac:spMkLst>
            <pc:docMk/>
            <pc:sldMk cId="0" sldId="256"/>
            <ac:spMk id="39" creationId="{C7D023E4-8DE1-436E-9847-ED6A4B4B04FD}"/>
          </ac:spMkLst>
        </pc:spChg>
        <pc:spChg chg="del">
          <ac:chgData name="Furen Huang" userId="5507ef534c9074aa" providerId="LiveId" clId="{FD4E5AA8-3414-402F-A92C-52734B9AA022}" dt="2025-09-23T03:57:36.762" v="6" actId="26606"/>
          <ac:spMkLst>
            <pc:docMk/>
            <pc:sldMk cId="0" sldId="256"/>
            <ac:spMk id="40" creationId="{6BE11944-ED05-4FE9-9927-06C110BB3A36}"/>
          </ac:spMkLst>
        </pc:spChg>
        <pc:spChg chg="add del">
          <ac:chgData name="Furen Huang" userId="5507ef534c9074aa" providerId="LiveId" clId="{FD4E5AA8-3414-402F-A92C-52734B9AA022}" dt="2025-09-23T04:00:09.930" v="28" actId="26606"/>
          <ac:spMkLst>
            <pc:docMk/>
            <pc:sldMk cId="0" sldId="256"/>
            <ac:spMk id="52" creationId="{23D09407-53BC-485E-B4CE-BC5E4FC4B25B}"/>
          </ac:spMkLst>
        </pc:spChg>
        <pc:spChg chg="add del">
          <ac:chgData name="Furen Huang" userId="5507ef534c9074aa" providerId="LiveId" clId="{FD4E5AA8-3414-402F-A92C-52734B9AA022}" dt="2025-09-23T04:00:09.930" v="28" actId="26606"/>
          <ac:spMkLst>
            <pc:docMk/>
            <pc:sldMk cId="0" sldId="256"/>
            <ac:spMk id="54" creationId="{921DB988-49FC-4608-B0A2-E2F3A4019041}"/>
          </ac:spMkLst>
        </pc:spChg>
        <pc:spChg chg="add">
          <ac:chgData name="Furen Huang" userId="5507ef534c9074aa" providerId="LiveId" clId="{FD4E5AA8-3414-402F-A92C-52734B9AA022}" dt="2025-09-23T04:00:09.930" v="28" actId="26606"/>
          <ac:spMkLst>
            <pc:docMk/>
            <pc:sldMk cId="0" sldId="256"/>
            <ac:spMk id="71" creationId="{A9120B09-F6CA-437E-B1DE-587311BBBAFA}"/>
          </ac:spMkLst>
        </pc:spChg>
        <pc:spChg chg="add">
          <ac:chgData name="Furen Huang" userId="5507ef534c9074aa" providerId="LiveId" clId="{FD4E5AA8-3414-402F-A92C-52734B9AA022}" dt="2025-09-23T04:00:09.930" v="28" actId="26606"/>
          <ac:spMkLst>
            <pc:docMk/>
            <pc:sldMk cId="0" sldId="256"/>
            <ac:spMk id="73" creationId="{A3473CF9-37EB-43E7-89EF-D2D1C53D1DAC}"/>
          </ac:spMkLst>
        </pc:spChg>
        <pc:spChg chg="add">
          <ac:chgData name="Furen Huang" userId="5507ef534c9074aa" providerId="LiveId" clId="{FD4E5AA8-3414-402F-A92C-52734B9AA022}" dt="2025-09-23T04:00:09.930" v="28" actId="26606"/>
          <ac:spMkLst>
            <pc:docMk/>
            <pc:sldMk cId="0" sldId="256"/>
            <ac:spMk id="75" creationId="{586B4EF9-43BA-4655-A6FF-1D8E21574C95}"/>
          </ac:spMkLst>
        </pc:spChg>
        <pc:grpChg chg="del">
          <ac:chgData name="Furen Huang" userId="5507ef534c9074aa" providerId="LiveId" clId="{FD4E5AA8-3414-402F-A92C-52734B9AA022}" dt="2025-09-23T03:57:36.762" v="6" actId="26606"/>
          <ac:grpSpMkLst>
            <pc:docMk/>
            <pc:sldMk cId="0" sldId="256"/>
            <ac:grpSpMk id="44" creationId="{43F5E015-E085-4624-B431-B42414448684}"/>
          </ac:grpSpMkLst>
        </pc:grpChg>
        <pc:grpChg chg="add del">
          <ac:chgData name="Furen Huang" userId="5507ef534c9074aa" providerId="LiveId" clId="{FD4E5AA8-3414-402F-A92C-52734B9AA022}" dt="2025-09-23T04:00:09.930" v="28" actId="26606"/>
          <ac:grpSpMkLst>
            <pc:docMk/>
            <pc:sldMk cId="0" sldId="256"/>
            <ac:grpSpMk id="56" creationId="{E9B930FD-8671-4C4C-ADCF-73AC1D0CD417}"/>
          </ac:grpSpMkLst>
        </pc:grpChg>
        <pc:grpChg chg="add del">
          <ac:chgData name="Furen Huang" userId="5507ef534c9074aa" providerId="LiveId" clId="{FD4E5AA8-3414-402F-A92C-52734B9AA022}" dt="2025-09-23T04:00:09.930" v="28" actId="26606"/>
          <ac:grpSpMkLst>
            <pc:docMk/>
            <pc:sldMk cId="0" sldId="256"/>
            <ac:grpSpMk id="62" creationId="{383C2651-AE0C-4AE4-8725-E2F9414FE219}"/>
          </ac:grpSpMkLst>
        </pc:grpChg>
        <pc:picChg chg="add mod ord">
          <ac:chgData name="Furen Huang" userId="5507ef534c9074aa" providerId="LiveId" clId="{FD4E5AA8-3414-402F-A92C-52734B9AA022}" dt="2025-09-23T04:00:09.930" v="28" actId="26606"/>
          <ac:picMkLst>
            <pc:docMk/>
            <pc:sldMk cId="0" sldId="256"/>
            <ac:picMk id="4" creationId="{1D6E883F-228B-51BD-9B0C-FA32F29DCDF1}"/>
          </ac:picMkLst>
        </pc:picChg>
        <pc:picChg chg="add mod">
          <ac:chgData name="Furen Huang" userId="5507ef534c9074aa" providerId="LiveId" clId="{FD4E5AA8-3414-402F-A92C-52734B9AA022}" dt="2025-09-23T04:00:09.930" v="28" actId="26606"/>
          <ac:picMkLst>
            <pc:docMk/>
            <pc:sldMk cId="0" sldId="256"/>
            <ac:picMk id="5" creationId="{9DD60728-A25C-2E56-D90C-7608BE3B9AB5}"/>
          </ac:picMkLst>
        </pc:picChg>
      </pc:sldChg>
      <pc:sldChg chg="del">
        <pc:chgData name="Furen Huang" userId="5507ef534c9074aa" providerId="LiveId" clId="{FD4E5AA8-3414-402F-A92C-52734B9AA022}" dt="2025-09-23T04:03:50.095" v="52" actId="47"/>
        <pc:sldMkLst>
          <pc:docMk/>
          <pc:sldMk cId="0" sldId="257"/>
        </pc:sldMkLst>
      </pc:sldChg>
      <pc:sldChg chg="addSp delSp modSp new mod setBg">
        <pc:chgData name="Furen Huang" userId="5507ef534c9074aa" providerId="LiveId" clId="{FD4E5AA8-3414-402F-A92C-52734B9AA022}" dt="2025-09-23T04:31:13.814" v="284" actId="14100"/>
        <pc:sldMkLst>
          <pc:docMk/>
          <pc:sldMk cId="1889803609" sldId="257"/>
        </pc:sldMkLst>
        <pc:spChg chg="mod ord">
          <ac:chgData name="Furen Huang" userId="5507ef534c9074aa" providerId="LiveId" clId="{FD4E5AA8-3414-402F-A92C-52734B9AA022}" dt="2025-09-23T04:18:24.163" v="172" actId="1076"/>
          <ac:spMkLst>
            <pc:docMk/>
            <pc:sldMk cId="1889803609" sldId="257"/>
            <ac:spMk id="2" creationId="{B216F4E0-233F-3F4B-33CC-37DDA90E4D97}"/>
          </ac:spMkLst>
        </pc:spChg>
        <pc:spChg chg="del mod ord">
          <ac:chgData name="Furen Huang" userId="5507ef534c9074aa" providerId="LiveId" clId="{FD4E5AA8-3414-402F-A92C-52734B9AA022}" dt="2025-09-23T04:23:38.173" v="243" actId="26606"/>
          <ac:spMkLst>
            <pc:docMk/>
            <pc:sldMk cId="1889803609" sldId="257"/>
            <ac:spMk id="3" creationId="{BF972294-CA2E-5CB6-A54B-9C5AE5497434}"/>
          </ac:spMkLst>
        </pc:spChg>
        <pc:spChg chg="add del mod">
          <ac:chgData name="Furen Huang" userId="5507ef534c9074aa" providerId="LiveId" clId="{FD4E5AA8-3414-402F-A92C-52734B9AA022}" dt="2025-09-23T04:23:11.085" v="242" actId="478"/>
          <ac:spMkLst>
            <pc:docMk/>
            <pc:sldMk cId="1889803609" sldId="257"/>
            <ac:spMk id="6" creationId="{CF93568E-53B7-4D0C-E3AE-BC8D5CD6BE7D}"/>
          </ac:spMkLst>
        </pc:spChg>
        <pc:spChg chg="add mod">
          <ac:chgData name="Furen Huang" userId="5507ef534c9074aa" providerId="LiveId" clId="{FD4E5AA8-3414-402F-A92C-52734B9AA022}" dt="2025-09-23T04:27:39.597" v="276" actId="1076"/>
          <ac:spMkLst>
            <pc:docMk/>
            <pc:sldMk cId="1889803609" sldId="257"/>
            <ac:spMk id="7" creationId="{AAEACFD6-580C-BE54-64F9-65BF8263D066}"/>
          </ac:spMkLst>
        </pc:spChg>
        <pc:spChg chg="add mod">
          <ac:chgData name="Furen Huang" userId="5507ef534c9074aa" providerId="LiveId" clId="{FD4E5AA8-3414-402F-A92C-52734B9AA022}" dt="2025-09-23T04:26:47.708" v="266" actId="1076"/>
          <ac:spMkLst>
            <pc:docMk/>
            <pc:sldMk cId="1889803609" sldId="257"/>
            <ac:spMk id="9" creationId="{7A439F47-F941-6353-F06D-59EA4DD2DFE0}"/>
          </ac:spMkLst>
        </pc:spChg>
        <pc:spChg chg="add">
          <ac:chgData name="Furen Huang" userId="5507ef534c9074aa" providerId="LiveId" clId="{FD4E5AA8-3414-402F-A92C-52734B9AA022}" dt="2025-09-23T04:13:39.527" v="89" actId="26606"/>
          <ac:spMkLst>
            <pc:docMk/>
            <pc:sldMk cId="1889803609" sldId="257"/>
            <ac:spMk id="1033" creationId="{231BF440-39FA-4087-84CC-2EEC0BBDAF29}"/>
          </ac:spMkLst>
        </pc:spChg>
        <pc:spChg chg="add">
          <ac:chgData name="Furen Huang" userId="5507ef534c9074aa" providerId="LiveId" clId="{FD4E5AA8-3414-402F-A92C-52734B9AA022}" dt="2025-09-23T04:13:39.527" v="89" actId="26606"/>
          <ac:spMkLst>
            <pc:docMk/>
            <pc:sldMk cId="1889803609" sldId="257"/>
            <ac:spMk id="1035" creationId="{F04E4CBA-303B-48BD-8451-C2701CB0EEBF}"/>
          </ac:spMkLst>
        </pc:spChg>
        <pc:spChg chg="add">
          <ac:chgData name="Furen Huang" userId="5507ef534c9074aa" providerId="LiveId" clId="{FD4E5AA8-3414-402F-A92C-52734B9AA022}" dt="2025-09-23T04:13:39.527" v="89" actId="26606"/>
          <ac:spMkLst>
            <pc:docMk/>
            <pc:sldMk cId="1889803609" sldId="257"/>
            <ac:spMk id="1037" creationId="{F6CA58B3-AFCC-4A40-9882-50D5080879B0}"/>
          </ac:spMkLst>
        </pc:spChg>
        <pc:spChg chg="add">
          <ac:chgData name="Furen Huang" userId="5507ef534c9074aa" providerId="LiveId" clId="{FD4E5AA8-3414-402F-A92C-52734B9AA022}" dt="2025-09-23T04:13:39.527" v="89" actId="26606"/>
          <ac:spMkLst>
            <pc:docMk/>
            <pc:sldMk cId="1889803609" sldId="257"/>
            <ac:spMk id="1039" creationId="{75C56826-D4E5-42ED-8529-079651CB3005}"/>
          </ac:spMkLst>
        </pc:spChg>
        <pc:spChg chg="add">
          <ac:chgData name="Furen Huang" userId="5507ef534c9074aa" providerId="LiveId" clId="{FD4E5AA8-3414-402F-A92C-52734B9AA022}" dt="2025-09-23T04:13:39.527" v="89" actId="26606"/>
          <ac:spMkLst>
            <pc:docMk/>
            <pc:sldMk cId="1889803609" sldId="257"/>
            <ac:spMk id="1041" creationId="{82095FCE-EF05-4443-B97A-85DEE3A5CA17}"/>
          </ac:spMkLst>
        </pc:spChg>
        <pc:spChg chg="add">
          <ac:chgData name="Furen Huang" userId="5507ef534c9074aa" providerId="LiveId" clId="{FD4E5AA8-3414-402F-A92C-52734B9AA022}" dt="2025-09-23T04:13:39.527" v="89" actId="26606"/>
          <ac:spMkLst>
            <pc:docMk/>
            <pc:sldMk cId="1889803609" sldId="257"/>
            <ac:spMk id="1043" creationId="{CA00AE6B-AA30-4CF8-BA6F-339B780AD76C}"/>
          </ac:spMkLst>
        </pc:spChg>
        <pc:graphicFrameChg chg="add mod ord modGraphic">
          <ac:chgData name="Furen Huang" userId="5507ef534c9074aa" providerId="LiveId" clId="{FD4E5AA8-3414-402F-A92C-52734B9AA022}" dt="2025-09-23T04:31:13.814" v="284" actId="14100"/>
          <ac:graphicFrameMkLst>
            <pc:docMk/>
            <pc:sldMk cId="1889803609" sldId="257"/>
            <ac:graphicFrameMk id="1045" creationId="{DC467A4D-2FFF-9402-96B5-2FD9FFA9DB6E}"/>
          </ac:graphicFrameMkLst>
        </pc:graphicFrameChg>
        <pc:picChg chg="add mod">
          <ac:chgData name="Furen Huang" userId="5507ef534c9074aa" providerId="LiveId" clId="{FD4E5AA8-3414-402F-A92C-52734B9AA022}" dt="2025-09-23T04:18:34.434" v="188" actId="1037"/>
          <ac:picMkLst>
            <pc:docMk/>
            <pc:sldMk cId="1889803609" sldId="257"/>
            <ac:picMk id="4" creationId="{858167DD-96BC-D1F7-BADA-B9ADCB6C601D}"/>
          </ac:picMkLst>
        </pc:picChg>
        <pc:picChg chg="add mod">
          <ac:chgData name="Furen Huang" userId="5507ef534c9074aa" providerId="LiveId" clId="{FD4E5AA8-3414-402F-A92C-52734B9AA022}" dt="2025-09-23T04:13:39.527" v="89" actId="26606"/>
          <ac:picMkLst>
            <pc:docMk/>
            <pc:sldMk cId="1889803609" sldId="257"/>
            <ac:picMk id="1026" creationId="{7E8F75D4-A3FC-6B0A-D3AA-47B55112E9A9}"/>
          </ac:picMkLst>
        </pc:picChg>
        <pc:picChg chg="add mod">
          <ac:chgData name="Furen Huang" userId="5507ef534c9074aa" providerId="LiveId" clId="{FD4E5AA8-3414-402F-A92C-52734B9AA022}" dt="2025-09-23T04:13:39.527" v="89" actId="26606"/>
          <ac:picMkLst>
            <pc:docMk/>
            <pc:sldMk cId="1889803609" sldId="257"/>
            <ac:picMk id="1028" creationId="{722A8FE3-5AFF-093E-8D86-06BC6A25D17C}"/>
          </ac:picMkLst>
        </pc:picChg>
      </pc:sldChg>
      <pc:sldChg chg="del">
        <pc:chgData name="Furen Huang" userId="5507ef534c9074aa" providerId="LiveId" clId="{FD4E5AA8-3414-402F-A92C-52734B9AA022}" dt="2025-09-23T04:03:48.190" v="51" actId="47"/>
        <pc:sldMkLst>
          <pc:docMk/>
          <pc:sldMk cId="0" sldId="258"/>
        </pc:sldMkLst>
      </pc:sldChg>
      <pc:sldChg chg="addSp delSp modSp new mod setBg">
        <pc:chgData name="Furen Huang" userId="5507ef534c9074aa" providerId="LiveId" clId="{FD4E5AA8-3414-402F-A92C-52734B9AA022}" dt="2025-09-23T04:43:19.349" v="418" actId="14100"/>
        <pc:sldMkLst>
          <pc:docMk/>
          <pc:sldMk cId="3504833672" sldId="258"/>
        </pc:sldMkLst>
        <pc:spChg chg="del">
          <ac:chgData name="Furen Huang" userId="5507ef534c9074aa" providerId="LiveId" clId="{FD4E5AA8-3414-402F-A92C-52734B9AA022}" dt="2025-09-23T04:33:08.507" v="293" actId="478"/>
          <ac:spMkLst>
            <pc:docMk/>
            <pc:sldMk cId="3504833672" sldId="258"/>
            <ac:spMk id="2" creationId="{A99DC212-D9C7-7FDD-62C8-5405E4393E2D}"/>
          </ac:spMkLst>
        </pc:spChg>
        <pc:spChg chg="del">
          <ac:chgData name="Furen Huang" userId="5507ef534c9074aa" providerId="LiveId" clId="{FD4E5AA8-3414-402F-A92C-52734B9AA022}" dt="2025-09-23T04:30:41.831" v="278" actId="931"/>
          <ac:spMkLst>
            <pc:docMk/>
            <pc:sldMk cId="3504833672" sldId="258"/>
            <ac:spMk id="3" creationId="{ED720606-8160-C166-2D7B-99FABE16A1A4}"/>
          </ac:spMkLst>
        </pc:spChg>
        <pc:spChg chg="add mod ord">
          <ac:chgData name="Furen Huang" userId="5507ef534c9074aa" providerId="LiveId" clId="{FD4E5AA8-3414-402F-A92C-52734B9AA022}" dt="2025-09-23T04:37:45.447" v="350" actId="20577"/>
          <ac:spMkLst>
            <pc:docMk/>
            <pc:sldMk cId="3504833672" sldId="258"/>
            <ac:spMk id="9" creationId="{92940A16-0A6F-8C9E-2E92-E4FC832324BC}"/>
          </ac:spMkLst>
        </pc:spChg>
        <pc:spChg chg="add mod ord">
          <ac:chgData name="Furen Huang" userId="5507ef534c9074aa" providerId="LiveId" clId="{FD4E5AA8-3414-402F-A92C-52734B9AA022}" dt="2025-09-23T04:38:45.658" v="383" actId="1076"/>
          <ac:spMkLst>
            <pc:docMk/>
            <pc:sldMk cId="3504833672" sldId="258"/>
            <ac:spMk id="12" creationId="{DE475262-D62B-96A4-29D4-1F38B0783C8F}"/>
          </ac:spMkLst>
        </pc:spChg>
        <pc:spChg chg="add mod">
          <ac:chgData name="Furen Huang" userId="5507ef534c9074aa" providerId="LiveId" clId="{FD4E5AA8-3414-402F-A92C-52734B9AA022}" dt="2025-09-23T04:38:53.444" v="384"/>
          <ac:spMkLst>
            <pc:docMk/>
            <pc:sldMk cId="3504833672" sldId="258"/>
            <ac:spMk id="13" creationId="{E5AA137A-802A-2DFC-5A56-76AA777FE9E3}"/>
          </ac:spMkLst>
        </pc:spChg>
        <pc:spChg chg="add">
          <ac:chgData name="Furen Huang" userId="5507ef534c9074aa" providerId="LiveId" clId="{FD4E5AA8-3414-402F-A92C-52734B9AA022}" dt="2025-09-23T04:35:33.986" v="320" actId="26606"/>
          <ac:spMkLst>
            <pc:docMk/>
            <pc:sldMk cId="3504833672" sldId="258"/>
            <ac:spMk id="17" creationId="{8F7AFB9A-7364-478C-B48B-8523CDD9AE8D}"/>
          </ac:spMkLst>
        </pc:spChg>
        <pc:spChg chg="add">
          <ac:chgData name="Furen Huang" userId="5507ef534c9074aa" providerId="LiveId" clId="{FD4E5AA8-3414-402F-A92C-52734B9AA022}" dt="2025-09-23T04:35:33.986" v="320" actId="26606"/>
          <ac:spMkLst>
            <pc:docMk/>
            <pc:sldMk cId="3504833672" sldId="258"/>
            <ac:spMk id="19" creationId="{36678033-86B6-40E6-BE90-78D8ED4E3A31}"/>
          </ac:spMkLst>
        </pc:spChg>
        <pc:spChg chg="add">
          <ac:chgData name="Furen Huang" userId="5507ef534c9074aa" providerId="LiveId" clId="{FD4E5AA8-3414-402F-A92C-52734B9AA022}" dt="2025-09-23T04:35:33.986" v="320" actId="26606"/>
          <ac:spMkLst>
            <pc:docMk/>
            <pc:sldMk cId="3504833672" sldId="258"/>
            <ac:spMk id="21" creationId="{D2542E1A-076E-4A34-BB67-2BF961754E0C}"/>
          </ac:spMkLst>
        </pc:spChg>
        <pc:spChg chg="add">
          <ac:chgData name="Furen Huang" userId="5507ef534c9074aa" providerId="LiveId" clId="{FD4E5AA8-3414-402F-A92C-52734B9AA022}" dt="2025-09-23T04:35:33.986" v="320" actId="26606"/>
          <ac:spMkLst>
            <pc:docMk/>
            <pc:sldMk cId="3504833672" sldId="258"/>
            <ac:spMk id="23" creationId="{75C56826-D4E5-42ED-8529-079651CB3005}"/>
          </ac:spMkLst>
        </pc:spChg>
        <pc:spChg chg="add">
          <ac:chgData name="Furen Huang" userId="5507ef534c9074aa" providerId="LiveId" clId="{FD4E5AA8-3414-402F-A92C-52734B9AA022}" dt="2025-09-23T04:35:33.986" v="320" actId="26606"/>
          <ac:spMkLst>
            <pc:docMk/>
            <pc:sldMk cId="3504833672" sldId="258"/>
            <ac:spMk id="25" creationId="{82095FCE-EF05-4443-B97A-85DEE3A5CA17}"/>
          </ac:spMkLst>
        </pc:spChg>
        <pc:grpChg chg="add mod">
          <ac:chgData name="Furen Huang" userId="5507ef534c9074aa" providerId="LiveId" clId="{FD4E5AA8-3414-402F-A92C-52734B9AA022}" dt="2025-09-23T04:37:53.821" v="368" actId="1036"/>
          <ac:grpSpMkLst>
            <pc:docMk/>
            <pc:sldMk cId="3504833672" sldId="258"/>
            <ac:grpSpMk id="10" creationId="{A0A6B6B1-54B8-77A7-49CB-7632BE990A8B}"/>
          </ac:grpSpMkLst>
        </pc:grpChg>
        <pc:picChg chg="add mod">
          <ac:chgData name="Furen Huang" userId="5507ef534c9074aa" providerId="LiveId" clId="{FD4E5AA8-3414-402F-A92C-52734B9AA022}" dt="2025-09-23T04:42:57.552" v="414" actId="1076"/>
          <ac:picMkLst>
            <pc:docMk/>
            <pc:sldMk cId="3504833672" sldId="258"/>
            <ac:picMk id="5" creationId="{A1565CEC-52F6-7ABC-522F-2DA3F8004626}"/>
          </ac:picMkLst>
        </pc:picChg>
        <pc:picChg chg="add del">
          <ac:chgData name="Furen Huang" userId="5507ef534c9074aa" providerId="LiveId" clId="{FD4E5AA8-3414-402F-A92C-52734B9AA022}" dt="2025-09-23T04:32:04.105" v="286" actId="478"/>
          <ac:picMkLst>
            <pc:docMk/>
            <pc:sldMk cId="3504833672" sldId="258"/>
            <ac:picMk id="7" creationId="{0F1F51A5-B569-6225-01B8-0ECBF8099791}"/>
          </ac:picMkLst>
        </pc:picChg>
        <pc:picChg chg="add mod">
          <ac:chgData name="Furen Huang" userId="5507ef534c9074aa" providerId="LiveId" clId="{FD4E5AA8-3414-402F-A92C-52734B9AA022}" dt="2025-09-23T04:37:36.566" v="349" actId="1038"/>
          <ac:picMkLst>
            <pc:docMk/>
            <pc:sldMk cId="3504833672" sldId="258"/>
            <ac:picMk id="8" creationId="{BB85F76A-66C1-B795-8BF0-82E009497B98}"/>
          </ac:picMkLst>
        </pc:picChg>
        <pc:picChg chg="add mod">
          <ac:chgData name="Furen Huang" userId="5507ef534c9074aa" providerId="LiveId" clId="{FD4E5AA8-3414-402F-A92C-52734B9AA022}" dt="2025-09-23T04:43:19.349" v="418" actId="14100"/>
          <ac:picMkLst>
            <pc:docMk/>
            <pc:sldMk cId="3504833672" sldId="258"/>
            <ac:picMk id="15" creationId="{75DDE05D-DB7F-753B-51CF-92601EDD39D9}"/>
          </ac:picMkLst>
        </pc:picChg>
        <pc:picChg chg="add mod">
          <ac:chgData name="Furen Huang" userId="5507ef534c9074aa" providerId="LiveId" clId="{FD4E5AA8-3414-402F-A92C-52734B9AA022}" dt="2025-09-23T04:42:20.691" v="406" actId="14100"/>
          <ac:picMkLst>
            <pc:docMk/>
            <pc:sldMk cId="3504833672" sldId="258"/>
            <ac:picMk id="18" creationId="{A10BC3EA-9274-C0F4-F954-A08AA3C04250}"/>
          </ac:picMkLst>
        </pc:picChg>
        <pc:picChg chg="add mod ord">
          <ac:chgData name="Furen Huang" userId="5507ef534c9074aa" providerId="LiveId" clId="{FD4E5AA8-3414-402F-A92C-52734B9AA022}" dt="2025-09-23T04:42:48.216" v="412" actId="1076"/>
          <ac:picMkLst>
            <pc:docMk/>
            <pc:sldMk cId="3504833672" sldId="258"/>
            <ac:picMk id="22" creationId="{A6FA642F-5A04-D970-9F22-D95160C7C9AA}"/>
          </ac:picMkLst>
        </pc:picChg>
      </pc:sldChg>
      <pc:sldChg chg="del">
        <pc:chgData name="Furen Huang" userId="5507ef534c9074aa" providerId="LiveId" clId="{FD4E5AA8-3414-402F-A92C-52734B9AA022}" dt="2025-09-23T04:03:57.746" v="53" actId="47"/>
        <pc:sldMkLst>
          <pc:docMk/>
          <pc:sldMk cId="0" sldId="259"/>
        </pc:sldMkLst>
      </pc:sldChg>
      <pc:sldChg chg="addSp delSp modSp new mod setBg">
        <pc:chgData name="Furen Huang" userId="5507ef534c9074aa" providerId="LiveId" clId="{FD4E5AA8-3414-402F-A92C-52734B9AA022}" dt="2025-09-23T04:57:38.958" v="581" actId="1076"/>
        <pc:sldMkLst>
          <pc:docMk/>
          <pc:sldMk cId="2105847897" sldId="259"/>
        </pc:sldMkLst>
        <pc:spChg chg="del mod">
          <ac:chgData name="Furen Huang" userId="5507ef534c9074aa" providerId="LiveId" clId="{FD4E5AA8-3414-402F-A92C-52734B9AA022}" dt="2025-09-23T04:44:43.927" v="423" actId="478"/>
          <ac:spMkLst>
            <pc:docMk/>
            <pc:sldMk cId="2105847897" sldId="259"/>
            <ac:spMk id="2" creationId="{96D07E11-3167-E150-F258-2EDC36D77840}"/>
          </ac:spMkLst>
        </pc:spChg>
        <pc:spChg chg="del">
          <ac:chgData name="Furen Huang" userId="5507ef534c9074aa" providerId="LiveId" clId="{FD4E5AA8-3414-402F-A92C-52734B9AA022}" dt="2025-09-23T04:45:18.756" v="431"/>
          <ac:spMkLst>
            <pc:docMk/>
            <pc:sldMk cId="2105847897" sldId="259"/>
            <ac:spMk id="3" creationId="{B7CC46D3-9944-0CA4-5FF4-46357E29C112}"/>
          </ac:spMkLst>
        </pc:spChg>
        <pc:spChg chg="mod">
          <ac:chgData name="Furen Huang" userId="5507ef534c9074aa" providerId="LiveId" clId="{FD4E5AA8-3414-402F-A92C-52734B9AA022}" dt="2025-09-23T04:47:14.056" v="442" actId="255"/>
          <ac:spMkLst>
            <pc:docMk/>
            <pc:sldMk cId="2105847897" sldId="259"/>
            <ac:spMk id="5" creationId="{45E39AEE-24A2-C8C9-CC0A-2CB996D6F887}"/>
          </ac:spMkLst>
        </pc:spChg>
        <pc:spChg chg="add mod ord">
          <ac:chgData name="Furen Huang" userId="5507ef534c9074aa" providerId="LiveId" clId="{FD4E5AA8-3414-402F-A92C-52734B9AA022}" dt="2025-09-23T04:53:04.455" v="527"/>
          <ac:spMkLst>
            <pc:docMk/>
            <pc:sldMk cId="2105847897" sldId="259"/>
            <ac:spMk id="7" creationId="{29E9D913-6129-116B-1B6B-7156868C229D}"/>
          </ac:spMkLst>
        </pc:spChg>
        <pc:spChg chg="add mod ord">
          <ac:chgData name="Furen Huang" userId="5507ef534c9074aa" providerId="LiveId" clId="{FD4E5AA8-3414-402F-A92C-52734B9AA022}" dt="2025-09-23T04:48:01.912" v="453" actId="1076"/>
          <ac:spMkLst>
            <pc:docMk/>
            <pc:sldMk cId="2105847897" sldId="259"/>
            <ac:spMk id="9" creationId="{3A5439BF-E865-1F3D-1D22-8982005E4C0C}"/>
          </ac:spMkLst>
        </pc:spChg>
        <pc:spChg chg="add mod">
          <ac:chgData name="Furen Huang" userId="5507ef534c9074aa" providerId="LiveId" clId="{FD4E5AA8-3414-402F-A92C-52734B9AA022}" dt="2025-09-23T04:57:38.958" v="581" actId="1076"/>
          <ac:spMkLst>
            <pc:docMk/>
            <pc:sldMk cId="2105847897" sldId="259"/>
            <ac:spMk id="10" creationId="{7780564F-B4DB-B610-4F2E-4B8B710237B9}"/>
          </ac:spMkLst>
        </pc:spChg>
        <pc:spChg chg="add">
          <ac:chgData name="Furen Huang" userId="5507ef534c9074aa" providerId="LiveId" clId="{FD4E5AA8-3414-402F-A92C-52734B9AA022}" dt="2025-09-23T04:46:28.576" v="434" actId="26606"/>
          <ac:spMkLst>
            <pc:docMk/>
            <pc:sldMk cId="2105847897" sldId="259"/>
            <ac:spMk id="14" creationId="{700E0F77-E936-4985-B7B1-B9823486AC33}"/>
          </ac:spMkLst>
        </pc:spChg>
        <pc:spChg chg="add">
          <ac:chgData name="Furen Huang" userId="5507ef534c9074aa" providerId="LiveId" clId="{FD4E5AA8-3414-402F-A92C-52734B9AA022}" dt="2025-09-23T04:46:28.576" v="434" actId="26606"/>
          <ac:spMkLst>
            <pc:docMk/>
            <pc:sldMk cId="2105847897" sldId="259"/>
            <ac:spMk id="16" creationId="{95C8260E-968F-44E8-A823-ABB431311926}"/>
          </ac:spMkLst>
        </pc:spChg>
        <pc:spChg chg="add">
          <ac:chgData name="Furen Huang" userId="5507ef534c9074aa" providerId="LiveId" clId="{FD4E5AA8-3414-402F-A92C-52734B9AA022}" dt="2025-09-23T04:46:28.576" v="434" actId="26606"/>
          <ac:spMkLst>
            <pc:docMk/>
            <pc:sldMk cId="2105847897" sldId="259"/>
            <ac:spMk id="18" creationId="{2C1BBA94-3F40-40AA-8BB9-E69E25E537C1}"/>
          </ac:spMkLst>
        </pc:spChg>
        <pc:spChg chg="add">
          <ac:chgData name="Furen Huang" userId="5507ef534c9074aa" providerId="LiveId" clId="{FD4E5AA8-3414-402F-A92C-52734B9AA022}" dt="2025-09-23T04:46:28.576" v="434" actId="26606"/>
          <ac:spMkLst>
            <pc:docMk/>
            <pc:sldMk cId="2105847897" sldId="259"/>
            <ac:spMk id="20" creationId="{FE43805F-24A6-46A4-B19B-54F28347355C}"/>
          </ac:spMkLst>
        </pc:spChg>
        <pc:grpChg chg="add del mod ord">
          <ac:chgData name="Furen Huang" userId="5507ef534c9074aa" providerId="LiveId" clId="{FD4E5AA8-3414-402F-A92C-52734B9AA022}" dt="2025-09-23T04:54:00.773" v="533" actId="478"/>
          <ac:grpSpMkLst>
            <pc:docMk/>
            <pc:sldMk cId="2105847897" sldId="259"/>
            <ac:grpSpMk id="4" creationId="{08841720-9D43-F602-824A-A87D67EFBC35}"/>
          </ac:grpSpMkLst>
        </pc:grpChg>
        <pc:picChg chg="mod">
          <ac:chgData name="Furen Huang" userId="5507ef534c9074aa" providerId="LiveId" clId="{FD4E5AA8-3414-402F-A92C-52734B9AA022}" dt="2025-09-23T04:47:24.971" v="444" actId="1076"/>
          <ac:picMkLst>
            <pc:docMk/>
            <pc:sldMk cId="2105847897" sldId="259"/>
            <ac:picMk id="6" creationId="{F0B66F40-86F2-593B-1670-5912F8BAA332}"/>
          </ac:picMkLst>
        </pc:picChg>
      </pc:sldChg>
      <pc:sldChg chg="del">
        <pc:chgData name="Furen Huang" userId="5507ef534c9074aa" providerId="LiveId" clId="{FD4E5AA8-3414-402F-A92C-52734B9AA022}" dt="2025-09-23T04:04:01.587" v="54" actId="47"/>
        <pc:sldMkLst>
          <pc:docMk/>
          <pc:sldMk cId="0" sldId="260"/>
        </pc:sldMkLst>
      </pc:sldChg>
      <pc:sldChg chg="addSp delSp modSp add mod setBg delDesignElem">
        <pc:chgData name="Furen Huang" userId="5507ef534c9074aa" providerId="LiveId" clId="{FD4E5AA8-3414-402F-A92C-52734B9AA022}" dt="2025-09-23T04:58:05.186" v="595" actId="1038"/>
        <pc:sldMkLst>
          <pc:docMk/>
          <pc:sldMk cId="2135090351" sldId="260"/>
        </pc:sldMkLst>
        <pc:spChg chg="add del mod">
          <ac:chgData name="Furen Huang" userId="5507ef534c9074aa" providerId="LiveId" clId="{FD4E5AA8-3414-402F-A92C-52734B9AA022}" dt="2025-09-23T04:53:17.071" v="530" actId="478"/>
          <ac:spMkLst>
            <pc:docMk/>
            <pc:sldMk cId="2135090351" sldId="260"/>
            <ac:spMk id="2" creationId="{C1A5618C-1DD5-763D-4570-E4A52A279582}"/>
          </ac:spMkLst>
        </pc:spChg>
        <pc:spChg chg="add mod">
          <ac:chgData name="Furen Huang" userId="5507ef534c9074aa" providerId="LiveId" clId="{FD4E5AA8-3414-402F-A92C-52734B9AA022}" dt="2025-09-23T04:57:00.374" v="578" actId="14100"/>
          <ac:spMkLst>
            <pc:docMk/>
            <pc:sldMk cId="2135090351" sldId="260"/>
            <ac:spMk id="3" creationId="{1C87FD76-926A-C917-73FC-C13B2E9B60CB}"/>
          </ac:spMkLst>
        </pc:spChg>
        <pc:spChg chg="del">
          <ac:chgData name="Furen Huang" userId="5507ef534c9074aa" providerId="LiveId" clId="{FD4E5AA8-3414-402F-A92C-52734B9AA022}" dt="2025-09-23T04:53:10.642" v="528" actId="478"/>
          <ac:spMkLst>
            <pc:docMk/>
            <pc:sldMk cId="2135090351" sldId="260"/>
            <ac:spMk id="7" creationId="{F1C8C81C-021E-3C9A-D9EC-A146673254AD}"/>
          </ac:spMkLst>
        </pc:spChg>
        <pc:spChg chg="del mod">
          <ac:chgData name="Furen Huang" userId="5507ef534c9074aa" providerId="LiveId" clId="{FD4E5AA8-3414-402F-A92C-52734B9AA022}" dt="2025-09-23T04:54:18.764" v="537" actId="478"/>
          <ac:spMkLst>
            <pc:docMk/>
            <pc:sldMk cId="2135090351" sldId="260"/>
            <ac:spMk id="9" creationId="{B537436E-B930-56A1-4029-4AE11E342B92}"/>
          </ac:spMkLst>
        </pc:spChg>
        <pc:spChg chg="mod">
          <ac:chgData name="Furen Huang" userId="5507ef534c9074aa" providerId="LiveId" clId="{FD4E5AA8-3414-402F-A92C-52734B9AA022}" dt="2025-09-23T04:54:04.379" v="534"/>
          <ac:spMkLst>
            <pc:docMk/>
            <pc:sldMk cId="2135090351" sldId="260"/>
            <ac:spMk id="10" creationId="{F1826E0E-4FAD-2684-AB53-CB870CF91D56}"/>
          </ac:spMkLst>
        </pc:spChg>
        <pc:spChg chg="add">
          <ac:chgData name="Furen Huang" userId="5507ef534c9074aa" providerId="LiveId" clId="{FD4E5AA8-3414-402F-A92C-52734B9AA022}" dt="2025-09-23T04:53:46.836" v="531" actId="26606"/>
          <ac:spMkLst>
            <pc:docMk/>
            <pc:sldMk cId="2135090351" sldId="260"/>
            <ac:spMk id="11" creationId="{9A724DBA-D2D9-471E-8ED7-2015DDD950DF}"/>
          </ac:spMkLst>
        </pc:spChg>
        <pc:spChg chg="add">
          <ac:chgData name="Furen Huang" userId="5507ef534c9074aa" providerId="LiveId" clId="{FD4E5AA8-3414-402F-A92C-52734B9AA022}" dt="2025-09-23T04:53:46.836" v="531" actId="26606"/>
          <ac:spMkLst>
            <pc:docMk/>
            <pc:sldMk cId="2135090351" sldId="260"/>
            <ac:spMk id="12" creationId="{08980754-6F4B-43C9-B9BE-127B6BED6586}"/>
          </ac:spMkLst>
        </pc:spChg>
        <pc:spChg chg="add">
          <ac:chgData name="Furen Huang" userId="5507ef534c9074aa" providerId="LiveId" clId="{FD4E5AA8-3414-402F-A92C-52734B9AA022}" dt="2025-09-23T04:53:46.836" v="531" actId="26606"/>
          <ac:spMkLst>
            <pc:docMk/>
            <pc:sldMk cId="2135090351" sldId="260"/>
            <ac:spMk id="13" creationId="{2C1BBA94-3F40-40AA-8BB9-E69E25E537C1}"/>
          </ac:spMkLst>
        </pc:spChg>
        <pc:spChg chg="del">
          <ac:chgData name="Furen Huang" userId="5507ef534c9074aa" providerId="LiveId" clId="{FD4E5AA8-3414-402F-A92C-52734B9AA022}" dt="2025-09-23T04:51:41.467" v="491"/>
          <ac:spMkLst>
            <pc:docMk/>
            <pc:sldMk cId="2135090351" sldId="260"/>
            <ac:spMk id="14" creationId="{EDF76E51-B71D-0851-E8DD-5612132DCA3F}"/>
          </ac:spMkLst>
        </pc:spChg>
        <pc:spChg chg="add">
          <ac:chgData name="Furen Huang" userId="5507ef534c9074aa" providerId="LiveId" clId="{FD4E5AA8-3414-402F-A92C-52734B9AA022}" dt="2025-09-23T04:53:46.836" v="531" actId="26606"/>
          <ac:spMkLst>
            <pc:docMk/>
            <pc:sldMk cId="2135090351" sldId="260"/>
            <ac:spMk id="15" creationId="{169CC832-2974-4E8D-90ED-3E2941BA7336}"/>
          </ac:spMkLst>
        </pc:spChg>
        <pc:spChg chg="del">
          <ac:chgData name="Furen Huang" userId="5507ef534c9074aa" providerId="LiveId" clId="{FD4E5AA8-3414-402F-A92C-52734B9AA022}" dt="2025-09-23T04:51:41.467" v="491"/>
          <ac:spMkLst>
            <pc:docMk/>
            <pc:sldMk cId="2135090351" sldId="260"/>
            <ac:spMk id="16" creationId="{9ACC4802-A1EC-5D3F-F8EC-18D228A07080}"/>
          </ac:spMkLst>
        </pc:spChg>
        <pc:spChg chg="del">
          <ac:chgData name="Furen Huang" userId="5507ef534c9074aa" providerId="LiveId" clId="{FD4E5AA8-3414-402F-A92C-52734B9AA022}" dt="2025-09-23T04:51:41.467" v="491"/>
          <ac:spMkLst>
            <pc:docMk/>
            <pc:sldMk cId="2135090351" sldId="260"/>
            <ac:spMk id="18" creationId="{86A2F066-BEB9-085E-D427-D67F402BBEBD}"/>
          </ac:spMkLst>
        </pc:spChg>
        <pc:spChg chg="add mod">
          <ac:chgData name="Furen Huang" userId="5507ef534c9074aa" providerId="LiveId" clId="{FD4E5AA8-3414-402F-A92C-52734B9AA022}" dt="2025-09-23T04:55:03.333" v="549" actId="122"/>
          <ac:spMkLst>
            <pc:docMk/>
            <pc:sldMk cId="2135090351" sldId="260"/>
            <ac:spMk id="19" creationId="{A1A0DA22-3B7D-0D0F-CE7A-F6EEC9E86977}"/>
          </ac:spMkLst>
        </pc:spChg>
        <pc:spChg chg="del">
          <ac:chgData name="Furen Huang" userId="5507ef534c9074aa" providerId="LiveId" clId="{FD4E5AA8-3414-402F-A92C-52734B9AA022}" dt="2025-09-23T04:51:41.467" v="491"/>
          <ac:spMkLst>
            <pc:docMk/>
            <pc:sldMk cId="2135090351" sldId="260"/>
            <ac:spMk id="20" creationId="{5254445C-EAD9-889A-CEEB-07CB8840A4A6}"/>
          </ac:spMkLst>
        </pc:spChg>
        <pc:spChg chg="add mod">
          <ac:chgData name="Furen Huang" userId="5507ef534c9074aa" providerId="LiveId" clId="{FD4E5AA8-3414-402F-A92C-52734B9AA022}" dt="2025-09-23T04:58:05.186" v="595" actId="1038"/>
          <ac:spMkLst>
            <pc:docMk/>
            <pc:sldMk cId="2135090351" sldId="260"/>
            <ac:spMk id="21" creationId="{383CDC5F-495D-226A-6E6E-BDE649D4C6C5}"/>
          </ac:spMkLst>
        </pc:spChg>
        <pc:spChg chg="add">
          <ac:chgData name="Furen Huang" userId="5507ef534c9074aa" providerId="LiveId" clId="{FD4E5AA8-3414-402F-A92C-52734B9AA022}" dt="2025-09-23T04:53:46.836" v="531" actId="26606"/>
          <ac:spMkLst>
            <pc:docMk/>
            <pc:sldMk cId="2135090351" sldId="260"/>
            <ac:spMk id="22" creationId="{55222F96-971A-4F90-B841-6BAB416C7AC1}"/>
          </ac:spMkLst>
        </pc:spChg>
        <pc:grpChg chg="add del mod ord">
          <ac:chgData name="Furen Huang" userId="5507ef534c9074aa" providerId="LiveId" clId="{FD4E5AA8-3414-402F-A92C-52734B9AA022}" dt="2025-09-23T04:54:09.670" v="535" actId="478"/>
          <ac:grpSpMkLst>
            <pc:docMk/>
            <pc:sldMk cId="2135090351" sldId="260"/>
            <ac:grpSpMk id="4" creationId="{A74F6B75-2968-728A-137B-7D7B1E8D1503}"/>
          </ac:grpSpMkLst>
        </pc:grpChg>
        <pc:grpChg chg="add mod">
          <ac:chgData name="Furen Huang" userId="5507ef534c9074aa" providerId="LiveId" clId="{FD4E5AA8-3414-402F-A92C-52734B9AA022}" dt="2025-09-23T04:54:27.262" v="539" actId="1076"/>
          <ac:grpSpMkLst>
            <pc:docMk/>
            <pc:sldMk cId="2135090351" sldId="260"/>
            <ac:grpSpMk id="8" creationId="{2F1128EF-951B-CD37-F2E3-185AF743DCE2}"/>
          </ac:grpSpMkLst>
        </pc:grpChg>
        <pc:picChg chg="mod">
          <ac:chgData name="Furen Huang" userId="5507ef534c9074aa" providerId="LiveId" clId="{FD4E5AA8-3414-402F-A92C-52734B9AA022}" dt="2025-09-23T04:54:04.379" v="534"/>
          <ac:picMkLst>
            <pc:docMk/>
            <pc:sldMk cId="2135090351" sldId="260"/>
            <ac:picMk id="17" creationId="{819C41AE-09AD-1CF9-0BC9-04A56A185DE9}"/>
          </ac:picMkLst>
        </pc:picChg>
      </pc:sldChg>
      <pc:sldChg chg="del">
        <pc:chgData name="Furen Huang" userId="5507ef534c9074aa" providerId="LiveId" clId="{FD4E5AA8-3414-402F-A92C-52734B9AA022}" dt="2025-09-23T04:04:10.403" v="55" actId="47"/>
        <pc:sldMkLst>
          <pc:docMk/>
          <pc:sldMk cId="0" sldId="261"/>
        </pc:sldMkLst>
      </pc:sldChg>
      <pc:sldChg chg="addSp modSp new mod setBg">
        <pc:chgData name="Furen Huang" userId="5507ef534c9074aa" providerId="LiveId" clId="{FD4E5AA8-3414-402F-A92C-52734B9AA022}" dt="2025-09-23T05:00:14.390" v="610" actId="1076"/>
        <pc:sldMkLst>
          <pc:docMk/>
          <pc:sldMk cId="930974250" sldId="261"/>
        </pc:sldMkLst>
        <pc:spChg chg="mod">
          <ac:chgData name="Furen Huang" userId="5507ef534c9074aa" providerId="LiveId" clId="{FD4E5AA8-3414-402F-A92C-52734B9AA022}" dt="2025-09-23T04:59:55.320" v="608" actId="1076"/>
          <ac:spMkLst>
            <pc:docMk/>
            <pc:sldMk cId="930974250" sldId="261"/>
            <ac:spMk id="2" creationId="{4830203C-04E2-B88E-2AD3-74B92D5B34A3}"/>
          </ac:spMkLst>
        </pc:spChg>
        <pc:spChg chg="mod">
          <ac:chgData name="Furen Huang" userId="5507ef534c9074aa" providerId="LiveId" clId="{FD4E5AA8-3414-402F-A92C-52734B9AA022}" dt="2025-09-23T04:59:28.129" v="603" actId="20577"/>
          <ac:spMkLst>
            <pc:docMk/>
            <pc:sldMk cId="930974250" sldId="261"/>
            <ac:spMk id="3" creationId="{FF06AAEB-AF0C-09B1-C941-E52C052E1A14}"/>
          </ac:spMkLst>
        </pc:spChg>
        <pc:spChg chg="add mod">
          <ac:chgData name="Furen Huang" userId="5507ef534c9074aa" providerId="LiveId" clId="{FD4E5AA8-3414-402F-A92C-52734B9AA022}" dt="2025-09-23T05:00:14.390" v="610" actId="1076"/>
          <ac:spMkLst>
            <pc:docMk/>
            <pc:sldMk cId="930974250" sldId="261"/>
            <ac:spMk id="4" creationId="{95F251C9-BC76-09DC-45B1-0957C05643C6}"/>
          </ac:spMkLst>
        </pc:spChg>
        <pc:spChg chg="add">
          <ac:chgData name="Furen Huang" userId="5507ef534c9074aa" providerId="LiveId" clId="{FD4E5AA8-3414-402F-A92C-52734B9AA022}" dt="2025-09-23T04:59:17.440" v="600" actId="26606"/>
          <ac:spMkLst>
            <pc:docMk/>
            <pc:sldMk cId="930974250" sldId="261"/>
            <ac:spMk id="8" creationId="{907EF6B7-1338-4443-8C46-6A318D952DFD}"/>
          </ac:spMkLst>
        </pc:spChg>
        <pc:spChg chg="add">
          <ac:chgData name="Furen Huang" userId="5507ef534c9074aa" providerId="LiveId" clId="{FD4E5AA8-3414-402F-A92C-52734B9AA022}" dt="2025-09-23T04:59:17.440" v="600" actId="26606"/>
          <ac:spMkLst>
            <pc:docMk/>
            <pc:sldMk cId="930974250" sldId="261"/>
            <ac:spMk id="10" creationId="{DAAE4CDD-124C-4DCF-9584-B6033B545DD5}"/>
          </ac:spMkLst>
        </pc:spChg>
        <pc:spChg chg="add">
          <ac:chgData name="Furen Huang" userId="5507ef534c9074aa" providerId="LiveId" clId="{FD4E5AA8-3414-402F-A92C-52734B9AA022}" dt="2025-09-23T04:59:17.440" v="600" actId="26606"/>
          <ac:spMkLst>
            <pc:docMk/>
            <pc:sldMk cId="930974250" sldId="261"/>
            <ac:spMk id="12" creationId="{081E4A58-353D-44AE-B2FC-2A74E2E400F7}"/>
          </ac:spMkLst>
        </pc:spChg>
      </pc:sldChg>
      <pc:sldChg chg="del">
        <pc:chgData name="Furen Huang" userId="5507ef534c9074aa" providerId="LiveId" clId="{FD4E5AA8-3414-402F-A92C-52734B9AA022}" dt="2025-09-23T04:04:15.657" v="56" actId="47"/>
        <pc:sldMkLst>
          <pc:docMk/>
          <pc:sldMk cId="0" sldId="262"/>
        </pc:sldMkLst>
      </pc:sldChg>
      <pc:sldChg chg="delSp add del setBg delDesignElem">
        <pc:chgData name="Furen Huang" userId="5507ef534c9074aa" providerId="LiveId" clId="{FD4E5AA8-3414-402F-A92C-52734B9AA022}" dt="2025-09-23T05:00:39.059" v="613" actId="47"/>
        <pc:sldMkLst>
          <pc:docMk/>
          <pc:sldMk cId="2092628218" sldId="262"/>
        </pc:sldMkLst>
        <pc:spChg chg="del">
          <ac:chgData name="Furen Huang" userId="5507ef534c9074aa" providerId="LiveId" clId="{FD4E5AA8-3414-402F-A92C-52734B9AA022}" dt="2025-09-23T05:00:35.953" v="612"/>
          <ac:spMkLst>
            <pc:docMk/>
            <pc:sldMk cId="2092628218" sldId="262"/>
            <ac:spMk id="71" creationId="{09F66341-134B-AFE7-8FC7-6355123D4BCB}"/>
          </ac:spMkLst>
        </pc:spChg>
        <pc:spChg chg="del">
          <ac:chgData name="Furen Huang" userId="5507ef534c9074aa" providerId="LiveId" clId="{FD4E5AA8-3414-402F-A92C-52734B9AA022}" dt="2025-09-23T05:00:35.953" v="612"/>
          <ac:spMkLst>
            <pc:docMk/>
            <pc:sldMk cId="2092628218" sldId="262"/>
            <ac:spMk id="73" creationId="{B4849F11-F654-6BE2-C002-ACFDEFB9729E}"/>
          </ac:spMkLst>
        </pc:spChg>
        <pc:spChg chg="del">
          <ac:chgData name="Furen Huang" userId="5507ef534c9074aa" providerId="LiveId" clId="{FD4E5AA8-3414-402F-A92C-52734B9AA022}" dt="2025-09-23T05:00:35.953" v="612"/>
          <ac:spMkLst>
            <pc:docMk/>
            <pc:sldMk cId="2092628218" sldId="262"/>
            <ac:spMk id="75" creationId="{CF89C4E1-2FFD-D399-5738-69560FAC8518}"/>
          </ac:spMkLst>
        </pc:spChg>
      </pc:sldChg>
      <pc:sldChg chg="addSp delSp modSp add mod setBg delAnim modAnim delDesignElem">
        <pc:chgData name="Furen Huang" userId="5507ef534c9074aa" providerId="LiveId" clId="{FD4E5AA8-3414-402F-A92C-52734B9AA022}" dt="2025-09-23T05:03:11.028" v="660" actId="1076"/>
        <pc:sldMkLst>
          <pc:docMk/>
          <pc:sldMk cId="4047590954" sldId="262"/>
        </pc:sldMkLst>
        <pc:spChg chg="del mod">
          <ac:chgData name="Furen Huang" userId="5507ef534c9074aa" providerId="LiveId" clId="{FD4E5AA8-3414-402F-A92C-52734B9AA022}" dt="2025-09-23T05:01:20.447" v="618" actId="478"/>
          <ac:spMkLst>
            <pc:docMk/>
            <pc:sldMk cId="4047590954" sldId="262"/>
            <ac:spMk id="3" creationId="{C2538466-7EDF-5E27-DC88-BD63463F2420}"/>
          </ac:spMkLst>
        </pc:spChg>
        <pc:spChg chg="mod ord">
          <ac:chgData name="Furen Huang" userId="5507ef534c9074aa" providerId="LiveId" clId="{FD4E5AA8-3414-402F-A92C-52734B9AA022}" dt="2025-09-23T05:02:46.032" v="656" actId="20577"/>
          <ac:spMkLst>
            <pc:docMk/>
            <pc:sldMk cId="4047590954" sldId="262"/>
            <ac:spMk id="6" creationId="{946B0CD9-F60E-459A-C437-B4006AF129D2}"/>
          </ac:spMkLst>
        </pc:spChg>
        <pc:spChg chg="add del mod">
          <ac:chgData name="Furen Huang" userId="5507ef534c9074aa" providerId="LiveId" clId="{FD4E5AA8-3414-402F-A92C-52734B9AA022}" dt="2025-09-23T05:01:23.179" v="619" actId="478"/>
          <ac:spMkLst>
            <pc:docMk/>
            <pc:sldMk cId="4047590954" sldId="262"/>
            <ac:spMk id="7" creationId="{61F48D9F-EE18-AD77-D1BB-BDB8F75D8E12}"/>
          </ac:spMkLst>
        </pc:spChg>
        <pc:spChg chg="add mod">
          <ac:chgData name="Furen Huang" userId="5507ef534c9074aa" providerId="LiveId" clId="{FD4E5AA8-3414-402F-A92C-52734B9AA022}" dt="2025-09-23T05:03:11.028" v="660" actId="1076"/>
          <ac:spMkLst>
            <pc:docMk/>
            <pc:sldMk cId="4047590954" sldId="262"/>
            <ac:spMk id="8" creationId="{63CC6BA8-F2E9-C4B6-3D06-A908EFCCBE64}"/>
          </ac:spMkLst>
        </pc:spChg>
        <pc:spChg chg="add">
          <ac:chgData name="Furen Huang" userId="5507ef534c9074aa" providerId="LiveId" clId="{FD4E5AA8-3414-402F-A92C-52734B9AA022}" dt="2025-09-23T05:02:34.707" v="640" actId="26606"/>
          <ac:spMkLst>
            <pc:docMk/>
            <pc:sldMk cId="4047590954" sldId="262"/>
            <ac:spMk id="11" creationId="{96646FC9-C66D-4EC7-8310-0DD4ACC49C6C}"/>
          </ac:spMkLst>
        </pc:spChg>
        <pc:spChg chg="add">
          <ac:chgData name="Furen Huang" userId="5507ef534c9074aa" providerId="LiveId" clId="{FD4E5AA8-3414-402F-A92C-52734B9AA022}" dt="2025-09-23T05:02:34.707" v="640" actId="26606"/>
          <ac:spMkLst>
            <pc:docMk/>
            <pc:sldMk cId="4047590954" sldId="262"/>
            <ac:spMk id="13" creationId="{A3473CF9-37EB-43E7-89EF-D2D1C53D1DAC}"/>
          </ac:spMkLst>
        </pc:spChg>
        <pc:spChg chg="add">
          <ac:chgData name="Furen Huang" userId="5507ef534c9074aa" providerId="LiveId" clId="{FD4E5AA8-3414-402F-A92C-52734B9AA022}" dt="2025-09-23T05:02:34.707" v="640" actId="26606"/>
          <ac:spMkLst>
            <pc:docMk/>
            <pc:sldMk cId="4047590954" sldId="262"/>
            <ac:spMk id="15" creationId="{586B4EF9-43BA-4655-A6FF-1D8E21574C95}"/>
          </ac:spMkLst>
        </pc:spChg>
        <pc:spChg chg="del">
          <ac:chgData name="Furen Huang" userId="5507ef534c9074aa" providerId="LiveId" clId="{FD4E5AA8-3414-402F-A92C-52734B9AA022}" dt="2025-09-23T05:00:46.727" v="615"/>
          <ac:spMkLst>
            <pc:docMk/>
            <pc:sldMk cId="4047590954" sldId="262"/>
            <ac:spMk id="71" creationId="{C1D17001-CA7B-882F-8128-DBC5EFCB4960}"/>
          </ac:spMkLst>
        </pc:spChg>
        <pc:spChg chg="del">
          <ac:chgData name="Furen Huang" userId="5507ef534c9074aa" providerId="LiveId" clId="{FD4E5AA8-3414-402F-A92C-52734B9AA022}" dt="2025-09-23T05:00:46.727" v="615"/>
          <ac:spMkLst>
            <pc:docMk/>
            <pc:sldMk cId="4047590954" sldId="262"/>
            <ac:spMk id="73" creationId="{997037DC-DC27-3E77-127D-C6CE0F85C9DD}"/>
          </ac:spMkLst>
        </pc:spChg>
        <pc:spChg chg="del">
          <ac:chgData name="Furen Huang" userId="5507ef534c9074aa" providerId="LiveId" clId="{FD4E5AA8-3414-402F-A92C-52734B9AA022}" dt="2025-09-23T05:00:46.727" v="615"/>
          <ac:spMkLst>
            <pc:docMk/>
            <pc:sldMk cId="4047590954" sldId="262"/>
            <ac:spMk id="75" creationId="{C83CA4EA-1F40-5FFF-80DA-1BF3AD40BD53}"/>
          </ac:spMkLst>
        </pc:spChg>
        <pc:picChg chg="mod">
          <ac:chgData name="Furen Huang" userId="5507ef534c9074aa" providerId="LiveId" clId="{FD4E5AA8-3414-402F-A92C-52734B9AA022}" dt="2025-09-23T05:02:34.707" v="640" actId="26606"/>
          <ac:picMkLst>
            <pc:docMk/>
            <pc:sldMk cId="4047590954" sldId="262"/>
            <ac:picMk id="4" creationId="{78FE5A7C-EF39-E715-2D7D-233FE1CE5E44}"/>
          </ac:picMkLst>
        </pc:picChg>
        <pc:picChg chg="mod">
          <ac:chgData name="Furen Huang" userId="5507ef534c9074aa" providerId="LiveId" clId="{FD4E5AA8-3414-402F-A92C-52734B9AA022}" dt="2025-09-23T05:02:34.707" v="640" actId="26606"/>
          <ac:picMkLst>
            <pc:docMk/>
            <pc:sldMk cId="4047590954" sldId="262"/>
            <ac:picMk id="5" creationId="{0C9C7B39-6371-2418-9ABA-0DC02E2C98EC}"/>
          </ac:picMkLst>
        </pc:picChg>
      </pc:sldChg>
      <pc:sldChg chg="del">
        <pc:chgData name="Furen Huang" userId="5507ef534c9074aa" providerId="LiveId" clId="{FD4E5AA8-3414-402F-A92C-52734B9AA022}" dt="2025-09-23T04:04:21.580" v="57" actId="47"/>
        <pc:sldMkLst>
          <pc:docMk/>
          <pc:sldMk cId="0" sldId="263"/>
        </pc:sldMkLst>
      </pc:sldChg>
      <pc:sldChg chg="del">
        <pc:chgData name="Furen Huang" userId="5507ef534c9074aa" providerId="LiveId" clId="{FD4E5AA8-3414-402F-A92C-52734B9AA022}" dt="2025-09-23T04:04:32.174" v="58" actId="47"/>
        <pc:sldMkLst>
          <pc:docMk/>
          <pc:sldMk cId="0" sldId="264"/>
        </pc:sldMkLst>
      </pc:sldChg>
      <pc:sldChg chg="del">
        <pc:chgData name="Furen Huang" userId="5507ef534c9074aa" providerId="LiveId" clId="{FD4E5AA8-3414-402F-A92C-52734B9AA022}" dt="2025-09-23T04:04:32.174" v="58" actId="47"/>
        <pc:sldMkLst>
          <pc:docMk/>
          <pc:sldMk cId="0" sldId="265"/>
        </pc:sldMkLst>
      </pc:sldChg>
      <pc:sldChg chg="del">
        <pc:chgData name="Furen Huang" userId="5507ef534c9074aa" providerId="LiveId" clId="{FD4E5AA8-3414-402F-A92C-52734B9AA022}" dt="2025-09-23T04:04:32.174" v="58" actId="47"/>
        <pc:sldMkLst>
          <pc:docMk/>
          <pc:sldMk cId="0" sldId="266"/>
        </pc:sldMkLst>
      </pc:sldChg>
      <pc:sldChg chg="modSp del mod">
        <pc:chgData name="Furen Huang" userId="5507ef534c9074aa" providerId="LiveId" clId="{FD4E5AA8-3414-402F-A92C-52734B9AA022}" dt="2025-09-23T04:04:32.174" v="58" actId="47"/>
        <pc:sldMkLst>
          <pc:docMk/>
          <pc:sldMk cId="0" sldId="267"/>
        </pc:sldMkLst>
        <pc:spChg chg="mod">
          <ac:chgData name="Furen Huang" userId="5507ef534c9074aa" providerId="LiveId" clId="{FD4E5AA8-3414-402F-A92C-52734B9AA022}" dt="2025-09-23T03:57:30.226" v="3" actId="27636"/>
          <ac:spMkLst>
            <pc:docMk/>
            <pc:sldMk cId="0" sldId="267"/>
            <ac:spMk id="3" creationId="{00000000-0000-0000-0000-000000000000}"/>
          </ac:spMkLst>
        </pc:spChg>
      </pc:sldChg>
      <pc:sldChg chg="modSp del mod">
        <pc:chgData name="Furen Huang" userId="5507ef534c9074aa" providerId="LiveId" clId="{FD4E5AA8-3414-402F-A92C-52734B9AA022}" dt="2025-09-23T04:04:32.174" v="58" actId="47"/>
        <pc:sldMkLst>
          <pc:docMk/>
          <pc:sldMk cId="0" sldId="268"/>
        </pc:sldMkLst>
        <pc:spChg chg="mod">
          <ac:chgData name="Furen Huang" userId="5507ef534c9074aa" providerId="LiveId" clId="{FD4E5AA8-3414-402F-A92C-52734B9AA022}" dt="2025-09-23T03:57:30.255" v="4" actId="27636"/>
          <ac:spMkLst>
            <pc:docMk/>
            <pc:sldMk cId="0" sldId="268"/>
            <ac:spMk id="3" creationId="{00000000-0000-0000-0000-000000000000}"/>
          </ac:spMkLst>
        </pc:spChg>
      </pc:sldChg>
      <pc:sldChg chg="del">
        <pc:chgData name="Furen Huang" userId="5507ef534c9074aa" providerId="LiveId" clId="{FD4E5AA8-3414-402F-A92C-52734B9AA022}" dt="2025-09-23T04:04:32.174" v="58" actId="47"/>
        <pc:sldMkLst>
          <pc:docMk/>
          <pc:sldMk cId="0" sldId="269"/>
        </pc:sldMkLst>
      </pc:sldChg>
    </pc:docChg>
  </pc:docChgLst>
  <pc:docChgLst>
    <pc:chgData name="Furen Huang" userId="5507ef534c9074aa" providerId="LiveId" clId="{A101E18D-8A35-4049-9C41-3B1BF7773465}"/>
    <pc:docChg chg="undo custSel modSld">
      <pc:chgData name="Furen Huang" userId="5507ef534c9074aa" providerId="LiveId" clId="{A101E18D-8A35-4049-9C41-3B1BF7773465}" dt="2025-06-26T18:02:13.388" v="34" actId="26606"/>
      <pc:docMkLst>
        <pc:docMk/>
      </pc:docMkLst>
      <pc:sldChg chg="addSp delSp modSp mod setBg addAnim">
        <pc:chgData name="Furen Huang" userId="5507ef534c9074aa" providerId="LiveId" clId="{A101E18D-8A35-4049-9C41-3B1BF7773465}" dt="2025-06-26T17:40:56.734" v="25" actId="26606"/>
        <pc:sldMkLst>
          <pc:docMk/>
          <pc:sldMk cId="0" sldId="256"/>
        </pc:sldMkLst>
      </pc:sldChg>
      <pc:sldChg chg="addSp delSp modSp mod setBg">
        <pc:chgData name="Furen Huang" userId="5507ef534c9074aa" providerId="LiveId" clId="{A101E18D-8A35-4049-9C41-3B1BF7773465}" dt="2025-06-26T17:41:10.288" v="26" actId="26606"/>
        <pc:sldMkLst>
          <pc:docMk/>
          <pc:sldMk cId="0" sldId="257"/>
        </pc:sldMkLst>
      </pc:sldChg>
      <pc:sldChg chg="addSp delSp modSp mod setBg">
        <pc:chgData name="Furen Huang" userId="5507ef534c9074aa" providerId="LiveId" clId="{A101E18D-8A35-4049-9C41-3B1BF7773465}" dt="2025-06-26T17:41:17.010" v="27" actId="26606"/>
        <pc:sldMkLst>
          <pc:docMk/>
          <pc:sldMk cId="0" sldId="258"/>
        </pc:sldMkLst>
      </pc:sldChg>
      <pc:sldChg chg="addSp delSp modSp mod setBg">
        <pc:chgData name="Furen Huang" userId="5507ef534c9074aa" providerId="LiveId" clId="{A101E18D-8A35-4049-9C41-3B1BF7773465}" dt="2025-06-26T17:41:29.148" v="28" actId="26606"/>
        <pc:sldMkLst>
          <pc:docMk/>
          <pc:sldMk cId="0" sldId="259"/>
        </pc:sldMkLst>
      </pc:sldChg>
      <pc:sldChg chg="addSp delSp modSp mod setBg">
        <pc:chgData name="Furen Huang" userId="5507ef534c9074aa" providerId="LiveId" clId="{A101E18D-8A35-4049-9C41-3B1BF7773465}" dt="2025-06-26T17:41:34.814" v="29" actId="26606"/>
        <pc:sldMkLst>
          <pc:docMk/>
          <pc:sldMk cId="0" sldId="260"/>
        </pc:sldMkLst>
      </pc:sldChg>
      <pc:sldChg chg="addSp delSp modSp mod setBg">
        <pc:chgData name="Furen Huang" userId="5507ef534c9074aa" providerId="LiveId" clId="{A101E18D-8A35-4049-9C41-3B1BF7773465}" dt="2025-06-26T18:02:13.388" v="34" actId="26606"/>
        <pc:sldMkLst>
          <pc:docMk/>
          <pc:sldMk cId="0" sldId="261"/>
        </pc:sldMkLst>
      </pc:sldChg>
      <pc:sldChg chg="addSp delSp modSp mod setBg">
        <pc:chgData name="Furen Huang" userId="5507ef534c9074aa" providerId="LiveId" clId="{A101E18D-8A35-4049-9C41-3B1BF7773465}" dt="2025-06-26T17:41:52.270" v="30" actId="26606"/>
        <pc:sldMkLst>
          <pc:docMk/>
          <pc:sldMk cId="0" sldId="262"/>
        </pc:sldMkLst>
      </pc:sldChg>
      <pc:sldChg chg="addSp delSp modSp mod setBg">
        <pc:chgData name="Furen Huang" userId="5507ef534c9074aa" providerId="LiveId" clId="{A101E18D-8A35-4049-9C41-3B1BF7773465}" dt="2025-06-26T17:42:06.656" v="31" actId="26606"/>
        <pc:sldMkLst>
          <pc:docMk/>
          <pc:sldMk cId="0" sldId="263"/>
        </pc:sldMkLst>
      </pc:sldChg>
      <pc:sldChg chg="addSp delSp modSp mod setBg">
        <pc:chgData name="Furen Huang" userId="5507ef534c9074aa" providerId="LiveId" clId="{A101E18D-8A35-4049-9C41-3B1BF7773465}" dt="2025-06-26T17:40:31.680" v="22" actId="26606"/>
        <pc:sldMkLst>
          <pc:docMk/>
          <pc:sldMk cId="0" sldId="264"/>
        </pc:sldMkLst>
      </pc:sldChg>
      <pc:sldChg chg="addSp delSp modSp mod setBg">
        <pc:chgData name="Furen Huang" userId="5507ef534c9074aa" providerId="LiveId" clId="{A101E18D-8A35-4049-9C41-3B1BF7773465}" dt="2025-06-26T17:44:45.193" v="32" actId="26606"/>
        <pc:sldMkLst>
          <pc:docMk/>
          <pc:sldMk cId="0" sldId="265"/>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533CDA5-7151-480B-A9CE-8B6B2D2E13C3}"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85D65DCF-E95E-4BF7-946E-0EEB66A160E5}">
      <dgm:prSet custT="1"/>
      <dgm:spPr/>
      <dgm:t>
        <a:bodyPr/>
        <a:lstStyle/>
        <a:p>
          <a:r>
            <a:rPr lang="en-US" sz="1000" dirty="0"/>
            <a:t>1 in 3 older people in the UK feel lonely often.</a:t>
          </a:r>
        </a:p>
      </dgm:t>
    </dgm:pt>
    <dgm:pt modelId="{88B900A0-AB46-4951-8B37-8AD29ADD0E5D}" type="parTrans" cxnId="{4A0EE91E-3855-4AA8-950E-7DE27C64E9EC}">
      <dgm:prSet/>
      <dgm:spPr/>
      <dgm:t>
        <a:bodyPr/>
        <a:lstStyle/>
        <a:p>
          <a:endParaRPr lang="en-US"/>
        </a:p>
      </dgm:t>
    </dgm:pt>
    <dgm:pt modelId="{B8B6040A-1A70-45EB-B6B5-195C90C46AA2}" type="sibTrans" cxnId="{4A0EE91E-3855-4AA8-950E-7DE27C64E9EC}">
      <dgm:prSet/>
      <dgm:spPr/>
      <dgm:t>
        <a:bodyPr/>
        <a:lstStyle/>
        <a:p>
          <a:endParaRPr lang="en-US"/>
        </a:p>
      </dgm:t>
    </dgm:pt>
    <dgm:pt modelId="{2B4CBCDA-7805-4EB2-842D-BFBAC7226F19}">
      <dgm:prSet custT="1"/>
      <dgm:spPr/>
      <dgm:t>
        <a:bodyPr/>
        <a:lstStyle/>
        <a:p>
          <a:r>
            <a:rPr lang="en-US" sz="1000" dirty="0"/>
            <a:t>Families lack structured opportunities to connect across generations.</a:t>
          </a:r>
        </a:p>
      </dgm:t>
    </dgm:pt>
    <dgm:pt modelId="{6857E9EF-71DE-412D-B65D-45D311B16A36}" type="parTrans" cxnId="{8BF2C703-10FE-4E89-8998-888B69A7DA54}">
      <dgm:prSet/>
      <dgm:spPr/>
      <dgm:t>
        <a:bodyPr/>
        <a:lstStyle/>
        <a:p>
          <a:endParaRPr lang="en-US"/>
        </a:p>
      </dgm:t>
    </dgm:pt>
    <dgm:pt modelId="{E9E4616F-C33F-4AE9-A7D2-8911F7685770}" type="sibTrans" cxnId="{8BF2C703-10FE-4E89-8998-888B69A7DA54}">
      <dgm:prSet/>
      <dgm:spPr/>
      <dgm:t>
        <a:bodyPr/>
        <a:lstStyle/>
        <a:p>
          <a:endParaRPr lang="en-US"/>
        </a:p>
      </dgm:t>
    </dgm:pt>
    <dgm:pt modelId="{C4B5686E-4833-405C-A528-3B73FC64949C}">
      <dgm:prSet custT="1"/>
      <dgm:spPr/>
      <dgm:t>
        <a:bodyPr/>
        <a:lstStyle/>
        <a:p>
          <a:endParaRPr lang="en-US" sz="1000" dirty="0"/>
        </a:p>
        <a:p>
          <a:r>
            <a:rPr lang="en-US" sz="1000" dirty="0"/>
            <a:t>Grandparents play a vital role, yet often feel disconnected or unsupported.</a:t>
          </a:r>
          <a:br>
            <a:rPr lang="en-US" sz="1000" dirty="0"/>
          </a:br>
          <a:endParaRPr lang="en-US" sz="1000" dirty="0"/>
        </a:p>
      </dgm:t>
    </dgm:pt>
    <dgm:pt modelId="{7F98A421-221B-4F92-A8AB-D66828032BB1}" type="parTrans" cxnId="{9D243761-CE3D-4BAA-BEEC-DE6F4BB92A7B}">
      <dgm:prSet/>
      <dgm:spPr/>
      <dgm:t>
        <a:bodyPr/>
        <a:lstStyle/>
        <a:p>
          <a:endParaRPr lang="en-US"/>
        </a:p>
      </dgm:t>
    </dgm:pt>
    <dgm:pt modelId="{B2AA14E7-8756-46BD-94BD-E84061681773}" type="sibTrans" cxnId="{9D243761-CE3D-4BAA-BEEC-DE6F4BB92A7B}">
      <dgm:prSet/>
      <dgm:spPr/>
      <dgm:t>
        <a:bodyPr/>
        <a:lstStyle/>
        <a:p>
          <a:endParaRPr lang="en-US"/>
        </a:p>
      </dgm:t>
    </dgm:pt>
    <dgm:pt modelId="{9F76C661-B165-4A95-8315-FDD73B6A10D6}" type="pres">
      <dgm:prSet presAssocID="{D533CDA5-7151-480B-A9CE-8B6B2D2E13C3}" presName="hierChild1" presStyleCnt="0">
        <dgm:presLayoutVars>
          <dgm:chPref val="1"/>
          <dgm:dir/>
          <dgm:animOne val="branch"/>
          <dgm:animLvl val="lvl"/>
          <dgm:resizeHandles/>
        </dgm:presLayoutVars>
      </dgm:prSet>
      <dgm:spPr/>
    </dgm:pt>
    <dgm:pt modelId="{56D4EA7F-70CD-4CAF-ACC8-EC5DA976837D}" type="pres">
      <dgm:prSet presAssocID="{85D65DCF-E95E-4BF7-946E-0EEB66A160E5}" presName="hierRoot1" presStyleCnt="0"/>
      <dgm:spPr/>
    </dgm:pt>
    <dgm:pt modelId="{99049748-E37A-4DF4-AA3D-CB0C49EC4916}" type="pres">
      <dgm:prSet presAssocID="{85D65DCF-E95E-4BF7-946E-0EEB66A160E5}" presName="composite" presStyleCnt="0"/>
      <dgm:spPr/>
    </dgm:pt>
    <dgm:pt modelId="{655321E4-BEC2-4F70-964B-8FFA674BBEF0}" type="pres">
      <dgm:prSet presAssocID="{85D65DCF-E95E-4BF7-946E-0EEB66A160E5}" presName="background" presStyleLbl="node0" presStyleIdx="0" presStyleCnt="3"/>
      <dgm:spPr/>
    </dgm:pt>
    <dgm:pt modelId="{08F0A370-0A60-4DC9-A21B-BC16AA36E509}" type="pres">
      <dgm:prSet presAssocID="{85D65DCF-E95E-4BF7-946E-0EEB66A160E5}" presName="text" presStyleLbl="fgAcc0" presStyleIdx="0" presStyleCnt="3">
        <dgm:presLayoutVars>
          <dgm:chPref val="3"/>
        </dgm:presLayoutVars>
      </dgm:prSet>
      <dgm:spPr/>
    </dgm:pt>
    <dgm:pt modelId="{06DECB38-E9BA-46B8-9745-12569F93BCED}" type="pres">
      <dgm:prSet presAssocID="{85D65DCF-E95E-4BF7-946E-0EEB66A160E5}" presName="hierChild2" presStyleCnt="0"/>
      <dgm:spPr/>
    </dgm:pt>
    <dgm:pt modelId="{CFA72DE4-3B13-4F68-8FFD-60871612433D}" type="pres">
      <dgm:prSet presAssocID="{2B4CBCDA-7805-4EB2-842D-BFBAC7226F19}" presName="hierRoot1" presStyleCnt="0"/>
      <dgm:spPr/>
    </dgm:pt>
    <dgm:pt modelId="{C1575D44-2F09-4C7B-8D62-5A1BF942AC77}" type="pres">
      <dgm:prSet presAssocID="{2B4CBCDA-7805-4EB2-842D-BFBAC7226F19}" presName="composite" presStyleCnt="0"/>
      <dgm:spPr/>
    </dgm:pt>
    <dgm:pt modelId="{69450BA9-66FD-4EC9-BAFB-E7B5CDD299EA}" type="pres">
      <dgm:prSet presAssocID="{2B4CBCDA-7805-4EB2-842D-BFBAC7226F19}" presName="background" presStyleLbl="node0" presStyleIdx="1" presStyleCnt="3"/>
      <dgm:spPr/>
    </dgm:pt>
    <dgm:pt modelId="{96B6C89D-E77D-4E70-B8B7-138B7021FB91}" type="pres">
      <dgm:prSet presAssocID="{2B4CBCDA-7805-4EB2-842D-BFBAC7226F19}" presName="text" presStyleLbl="fgAcc0" presStyleIdx="1" presStyleCnt="3">
        <dgm:presLayoutVars>
          <dgm:chPref val="3"/>
        </dgm:presLayoutVars>
      </dgm:prSet>
      <dgm:spPr/>
    </dgm:pt>
    <dgm:pt modelId="{32D21D2A-9185-4904-9C01-B6AFE45E9405}" type="pres">
      <dgm:prSet presAssocID="{2B4CBCDA-7805-4EB2-842D-BFBAC7226F19}" presName="hierChild2" presStyleCnt="0"/>
      <dgm:spPr/>
    </dgm:pt>
    <dgm:pt modelId="{F6D5AED1-AA7A-423A-9A42-0446F65E2017}" type="pres">
      <dgm:prSet presAssocID="{C4B5686E-4833-405C-A528-3B73FC64949C}" presName="hierRoot1" presStyleCnt="0"/>
      <dgm:spPr/>
    </dgm:pt>
    <dgm:pt modelId="{73EC362D-D5C5-40D2-98D2-315CB4238F96}" type="pres">
      <dgm:prSet presAssocID="{C4B5686E-4833-405C-A528-3B73FC64949C}" presName="composite" presStyleCnt="0"/>
      <dgm:spPr/>
    </dgm:pt>
    <dgm:pt modelId="{36FA4709-9BCB-4EED-936F-0F2398530AD9}" type="pres">
      <dgm:prSet presAssocID="{C4B5686E-4833-405C-A528-3B73FC64949C}" presName="background" presStyleLbl="node0" presStyleIdx="2" presStyleCnt="3"/>
      <dgm:spPr/>
    </dgm:pt>
    <dgm:pt modelId="{3F76D3B6-42D8-4401-B2C9-A5E9117E3596}" type="pres">
      <dgm:prSet presAssocID="{C4B5686E-4833-405C-A528-3B73FC64949C}" presName="text" presStyleLbl="fgAcc0" presStyleIdx="2" presStyleCnt="3">
        <dgm:presLayoutVars>
          <dgm:chPref val="3"/>
        </dgm:presLayoutVars>
      </dgm:prSet>
      <dgm:spPr/>
    </dgm:pt>
    <dgm:pt modelId="{75AE5CDA-1975-4B68-B313-188FE67DEA1F}" type="pres">
      <dgm:prSet presAssocID="{C4B5686E-4833-405C-A528-3B73FC64949C}" presName="hierChild2" presStyleCnt="0"/>
      <dgm:spPr/>
    </dgm:pt>
  </dgm:ptLst>
  <dgm:cxnLst>
    <dgm:cxn modelId="{8BF2C703-10FE-4E89-8998-888B69A7DA54}" srcId="{D533CDA5-7151-480B-A9CE-8B6B2D2E13C3}" destId="{2B4CBCDA-7805-4EB2-842D-BFBAC7226F19}" srcOrd="1" destOrd="0" parTransId="{6857E9EF-71DE-412D-B65D-45D311B16A36}" sibTransId="{E9E4616F-C33F-4AE9-A7D2-8911F7685770}"/>
    <dgm:cxn modelId="{4A0EE91E-3855-4AA8-950E-7DE27C64E9EC}" srcId="{D533CDA5-7151-480B-A9CE-8B6B2D2E13C3}" destId="{85D65DCF-E95E-4BF7-946E-0EEB66A160E5}" srcOrd="0" destOrd="0" parTransId="{88B900A0-AB46-4951-8B37-8AD29ADD0E5D}" sibTransId="{B8B6040A-1A70-45EB-B6B5-195C90C46AA2}"/>
    <dgm:cxn modelId="{9D243761-CE3D-4BAA-BEEC-DE6F4BB92A7B}" srcId="{D533CDA5-7151-480B-A9CE-8B6B2D2E13C3}" destId="{C4B5686E-4833-405C-A528-3B73FC64949C}" srcOrd="2" destOrd="0" parTransId="{7F98A421-221B-4F92-A8AB-D66828032BB1}" sibTransId="{B2AA14E7-8756-46BD-94BD-E84061681773}"/>
    <dgm:cxn modelId="{100A0C77-20FB-4CED-A721-715FB2913089}" type="presOf" srcId="{85D65DCF-E95E-4BF7-946E-0EEB66A160E5}" destId="{08F0A370-0A60-4DC9-A21B-BC16AA36E509}" srcOrd="0" destOrd="0" presId="urn:microsoft.com/office/officeart/2005/8/layout/hierarchy1"/>
    <dgm:cxn modelId="{2CC8777C-94F0-4069-BAD5-1F39A36F466C}" type="presOf" srcId="{2B4CBCDA-7805-4EB2-842D-BFBAC7226F19}" destId="{96B6C89D-E77D-4E70-B8B7-138B7021FB91}" srcOrd="0" destOrd="0" presId="urn:microsoft.com/office/officeart/2005/8/layout/hierarchy1"/>
    <dgm:cxn modelId="{A94D3799-097C-49C6-A147-C66E0B923731}" type="presOf" srcId="{D533CDA5-7151-480B-A9CE-8B6B2D2E13C3}" destId="{9F76C661-B165-4A95-8315-FDD73B6A10D6}" srcOrd="0" destOrd="0" presId="urn:microsoft.com/office/officeart/2005/8/layout/hierarchy1"/>
    <dgm:cxn modelId="{8D94A1C9-3D68-4D22-8CFC-0CDE533EF8EB}" type="presOf" srcId="{C4B5686E-4833-405C-A528-3B73FC64949C}" destId="{3F76D3B6-42D8-4401-B2C9-A5E9117E3596}" srcOrd="0" destOrd="0" presId="urn:microsoft.com/office/officeart/2005/8/layout/hierarchy1"/>
    <dgm:cxn modelId="{FCE45863-C930-4243-8ED0-4707928D5DF0}" type="presParOf" srcId="{9F76C661-B165-4A95-8315-FDD73B6A10D6}" destId="{56D4EA7F-70CD-4CAF-ACC8-EC5DA976837D}" srcOrd="0" destOrd="0" presId="urn:microsoft.com/office/officeart/2005/8/layout/hierarchy1"/>
    <dgm:cxn modelId="{6A417265-FD3F-431D-A56E-9267D0CB9C4C}" type="presParOf" srcId="{56D4EA7F-70CD-4CAF-ACC8-EC5DA976837D}" destId="{99049748-E37A-4DF4-AA3D-CB0C49EC4916}" srcOrd="0" destOrd="0" presId="urn:microsoft.com/office/officeart/2005/8/layout/hierarchy1"/>
    <dgm:cxn modelId="{FCFE5EE4-4089-4960-A21E-A574C5096187}" type="presParOf" srcId="{99049748-E37A-4DF4-AA3D-CB0C49EC4916}" destId="{655321E4-BEC2-4F70-964B-8FFA674BBEF0}" srcOrd="0" destOrd="0" presId="urn:microsoft.com/office/officeart/2005/8/layout/hierarchy1"/>
    <dgm:cxn modelId="{D2219E88-DB52-40CA-84FB-A9CE200AF672}" type="presParOf" srcId="{99049748-E37A-4DF4-AA3D-CB0C49EC4916}" destId="{08F0A370-0A60-4DC9-A21B-BC16AA36E509}" srcOrd="1" destOrd="0" presId="urn:microsoft.com/office/officeart/2005/8/layout/hierarchy1"/>
    <dgm:cxn modelId="{088DE889-C376-4A3C-A0E2-17A564D4CD7D}" type="presParOf" srcId="{56D4EA7F-70CD-4CAF-ACC8-EC5DA976837D}" destId="{06DECB38-E9BA-46B8-9745-12569F93BCED}" srcOrd="1" destOrd="0" presId="urn:microsoft.com/office/officeart/2005/8/layout/hierarchy1"/>
    <dgm:cxn modelId="{0526DC97-CF46-45B9-B0F3-E06606210C36}" type="presParOf" srcId="{9F76C661-B165-4A95-8315-FDD73B6A10D6}" destId="{CFA72DE4-3B13-4F68-8FFD-60871612433D}" srcOrd="1" destOrd="0" presId="urn:microsoft.com/office/officeart/2005/8/layout/hierarchy1"/>
    <dgm:cxn modelId="{7520B341-0CCF-40DC-A2A7-555E8D38DD66}" type="presParOf" srcId="{CFA72DE4-3B13-4F68-8FFD-60871612433D}" destId="{C1575D44-2F09-4C7B-8D62-5A1BF942AC77}" srcOrd="0" destOrd="0" presId="urn:microsoft.com/office/officeart/2005/8/layout/hierarchy1"/>
    <dgm:cxn modelId="{E956E5BC-78C9-4D44-BEAB-07D39F444912}" type="presParOf" srcId="{C1575D44-2F09-4C7B-8D62-5A1BF942AC77}" destId="{69450BA9-66FD-4EC9-BAFB-E7B5CDD299EA}" srcOrd="0" destOrd="0" presId="urn:microsoft.com/office/officeart/2005/8/layout/hierarchy1"/>
    <dgm:cxn modelId="{5AE16DD3-0DEA-47A2-ACBA-185B16BFC30F}" type="presParOf" srcId="{C1575D44-2F09-4C7B-8D62-5A1BF942AC77}" destId="{96B6C89D-E77D-4E70-B8B7-138B7021FB91}" srcOrd="1" destOrd="0" presId="urn:microsoft.com/office/officeart/2005/8/layout/hierarchy1"/>
    <dgm:cxn modelId="{D9778425-B5D6-4261-BB2D-296742E7094E}" type="presParOf" srcId="{CFA72DE4-3B13-4F68-8FFD-60871612433D}" destId="{32D21D2A-9185-4904-9C01-B6AFE45E9405}" srcOrd="1" destOrd="0" presId="urn:microsoft.com/office/officeart/2005/8/layout/hierarchy1"/>
    <dgm:cxn modelId="{4E9D3EC9-8124-4AE1-97C9-A4DF32E4D229}" type="presParOf" srcId="{9F76C661-B165-4A95-8315-FDD73B6A10D6}" destId="{F6D5AED1-AA7A-423A-9A42-0446F65E2017}" srcOrd="2" destOrd="0" presId="urn:microsoft.com/office/officeart/2005/8/layout/hierarchy1"/>
    <dgm:cxn modelId="{BF26B29E-3B43-46AE-BA60-CB456D4BA3F1}" type="presParOf" srcId="{F6D5AED1-AA7A-423A-9A42-0446F65E2017}" destId="{73EC362D-D5C5-40D2-98D2-315CB4238F96}" srcOrd="0" destOrd="0" presId="urn:microsoft.com/office/officeart/2005/8/layout/hierarchy1"/>
    <dgm:cxn modelId="{A615923D-B24A-418B-98EE-2F8278FF7DD1}" type="presParOf" srcId="{73EC362D-D5C5-40D2-98D2-315CB4238F96}" destId="{36FA4709-9BCB-4EED-936F-0F2398530AD9}" srcOrd="0" destOrd="0" presId="urn:microsoft.com/office/officeart/2005/8/layout/hierarchy1"/>
    <dgm:cxn modelId="{1149B836-13C3-49AB-8300-F673C1BB95F0}" type="presParOf" srcId="{73EC362D-D5C5-40D2-98D2-315CB4238F96}" destId="{3F76D3B6-42D8-4401-B2C9-A5E9117E3596}" srcOrd="1" destOrd="0" presId="urn:microsoft.com/office/officeart/2005/8/layout/hierarchy1"/>
    <dgm:cxn modelId="{F118D949-CE56-47B9-8DC0-B1DE9F2F0905}" type="presParOf" srcId="{F6D5AED1-AA7A-423A-9A42-0446F65E2017}" destId="{75AE5CDA-1975-4B68-B313-188FE67DEA1F}" srcOrd="1" destOrd="0" presId="urn:microsoft.com/office/officeart/2005/8/layout/hierarchy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5321E4-BEC2-4F70-964B-8FFA674BBEF0}">
      <dsp:nvSpPr>
        <dsp:cNvPr id="0" name=""/>
        <dsp:cNvSpPr/>
      </dsp:nvSpPr>
      <dsp:spPr>
        <a:xfrm>
          <a:off x="0" y="871141"/>
          <a:ext cx="1197338" cy="76031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8F0A370-0A60-4DC9-A21B-BC16AA36E509}">
      <dsp:nvSpPr>
        <dsp:cNvPr id="0" name=""/>
        <dsp:cNvSpPr/>
      </dsp:nvSpPr>
      <dsp:spPr>
        <a:xfrm>
          <a:off x="133037" y="997527"/>
          <a:ext cx="1197338" cy="760310"/>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1 in 3 older people in the UK feel lonely often.</a:t>
          </a:r>
        </a:p>
      </dsp:txBody>
      <dsp:txXfrm>
        <a:off x="155306" y="1019796"/>
        <a:ext cx="1152800" cy="715772"/>
      </dsp:txXfrm>
    </dsp:sp>
    <dsp:sp modelId="{69450BA9-66FD-4EC9-BAFB-E7B5CDD299EA}">
      <dsp:nvSpPr>
        <dsp:cNvPr id="0" name=""/>
        <dsp:cNvSpPr/>
      </dsp:nvSpPr>
      <dsp:spPr>
        <a:xfrm>
          <a:off x="1463414" y="871141"/>
          <a:ext cx="1197338" cy="76031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6B6C89D-E77D-4E70-B8B7-138B7021FB91}">
      <dsp:nvSpPr>
        <dsp:cNvPr id="0" name=""/>
        <dsp:cNvSpPr/>
      </dsp:nvSpPr>
      <dsp:spPr>
        <a:xfrm>
          <a:off x="1596451" y="997527"/>
          <a:ext cx="1197338" cy="760310"/>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Families lack structured opportunities to connect across generations.</a:t>
          </a:r>
        </a:p>
      </dsp:txBody>
      <dsp:txXfrm>
        <a:off x="1618720" y="1019796"/>
        <a:ext cx="1152800" cy="715772"/>
      </dsp:txXfrm>
    </dsp:sp>
    <dsp:sp modelId="{36FA4709-9BCB-4EED-936F-0F2398530AD9}">
      <dsp:nvSpPr>
        <dsp:cNvPr id="0" name=""/>
        <dsp:cNvSpPr/>
      </dsp:nvSpPr>
      <dsp:spPr>
        <a:xfrm>
          <a:off x="2926828" y="871141"/>
          <a:ext cx="1197338" cy="76031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F76D3B6-42D8-4401-B2C9-A5E9117E3596}">
      <dsp:nvSpPr>
        <dsp:cNvPr id="0" name=""/>
        <dsp:cNvSpPr/>
      </dsp:nvSpPr>
      <dsp:spPr>
        <a:xfrm>
          <a:off x="3059866" y="997527"/>
          <a:ext cx="1197338" cy="760310"/>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endParaRPr lang="en-US" sz="1000" kern="1200" dirty="0"/>
        </a:p>
        <a:p>
          <a:pPr marL="0" lvl="0" indent="0" algn="ctr" defTabSz="444500">
            <a:lnSpc>
              <a:spcPct val="90000"/>
            </a:lnSpc>
            <a:spcBef>
              <a:spcPct val="0"/>
            </a:spcBef>
            <a:spcAft>
              <a:spcPct val="35000"/>
            </a:spcAft>
            <a:buNone/>
          </a:pPr>
          <a:r>
            <a:rPr lang="en-US" sz="1000" kern="1200" dirty="0"/>
            <a:t>Grandparents play a vital role, yet often feel disconnected or unsupported.</a:t>
          </a:r>
          <a:br>
            <a:rPr lang="en-US" sz="1000" kern="1200" dirty="0"/>
          </a:br>
          <a:endParaRPr lang="en-US" sz="1000" kern="1200" dirty="0"/>
        </a:p>
      </dsp:txBody>
      <dsp:txXfrm>
        <a:off x="3082135" y="1019796"/>
        <a:ext cx="1152800" cy="715772"/>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4.jpeg"/><Relationship Id="rId7" Type="http://schemas.openxmlformats.org/officeDocument/2006/relationships/diagramColors" Target="../diagrams/colors1.xml"/><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A9120B09-F6CA-437E-B1DE-587311BBBA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73" name="Rectangle 72">
            <a:extLst>
              <a:ext uri="{FF2B5EF4-FFF2-40B4-BE49-F238E27FC236}">
                <a16:creationId xmlns:a16="http://schemas.microsoft.com/office/drawing/2014/main" id="{A3473CF9-37EB-43E7-89EF-D2D1C53D1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27711" y="4638503"/>
            <a:ext cx="6288577" cy="1332634"/>
          </a:xfrm>
          <a:prstGeom prst="rect">
            <a:avLst/>
          </a:prstGeom>
          <a:ln w="12700">
            <a:solidFill>
              <a:srgbClr val="DEDEDE"/>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5" name="Rectangle: Rounded Corners 74">
            <a:extLst>
              <a:ext uri="{FF2B5EF4-FFF2-40B4-BE49-F238E27FC236}">
                <a16:creationId xmlns:a16="http://schemas.microsoft.com/office/drawing/2014/main" id="{586B4EF9-43BA-4655-A6FF-1D8E21574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2332" y="5628237"/>
            <a:ext cx="5419335"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a:ea typeface="+mn-ea"/>
              <a:cs typeface="+mn-cs"/>
            </a:endParaRPr>
          </a:p>
        </p:txBody>
      </p:sp>
      <p:sp>
        <p:nvSpPr>
          <p:cNvPr id="3" name="Subtitle 2"/>
          <p:cNvSpPr>
            <a:spLocks noGrp="1"/>
          </p:cNvSpPr>
          <p:nvPr>
            <p:ph type="subTitle" idx="1"/>
          </p:nvPr>
        </p:nvSpPr>
        <p:spPr>
          <a:xfrm>
            <a:off x="1961803" y="5680637"/>
            <a:ext cx="5220393" cy="598516"/>
          </a:xfrm>
        </p:spPr>
        <p:txBody>
          <a:bodyPr anchor="ctr">
            <a:normAutofit/>
          </a:bodyPr>
          <a:lstStyle/>
          <a:p>
            <a:r>
              <a:rPr lang="en-GB" sz="1700" dirty="0">
                <a:solidFill>
                  <a:schemeClr val="bg1"/>
                </a:solidFill>
              </a:rPr>
              <a:t>www.granhub.co.uk | info@synergysolution.co.uk</a:t>
            </a:r>
          </a:p>
        </p:txBody>
      </p:sp>
      <p:pic>
        <p:nvPicPr>
          <p:cNvPr id="5" name="Picture 4">
            <a:extLst>
              <a:ext uri="{FF2B5EF4-FFF2-40B4-BE49-F238E27FC236}">
                <a16:creationId xmlns:a16="http://schemas.microsoft.com/office/drawing/2014/main" id="{9DD60728-A25C-2E56-D90C-7608BE3B9AB5}"/>
              </a:ext>
            </a:extLst>
          </p:cNvPr>
          <p:cNvPicPr>
            <a:picLocks noChangeAspect="1"/>
          </p:cNvPicPr>
          <p:nvPr/>
        </p:nvPicPr>
        <p:blipFill>
          <a:blip r:embed="rId2"/>
          <a:stretch>
            <a:fillRect/>
          </a:stretch>
        </p:blipFill>
        <p:spPr>
          <a:xfrm>
            <a:off x="288868" y="1890110"/>
            <a:ext cx="4197096" cy="912868"/>
          </a:xfrm>
          <a:prstGeom prst="rect">
            <a:avLst/>
          </a:prstGeom>
        </p:spPr>
      </p:pic>
      <p:pic>
        <p:nvPicPr>
          <p:cNvPr id="4" name="Picture 3">
            <a:extLst>
              <a:ext uri="{FF2B5EF4-FFF2-40B4-BE49-F238E27FC236}">
                <a16:creationId xmlns:a16="http://schemas.microsoft.com/office/drawing/2014/main" id="{1D6E883F-228B-51BD-9B0C-FA32F29DCDF1}"/>
              </a:ext>
            </a:extLst>
          </p:cNvPr>
          <p:cNvPicPr>
            <a:picLocks noChangeAspect="1"/>
          </p:cNvPicPr>
          <p:nvPr/>
        </p:nvPicPr>
        <p:blipFill>
          <a:blip r:embed="rId3"/>
          <a:stretch>
            <a:fillRect/>
          </a:stretch>
        </p:blipFill>
        <p:spPr>
          <a:xfrm>
            <a:off x="4658035" y="1974052"/>
            <a:ext cx="4197096" cy="744984"/>
          </a:xfrm>
          <a:prstGeom prst="rect">
            <a:avLst/>
          </a:prstGeom>
        </p:spPr>
      </p:pic>
      <p:sp>
        <p:nvSpPr>
          <p:cNvPr id="6" name="Title 1">
            <a:extLst>
              <a:ext uri="{FF2B5EF4-FFF2-40B4-BE49-F238E27FC236}">
                <a16:creationId xmlns:a16="http://schemas.microsoft.com/office/drawing/2014/main" id="{E0CBE03C-9559-AFF1-5036-9847ED0B8053}"/>
              </a:ext>
            </a:extLst>
          </p:cNvPr>
          <p:cNvSpPr txBox="1">
            <a:spLocks/>
          </p:cNvSpPr>
          <p:nvPr/>
        </p:nvSpPr>
        <p:spPr>
          <a:xfrm>
            <a:off x="628650" y="4546598"/>
            <a:ext cx="7886700" cy="1325563"/>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GB" sz="2400" b="1" dirty="0">
                <a:solidFill>
                  <a:srgbClr val="434343"/>
                </a:solidFill>
              </a:rPr>
              <a:t>Membership &amp; Partnership Opportunities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wd">
                                    <p:tmPct val="15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3" name="Rectangle 1032">
            <a:extLst>
              <a:ext uri="{FF2B5EF4-FFF2-40B4-BE49-F238E27FC236}">
                <a16:creationId xmlns:a16="http://schemas.microsoft.com/office/drawing/2014/main" id="{231BF440-39FA-4087-84CC-2EEC0BBDAF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Senior MSenior Woman Suffering From Depression Looking Out Of Windowan Suffering From Depression Looking Out Of Window Senior Man Suffering From Depression Looking Out Of Window old man looking out window stock pictures, royalty-free photos &amp; images">
            <a:extLst>
              <a:ext uri="{FF2B5EF4-FFF2-40B4-BE49-F238E27FC236}">
                <a16:creationId xmlns:a16="http://schemas.microsoft.com/office/drawing/2014/main" id="{7E8F75D4-A3FC-6B0A-D3AA-47B55112E9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2" b="8035"/>
          <a:stretch>
            <a:fillRect/>
          </a:stretch>
        </p:blipFill>
        <p:spPr bwMode="auto">
          <a:xfrm>
            <a:off x="3662268" y="10"/>
            <a:ext cx="5481732" cy="3364982"/>
          </a:xfrm>
          <a:custGeom>
            <a:avLst/>
            <a:gdLst/>
            <a:ahLst/>
            <a:cxnLst/>
            <a:rect l="l" t="t" r="r" b="b"/>
            <a:pathLst>
              <a:path w="7308975" h="3364992">
                <a:moveTo>
                  <a:pt x="0" y="0"/>
                </a:moveTo>
                <a:lnTo>
                  <a:pt x="7308975" y="0"/>
                </a:lnTo>
                <a:lnTo>
                  <a:pt x="7308975" y="3364992"/>
                </a:lnTo>
                <a:lnTo>
                  <a:pt x="1210305" y="3364992"/>
                </a:lnTo>
                <a:lnTo>
                  <a:pt x="1192705" y="2943200"/>
                </a:lnTo>
                <a:cubicBezTo>
                  <a:pt x="1098874" y="1825108"/>
                  <a:pt x="684692" y="821621"/>
                  <a:pt x="62981" y="69271"/>
                </a:cubicBezTo>
                <a:close/>
              </a:path>
            </a:pathLst>
          </a:custGeom>
          <a:noFill/>
          <a:extLst>
            <a:ext uri="{909E8E84-426E-40DD-AFC4-6F175D3DCCD1}">
              <a14:hiddenFill xmlns:a14="http://schemas.microsoft.com/office/drawing/2010/main">
                <a:solidFill>
                  <a:srgbClr val="FFFFFF"/>
                </a:solidFill>
              </a14:hiddenFill>
            </a:ext>
          </a:extLst>
        </p:spPr>
      </p:pic>
      <p:pic>
        <p:nvPicPr>
          <p:cNvPr id="1028" name="Picture 4" descr="Family meeting Multi-generation family having a party in the back yard family gathering stock pictures, royalty-free photos &amp; images">
            <a:extLst>
              <a:ext uri="{FF2B5EF4-FFF2-40B4-BE49-F238E27FC236}">
                <a16:creationId xmlns:a16="http://schemas.microsoft.com/office/drawing/2014/main" id="{722A8FE3-5AFF-093E-8D86-06BC6A25D1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2" b="8034"/>
          <a:stretch>
            <a:fillRect/>
          </a:stretch>
        </p:blipFill>
        <p:spPr bwMode="auto">
          <a:xfrm>
            <a:off x="3662268" y="3493008"/>
            <a:ext cx="5481732" cy="3364992"/>
          </a:xfrm>
          <a:custGeom>
            <a:avLst/>
            <a:gdLst/>
            <a:ahLst/>
            <a:cxnLst/>
            <a:rect l="l" t="t" r="r" b="b"/>
            <a:pathLst>
              <a:path w="7308975" h="3364992">
                <a:moveTo>
                  <a:pt x="1210305" y="0"/>
                </a:moveTo>
                <a:lnTo>
                  <a:pt x="7308975" y="0"/>
                </a:lnTo>
                <a:lnTo>
                  <a:pt x="7308975" y="3364992"/>
                </a:lnTo>
                <a:lnTo>
                  <a:pt x="0" y="3364992"/>
                </a:lnTo>
                <a:lnTo>
                  <a:pt x="62981" y="3295722"/>
                </a:lnTo>
                <a:cubicBezTo>
                  <a:pt x="684692" y="2543371"/>
                  <a:pt x="1098874" y="1539884"/>
                  <a:pt x="1192705" y="421793"/>
                </a:cubicBezTo>
                <a:close/>
              </a:path>
            </a:pathLst>
          </a:custGeom>
          <a:noFill/>
          <a:extLst>
            <a:ext uri="{909E8E84-426E-40DD-AFC4-6F175D3DCCD1}">
              <a14:hiddenFill xmlns:a14="http://schemas.microsoft.com/office/drawing/2010/main">
                <a:solidFill>
                  <a:srgbClr val="FFFFFF"/>
                </a:solidFill>
              </a14:hiddenFill>
            </a:ext>
          </a:extLst>
        </p:spPr>
      </p:pic>
      <p:sp useBgFill="1">
        <p:nvSpPr>
          <p:cNvPr id="1035" name="Freeform: Shape 1034">
            <a:extLst>
              <a:ext uri="{FF2B5EF4-FFF2-40B4-BE49-F238E27FC236}">
                <a16:creationId xmlns:a16="http://schemas.microsoft.com/office/drawing/2014/main" id="{F04E4CBA-303B-48BD-8451-C2701CB0EE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custGeom>
            <a:avLst/>
            <a:gdLst>
              <a:gd name="connsiteX0" fmla="*/ 0 w 6096001"/>
              <a:gd name="connsiteY0" fmla="*/ 0 h 6858000"/>
              <a:gd name="connsiteX1" fmla="*/ 4883024 w 6096001"/>
              <a:gd name="connsiteY1" fmla="*/ 0 h 6858000"/>
              <a:gd name="connsiteX2" fmla="*/ 4946006 w 6096001"/>
              <a:gd name="connsiteY2" fmla="*/ 69271 h 6858000"/>
              <a:gd name="connsiteX3" fmla="*/ 6096001 w 6096001"/>
              <a:gd name="connsiteY3" fmla="*/ 3429000 h 6858000"/>
              <a:gd name="connsiteX4" fmla="*/ 4946006 w 6096001"/>
              <a:gd name="connsiteY4" fmla="*/ 6788730 h 6858000"/>
              <a:gd name="connsiteX5" fmla="*/ 4883024 w 6096001"/>
              <a:gd name="connsiteY5" fmla="*/ 6858000 h 6858000"/>
              <a:gd name="connsiteX6" fmla="*/ 0 w 609600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1" h="6858000">
                <a:moveTo>
                  <a:pt x="0" y="0"/>
                </a:moveTo>
                <a:lnTo>
                  <a:pt x="4883024" y="0"/>
                </a:lnTo>
                <a:lnTo>
                  <a:pt x="4946006" y="69271"/>
                </a:lnTo>
                <a:cubicBezTo>
                  <a:pt x="5656532" y="929100"/>
                  <a:pt x="6096001" y="2116944"/>
                  <a:pt x="6096001" y="3429000"/>
                </a:cubicBezTo>
                <a:cubicBezTo>
                  <a:pt x="6096001" y="4741056"/>
                  <a:pt x="5656532" y="5928900"/>
                  <a:pt x="4946006" y="6788730"/>
                </a:cubicBezTo>
                <a:lnTo>
                  <a:pt x="4883024" y="6858000"/>
                </a:lnTo>
                <a:lnTo>
                  <a:pt x="0" y="6858000"/>
                </a:lnTo>
                <a:close/>
              </a:path>
            </a:pathLst>
          </a:custGeom>
          <a:ln w="9525">
            <a:solidFill>
              <a:srgbClr val="EFEFEF"/>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37" name="Freeform: Shape 1036">
            <a:extLst>
              <a:ext uri="{FF2B5EF4-FFF2-40B4-BE49-F238E27FC236}">
                <a16:creationId xmlns:a16="http://schemas.microsoft.com/office/drawing/2014/main" id="{F6CA58B3-AFCC-4A40-9882-50D5080879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65499" cy="6858000"/>
          </a:xfrm>
          <a:custGeom>
            <a:avLst/>
            <a:gdLst>
              <a:gd name="connsiteX0" fmla="*/ 0 w 6087332"/>
              <a:gd name="connsiteY0" fmla="*/ 0 h 6858000"/>
              <a:gd name="connsiteX1" fmla="*/ 4874355 w 6087332"/>
              <a:gd name="connsiteY1" fmla="*/ 0 h 6858000"/>
              <a:gd name="connsiteX2" fmla="*/ 4937337 w 6087332"/>
              <a:gd name="connsiteY2" fmla="*/ 69271 h 6858000"/>
              <a:gd name="connsiteX3" fmla="*/ 6087332 w 6087332"/>
              <a:gd name="connsiteY3" fmla="*/ 3429000 h 6858000"/>
              <a:gd name="connsiteX4" fmla="*/ 4937337 w 6087332"/>
              <a:gd name="connsiteY4" fmla="*/ 6788730 h 6858000"/>
              <a:gd name="connsiteX5" fmla="*/ 4874355 w 6087332"/>
              <a:gd name="connsiteY5" fmla="*/ 6858000 h 6858000"/>
              <a:gd name="connsiteX6" fmla="*/ 0 w 608733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87332" h="6858000">
                <a:moveTo>
                  <a:pt x="0" y="0"/>
                </a:moveTo>
                <a:lnTo>
                  <a:pt x="4874355" y="0"/>
                </a:lnTo>
                <a:lnTo>
                  <a:pt x="4937337" y="69271"/>
                </a:lnTo>
                <a:cubicBezTo>
                  <a:pt x="5647863" y="929100"/>
                  <a:pt x="6087332" y="2116944"/>
                  <a:pt x="6087332" y="3429000"/>
                </a:cubicBezTo>
                <a:cubicBezTo>
                  <a:pt x="6087332" y="4741056"/>
                  <a:pt x="5647863" y="5928900"/>
                  <a:pt x="4937337" y="6788730"/>
                </a:cubicBezTo>
                <a:lnTo>
                  <a:pt x="4874355" y="6858000"/>
                </a:ln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 name="Title 1">
            <a:extLst>
              <a:ext uri="{FF2B5EF4-FFF2-40B4-BE49-F238E27FC236}">
                <a16:creationId xmlns:a16="http://schemas.microsoft.com/office/drawing/2014/main" id="{B216F4E0-233F-3F4B-33CC-37DDA90E4D97}"/>
              </a:ext>
            </a:extLst>
          </p:cNvPr>
          <p:cNvSpPr>
            <a:spLocks noGrp="1"/>
          </p:cNvSpPr>
          <p:nvPr>
            <p:ph type="title"/>
          </p:nvPr>
        </p:nvSpPr>
        <p:spPr>
          <a:xfrm>
            <a:off x="-752827" y="908329"/>
            <a:ext cx="5958956" cy="1243584"/>
          </a:xfrm>
        </p:spPr>
        <p:txBody>
          <a:bodyPr>
            <a:normAutofit/>
          </a:bodyPr>
          <a:lstStyle/>
          <a:p>
            <a:r>
              <a:rPr lang="en-US" sz="3400" b="1" dirty="0">
                <a:solidFill>
                  <a:srgbClr val="FF9E80"/>
                </a:solidFill>
                <a:latin typeface="Alasassy Caps" panose="020F0502020204030204" pitchFamily="2" charset="0"/>
              </a:rPr>
              <a:t>Why                   Matters</a:t>
            </a:r>
            <a:endParaRPr lang="en-GB" sz="3400" b="1" dirty="0">
              <a:solidFill>
                <a:srgbClr val="FF9E80"/>
              </a:solidFill>
              <a:latin typeface="Alasassy Caps" panose="020F0502020204030204" pitchFamily="2" charset="0"/>
            </a:endParaRPr>
          </a:p>
        </p:txBody>
      </p:sp>
      <p:sp>
        <p:nvSpPr>
          <p:cNvPr id="1039" name="Rectangle 1038">
            <a:extLst>
              <a:ext uri="{FF2B5EF4-FFF2-40B4-BE49-F238E27FC236}">
                <a16:creationId xmlns:a16="http://schemas.microsoft.com/office/drawing/2014/main" id="{75C56826-D4E5-42ED-8529-079651CB30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52144"/>
            <a:ext cx="96012"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useBgFill="1">
        <p:nvSpPr>
          <p:cNvPr id="1041" name="Rectangle 1040">
            <a:extLst>
              <a:ext uri="{FF2B5EF4-FFF2-40B4-BE49-F238E27FC236}">
                <a16:creationId xmlns:a16="http://schemas.microsoft.com/office/drawing/2014/main" id="{82095FCE-EF05-4443-B97A-85DEE3A5CA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7158" y="2194560"/>
            <a:ext cx="3669030" cy="18288"/>
          </a:xfrm>
          <a:prstGeom prst="rect">
            <a:avLst/>
          </a:prstGeom>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43" name="Rectangle 1042">
            <a:extLst>
              <a:ext uri="{FF2B5EF4-FFF2-40B4-BE49-F238E27FC236}">
                <a16:creationId xmlns:a16="http://schemas.microsoft.com/office/drawing/2014/main" id="{CA00AE6B-AA30-4CF8-BA6F-339B780AD7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7158" y="2194560"/>
            <a:ext cx="366903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1045" name="Content Placeholder 2">
            <a:extLst>
              <a:ext uri="{FF2B5EF4-FFF2-40B4-BE49-F238E27FC236}">
                <a16:creationId xmlns:a16="http://schemas.microsoft.com/office/drawing/2014/main" id="{DC467A4D-2FFF-9402-96B5-2FD9FFA9DB6E}"/>
              </a:ext>
            </a:extLst>
          </p:cNvPr>
          <p:cNvGraphicFramePr>
            <a:graphicFrameLocks noGrp="1"/>
          </p:cNvGraphicFramePr>
          <p:nvPr>
            <p:ph idx="1"/>
            <p:extLst>
              <p:ext uri="{D42A27DB-BD31-4B8C-83A1-F6EECF244321}">
                <p14:modId xmlns:p14="http://schemas.microsoft.com/office/powerpoint/2010/main" val="1350424560"/>
              </p:ext>
            </p:extLst>
          </p:nvPr>
        </p:nvGraphicFramePr>
        <p:xfrm>
          <a:off x="98048" y="2212847"/>
          <a:ext cx="4257205" cy="262897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4" name="Picture 3">
            <a:extLst>
              <a:ext uri="{FF2B5EF4-FFF2-40B4-BE49-F238E27FC236}">
                <a16:creationId xmlns:a16="http://schemas.microsoft.com/office/drawing/2014/main" id="{858167DD-96BC-D1F7-BADA-B9ADCB6C601D}"/>
              </a:ext>
            </a:extLst>
          </p:cNvPr>
          <p:cNvPicPr>
            <a:picLocks noChangeAspect="1"/>
          </p:cNvPicPr>
          <p:nvPr/>
        </p:nvPicPr>
        <p:blipFill>
          <a:blip r:embed="rId9"/>
          <a:stretch>
            <a:fillRect/>
          </a:stretch>
        </p:blipFill>
        <p:spPr>
          <a:xfrm>
            <a:off x="868871" y="1281586"/>
            <a:ext cx="2132738" cy="463871"/>
          </a:xfrm>
          <a:prstGeom prst="rect">
            <a:avLst/>
          </a:prstGeom>
        </p:spPr>
      </p:pic>
      <p:sp>
        <p:nvSpPr>
          <p:cNvPr id="7" name="TextBox 6">
            <a:extLst>
              <a:ext uri="{FF2B5EF4-FFF2-40B4-BE49-F238E27FC236}">
                <a16:creationId xmlns:a16="http://schemas.microsoft.com/office/drawing/2014/main" id="{AAEACFD6-580C-BE54-64F9-65BF8263D066}"/>
              </a:ext>
            </a:extLst>
          </p:cNvPr>
          <p:cNvSpPr txBox="1"/>
          <p:nvPr/>
        </p:nvSpPr>
        <p:spPr>
          <a:xfrm>
            <a:off x="154147" y="3824419"/>
            <a:ext cx="3960654" cy="2046714"/>
          </a:xfrm>
          <a:prstGeom prst="rect">
            <a:avLst/>
          </a:prstGeom>
          <a:noFill/>
        </p:spPr>
        <p:txBody>
          <a:bodyPr wrap="square">
            <a:spAutoFit/>
          </a:bodyPr>
          <a:lstStyle/>
          <a:p>
            <a:pPr algn="just"/>
            <a:br>
              <a:rPr lang="en-US" dirty="0"/>
            </a:br>
            <a:r>
              <a:rPr lang="en-US" sz="2400" b="1" dirty="0" err="1">
                <a:solidFill>
                  <a:srgbClr val="FF9E80"/>
                </a:solidFill>
              </a:rPr>
              <a:t>Granhub’s</a:t>
            </a:r>
            <a:r>
              <a:rPr lang="en-US" sz="2400" b="1" dirty="0">
                <a:solidFill>
                  <a:srgbClr val="FF9E80"/>
                </a:solidFill>
              </a:rPr>
              <a:t> Mission: </a:t>
            </a:r>
          </a:p>
          <a:p>
            <a:pPr algn="just"/>
            <a:r>
              <a:rPr lang="en-US" sz="1700" dirty="0"/>
              <a:t>To create A world where generations are connected, valued, and thriving together with meaningful experiences, resources, and communities that bridge the gap between grandparents and grandchildren.</a:t>
            </a:r>
            <a:endParaRPr lang="en-GB" sz="1700" dirty="0"/>
          </a:p>
        </p:txBody>
      </p:sp>
      <p:sp>
        <p:nvSpPr>
          <p:cNvPr id="9" name="TextBox 8">
            <a:extLst>
              <a:ext uri="{FF2B5EF4-FFF2-40B4-BE49-F238E27FC236}">
                <a16:creationId xmlns:a16="http://schemas.microsoft.com/office/drawing/2014/main" id="{7A439F47-F941-6353-F06D-59EA4DD2DFE0}"/>
              </a:ext>
            </a:extLst>
          </p:cNvPr>
          <p:cNvSpPr txBox="1"/>
          <p:nvPr/>
        </p:nvSpPr>
        <p:spPr>
          <a:xfrm>
            <a:off x="1016886" y="6558719"/>
            <a:ext cx="4947856" cy="276999"/>
          </a:xfrm>
          <a:prstGeom prst="rect">
            <a:avLst/>
          </a:prstGeom>
          <a:noFill/>
        </p:spPr>
        <p:txBody>
          <a:bodyPr wrap="square">
            <a:spAutoFit/>
          </a:bodyPr>
          <a:lstStyle/>
          <a:p>
            <a:r>
              <a:rPr lang="en-GB" sz="1200" dirty="0">
                <a:solidFill>
                  <a:schemeClr val="tx1">
                    <a:lumMod val="75000"/>
                    <a:lumOff val="25000"/>
                  </a:schemeClr>
                </a:solidFill>
              </a:rPr>
              <a:t>www.granhub.co.uk </a:t>
            </a:r>
          </a:p>
        </p:txBody>
      </p:sp>
    </p:spTree>
    <p:extLst>
      <p:ext uri="{BB962C8B-B14F-4D97-AF65-F5344CB8AC3E}">
        <p14:creationId xmlns:p14="http://schemas.microsoft.com/office/powerpoint/2010/main" val="18898036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8F7AFB9A-7364-478C-B48B-8523CDD9AE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9" name="Freeform: Shape 18">
            <a:extLst>
              <a:ext uri="{FF2B5EF4-FFF2-40B4-BE49-F238E27FC236}">
                <a16:creationId xmlns:a16="http://schemas.microsoft.com/office/drawing/2014/main" id="{36678033-86B6-40E6-BE90-78D8ED4E3A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custGeom>
            <a:avLst/>
            <a:gdLst>
              <a:gd name="connsiteX0" fmla="*/ 0 w 6096002"/>
              <a:gd name="connsiteY0" fmla="*/ 0 h 6858000"/>
              <a:gd name="connsiteX1" fmla="*/ 4885967 w 6096002"/>
              <a:gd name="connsiteY1" fmla="*/ 0 h 6858000"/>
              <a:gd name="connsiteX2" fmla="*/ 4946007 w 6096002"/>
              <a:gd name="connsiteY2" fmla="*/ 69271 h 6858000"/>
              <a:gd name="connsiteX3" fmla="*/ 6096002 w 6096002"/>
              <a:gd name="connsiteY3" fmla="*/ 3429000 h 6858000"/>
              <a:gd name="connsiteX4" fmla="*/ 4946007 w 6096002"/>
              <a:gd name="connsiteY4" fmla="*/ 6788730 h 6858000"/>
              <a:gd name="connsiteX5" fmla="*/ 4885967 w 6096002"/>
              <a:gd name="connsiteY5" fmla="*/ 6858000 h 6858000"/>
              <a:gd name="connsiteX6" fmla="*/ 0 w 609600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2" h="6858000">
                <a:moveTo>
                  <a:pt x="0" y="0"/>
                </a:moveTo>
                <a:lnTo>
                  <a:pt x="4885967" y="0"/>
                </a:lnTo>
                <a:lnTo>
                  <a:pt x="4946007" y="69271"/>
                </a:lnTo>
                <a:cubicBezTo>
                  <a:pt x="5656533" y="929100"/>
                  <a:pt x="6096002" y="2116944"/>
                  <a:pt x="6096002" y="3429000"/>
                </a:cubicBezTo>
                <a:cubicBezTo>
                  <a:pt x="6096002" y="4741056"/>
                  <a:pt x="5656533" y="5928900"/>
                  <a:pt x="4946007" y="6788730"/>
                </a:cubicBezTo>
                <a:lnTo>
                  <a:pt x="4885967"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1" name="Freeform: Shape 20">
            <a:extLst>
              <a:ext uri="{FF2B5EF4-FFF2-40B4-BE49-F238E27FC236}">
                <a16:creationId xmlns:a16="http://schemas.microsoft.com/office/drawing/2014/main" id="{D2542E1A-076E-4A34-BB67-2BF961754E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64027" cy="6858000"/>
          </a:xfrm>
          <a:custGeom>
            <a:avLst/>
            <a:gdLst>
              <a:gd name="connsiteX0" fmla="*/ 0 w 6085370"/>
              <a:gd name="connsiteY0" fmla="*/ 0 h 6858000"/>
              <a:gd name="connsiteX1" fmla="*/ 4875335 w 6085370"/>
              <a:gd name="connsiteY1" fmla="*/ 0 h 6858000"/>
              <a:gd name="connsiteX2" fmla="*/ 4935375 w 6085370"/>
              <a:gd name="connsiteY2" fmla="*/ 69271 h 6858000"/>
              <a:gd name="connsiteX3" fmla="*/ 6085370 w 6085370"/>
              <a:gd name="connsiteY3" fmla="*/ 3429000 h 6858000"/>
              <a:gd name="connsiteX4" fmla="*/ 4935375 w 6085370"/>
              <a:gd name="connsiteY4" fmla="*/ 6788730 h 6858000"/>
              <a:gd name="connsiteX5" fmla="*/ 4875335 w 6085370"/>
              <a:gd name="connsiteY5" fmla="*/ 6858000 h 6858000"/>
              <a:gd name="connsiteX6" fmla="*/ 0 w 608537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85370" h="6858000">
                <a:moveTo>
                  <a:pt x="0" y="0"/>
                </a:moveTo>
                <a:lnTo>
                  <a:pt x="4875335" y="0"/>
                </a:lnTo>
                <a:lnTo>
                  <a:pt x="4935375" y="69271"/>
                </a:lnTo>
                <a:cubicBezTo>
                  <a:pt x="5645901" y="929100"/>
                  <a:pt x="6085370" y="2116944"/>
                  <a:pt x="6085370" y="3429000"/>
                </a:cubicBezTo>
                <a:cubicBezTo>
                  <a:pt x="6085370" y="4741056"/>
                  <a:pt x="5645901" y="5928900"/>
                  <a:pt x="4935375" y="6788730"/>
                </a:cubicBezTo>
                <a:lnTo>
                  <a:pt x="4875335"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a16:creationId xmlns:a16="http://schemas.microsoft.com/office/drawing/2014/main" id="{75C56826-D4E5-42ED-8529-079651CB30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52144"/>
            <a:ext cx="96012"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5" name="Rectangle 24">
            <a:extLst>
              <a:ext uri="{FF2B5EF4-FFF2-40B4-BE49-F238E27FC236}">
                <a16:creationId xmlns:a16="http://schemas.microsoft.com/office/drawing/2014/main" id="{82095FCE-EF05-4443-B97A-85DEE3A5CA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9184" y="2185062"/>
            <a:ext cx="373761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DE475262-D62B-96A4-29D4-1F38B0783C8F}"/>
              </a:ext>
            </a:extLst>
          </p:cNvPr>
          <p:cNvSpPr txBox="1"/>
          <p:nvPr/>
        </p:nvSpPr>
        <p:spPr>
          <a:xfrm>
            <a:off x="329183" y="2462861"/>
            <a:ext cx="4045869" cy="3664351"/>
          </a:xfrm>
          <a:prstGeom prst="rect">
            <a:avLst/>
          </a:prstGeom>
        </p:spPr>
        <p:txBody>
          <a:bodyPr vert="horz" lIns="91440" tIns="45720" rIns="91440" bIns="45720" rtlCol="0">
            <a:normAutofit/>
          </a:bodyPr>
          <a:lstStyle/>
          <a:p>
            <a:pPr defTabSz="914400">
              <a:lnSpc>
                <a:spcPct val="90000"/>
              </a:lnSpc>
              <a:spcAft>
                <a:spcPts val="600"/>
              </a:spcAft>
            </a:pPr>
            <a:r>
              <a:rPr lang="en-US" sz="1600" b="0" i="0" dirty="0">
                <a:effectLst/>
              </a:rPr>
              <a:t>At </a:t>
            </a:r>
            <a:r>
              <a:rPr lang="en-US" sz="1600" b="0" i="0" dirty="0" err="1">
                <a:effectLst/>
              </a:rPr>
              <a:t>Granhub</a:t>
            </a:r>
            <a:r>
              <a:rPr lang="en-US" sz="1600" b="0" i="0" dirty="0">
                <a:effectLst/>
              </a:rPr>
              <a:t>, we offer:</a:t>
            </a:r>
          </a:p>
          <a:p>
            <a:pPr defTabSz="914400">
              <a:lnSpc>
                <a:spcPct val="90000"/>
              </a:lnSpc>
              <a:spcAft>
                <a:spcPts val="600"/>
              </a:spcAft>
            </a:pPr>
            <a:r>
              <a:rPr lang="en-US" sz="1600" b="0" i="0" dirty="0">
                <a:effectLst/>
              </a:rPr>
              <a:t>– A user-friendly blogging platform tailored for seniors</a:t>
            </a:r>
            <a:br>
              <a:rPr lang="en-US" sz="1600" b="0" i="0" dirty="0">
                <a:effectLst/>
              </a:rPr>
            </a:br>
            <a:r>
              <a:rPr lang="en-US" sz="1600" b="0" i="0" dirty="0">
                <a:effectLst/>
              </a:rPr>
              <a:t>– A supportive community of like-minded individuals</a:t>
            </a:r>
            <a:br>
              <a:rPr lang="en-US" sz="1600" b="0" i="0" dirty="0">
                <a:effectLst/>
              </a:rPr>
            </a:br>
            <a:r>
              <a:rPr lang="en-US" sz="1600" b="0" i="0" dirty="0">
                <a:effectLst/>
              </a:rPr>
              <a:t>– Resources and guides to help our users navigate the digital world</a:t>
            </a:r>
            <a:br>
              <a:rPr lang="en-US" sz="1600" b="0" i="0" dirty="0">
                <a:effectLst/>
              </a:rPr>
            </a:br>
            <a:r>
              <a:rPr lang="en-US" sz="1600" b="0" i="0" dirty="0">
                <a:effectLst/>
              </a:rPr>
              <a:t>– Regular features highlighting inspiring stories from our community members</a:t>
            </a:r>
          </a:p>
          <a:p>
            <a:pPr defTabSz="914400">
              <a:lnSpc>
                <a:spcPct val="90000"/>
              </a:lnSpc>
              <a:spcAft>
                <a:spcPts val="600"/>
              </a:spcAft>
            </a:pPr>
            <a:endParaRPr lang="en-US" sz="1600" dirty="0"/>
          </a:p>
          <a:p>
            <a:pPr defTabSz="914400">
              <a:lnSpc>
                <a:spcPct val="90000"/>
              </a:lnSpc>
              <a:spcAft>
                <a:spcPts val="600"/>
              </a:spcAft>
            </a:pPr>
            <a:r>
              <a:rPr lang="en-US" sz="1600" b="0" i="0" dirty="0">
                <a:effectLst/>
              </a:rPr>
              <a:t>Our approach is rooted in respect, inclusivity, and the belief that learning and sharing never stop, regardless of age.</a:t>
            </a:r>
          </a:p>
        </p:txBody>
      </p:sp>
      <p:pic>
        <p:nvPicPr>
          <p:cNvPr id="5" name="Content Placeholder 4" descr="A screenshot of a social media page&#10;&#10;AI-generated content may be incorrect.">
            <a:extLst>
              <a:ext uri="{FF2B5EF4-FFF2-40B4-BE49-F238E27FC236}">
                <a16:creationId xmlns:a16="http://schemas.microsoft.com/office/drawing/2014/main" id="{A1565CEC-52F6-7ABC-522F-2DA3F8004626}"/>
              </a:ext>
            </a:extLst>
          </p:cNvPr>
          <p:cNvPicPr>
            <a:picLocks noGrp="1" noChangeAspect="1"/>
          </p:cNvPicPr>
          <p:nvPr>
            <p:ph idx="1"/>
          </p:nvPr>
        </p:nvPicPr>
        <p:blipFill>
          <a:blip r:embed="rId2"/>
          <a:stretch>
            <a:fillRect/>
          </a:stretch>
        </p:blipFill>
        <p:spPr>
          <a:xfrm>
            <a:off x="4507286" y="22282"/>
            <a:ext cx="4435426" cy="2018118"/>
          </a:xfrm>
          <a:prstGeom prst="rect">
            <a:avLst/>
          </a:prstGeom>
        </p:spPr>
      </p:pic>
      <p:grpSp>
        <p:nvGrpSpPr>
          <p:cNvPr id="10" name="Group 9">
            <a:extLst>
              <a:ext uri="{FF2B5EF4-FFF2-40B4-BE49-F238E27FC236}">
                <a16:creationId xmlns:a16="http://schemas.microsoft.com/office/drawing/2014/main" id="{A0A6B6B1-54B8-77A7-49CB-7632BE990A8B}"/>
              </a:ext>
            </a:extLst>
          </p:cNvPr>
          <p:cNvGrpSpPr/>
          <p:nvPr/>
        </p:nvGrpSpPr>
        <p:grpSpPr>
          <a:xfrm>
            <a:off x="140680" y="1010060"/>
            <a:ext cx="3851789" cy="957652"/>
            <a:chOff x="-752827" y="908329"/>
            <a:chExt cx="5958956" cy="1243584"/>
          </a:xfrm>
        </p:grpSpPr>
        <p:sp>
          <p:nvSpPr>
            <p:cNvPr id="9" name="Title 1">
              <a:extLst>
                <a:ext uri="{FF2B5EF4-FFF2-40B4-BE49-F238E27FC236}">
                  <a16:creationId xmlns:a16="http://schemas.microsoft.com/office/drawing/2014/main" id="{92940A16-0A6F-8C9E-2E92-E4FC832324BC}"/>
                </a:ext>
              </a:extLst>
            </p:cNvPr>
            <p:cNvSpPr txBox="1">
              <a:spLocks/>
            </p:cNvSpPr>
            <p:nvPr/>
          </p:nvSpPr>
          <p:spPr>
            <a:xfrm>
              <a:off x="-752827" y="908329"/>
              <a:ext cx="5958956" cy="1243584"/>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defTabSz="292608">
                <a:spcAft>
                  <a:spcPts val="600"/>
                </a:spcAft>
              </a:pPr>
              <a:r>
                <a:rPr lang="en-US" sz="3600" b="1" kern="1200" dirty="0">
                  <a:solidFill>
                    <a:srgbClr val="FF9E80"/>
                  </a:solidFill>
                  <a:latin typeface="Alasassy Caps" panose="020F0502020204030204" pitchFamily="2" charset="0"/>
                  <a:ea typeface="+mj-ea"/>
                  <a:cs typeface="+mj-cs"/>
                </a:rPr>
                <a:t>What                does</a:t>
              </a:r>
              <a:endParaRPr lang="en-GB" sz="4800" b="1" dirty="0">
                <a:solidFill>
                  <a:srgbClr val="FF9E80"/>
                </a:solidFill>
                <a:latin typeface="Alasassy Caps" panose="020F0502020204030204" pitchFamily="2" charset="0"/>
              </a:endParaRPr>
            </a:p>
          </p:txBody>
        </p:sp>
        <p:pic>
          <p:nvPicPr>
            <p:cNvPr id="8" name="Picture 7">
              <a:extLst>
                <a:ext uri="{FF2B5EF4-FFF2-40B4-BE49-F238E27FC236}">
                  <a16:creationId xmlns:a16="http://schemas.microsoft.com/office/drawing/2014/main" id="{BB85F76A-66C1-B795-8BF0-82E009497B98}"/>
                </a:ext>
              </a:extLst>
            </p:cNvPr>
            <p:cNvPicPr>
              <a:picLocks noChangeAspect="1"/>
            </p:cNvPicPr>
            <p:nvPr/>
          </p:nvPicPr>
          <p:blipFill>
            <a:blip r:embed="rId3"/>
            <a:stretch>
              <a:fillRect/>
            </a:stretch>
          </p:blipFill>
          <p:spPr>
            <a:xfrm>
              <a:off x="883896" y="1213406"/>
              <a:ext cx="2888957" cy="628349"/>
            </a:xfrm>
            <a:prstGeom prst="rect">
              <a:avLst/>
            </a:prstGeom>
          </p:spPr>
        </p:pic>
      </p:grpSp>
      <p:sp>
        <p:nvSpPr>
          <p:cNvPr id="13" name="TextBox 12">
            <a:extLst>
              <a:ext uri="{FF2B5EF4-FFF2-40B4-BE49-F238E27FC236}">
                <a16:creationId xmlns:a16="http://schemas.microsoft.com/office/drawing/2014/main" id="{E5AA137A-802A-2DFC-5A56-76AA777FE9E3}"/>
              </a:ext>
            </a:extLst>
          </p:cNvPr>
          <p:cNvSpPr txBox="1"/>
          <p:nvPr/>
        </p:nvSpPr>
        <p:spPr>
          <a:xfrm>
            <a:off x="1016886" y="6558719"/>
            <a:ext cx="4947856" cy="276999"/>
          </a:xfrm>
          <a:prstGeom prst="rect">
            <a:avLst/>
          </a:prstGeom>
          <a:noFill/>
        </p:spPr>
        <p:txBody>
          <a:bodyPr wrap="square">
            <a:spAutoFit/>
          </a:bodyPr>
          <a:lstStyle/>
          <a:p>
            <a:r>
              <a:rPr lang="en-GB" sz="1200" dirty="0">
                <a:solidFill>
                  <a:schemeClr val="tx1">
                    <a:lumMod val="75000"/>
                    <a:lumOff val="25000"/>
                  </a:schemeClr>
                </a:solidFill>
              </a:rPr>
              <a:t>www.granhub.co.uk </a:t>
            </a:r>
          </a:p>
        </p:txBody>
      </p:sp>
      <p:pic>
        <p:nvPicPr>
          <p:cNvPr id="15" name="Picture 14" descr="A person sitting on a grass field&#10;&#10;AI-generated content may be incorrect.">
            <a:extLst>
              <a:ext uri="{FF2B5EF4-FFF2-40B4-BE49-F238E27FC236}">
                <a16:creationId xmlns:a16="http://schemas.microsoft.com/office/drawing/2014/main" id="{75DDE05D-DB7F-753B-51CF-92601EDD39D9}"/>
              </a:ext>
            </a:extLst>
          </p:cNvPr>
          <p:cNvPicPr>
            <a:picLocks noChangeAspect="1"/>
          </p:cNvPicPr>
          <p:nvPr/>
        </p:nvPicPr>
        <p:blipFill>
          <a:blip r:embed="rId4"/>
          <a:stretch>
            <a:fillRect/>
          </a:stretch>
        </p:blipFill>
        <p:spPr>
          <a:xfrm>
            <a:off x="4739016" y="1610389"/>
            <a:ext cx="4377808" cy="1973366"/>
          </a:xfrm>
          <a:prstGeom prst="rect">
            <a:avLst/>
          </a:prstGeom>
        </p:spPr>
      </p:pic>
      <p:pic>
        <p:nvPicPr>
          <p:cNvPr id="22" name="Picture 21" descr="A screenshot of a computer&#10;&#10;AI-generated content may be incorrect.">
            <a:extLst>
              <a:ext uri="{FF2B5EF4-FFF2-40B4-BE49-F238E27FC236}">
                <a16:creationId xmlns:a16="http://schemas.microsoft.com/office/drawing/2014/main" id="{A6FA642F-5A04-D970-9F22-D95160C7C9AA}"/>
              </a:ext>
            </a:extLst>
          </p:cNvPr>
          <p:cNvPicPr>
            <a:picLocks noChangeAspect="1"/>
          </p:cNvPicPr>
          <p:nvPr/>
        </p:nvPicPr>
        <p:blipFill>
          <a:blip r:embed="rId5"/>
          <a:stretch>
            <a:fillRect/>
          </a:stretch>
        </p:blipFill>
        <p:spPr>
          <a:xfrm>
            <a:off x="4507286" y="4912461"/>
            <a:ext cx="4220308" cy="1923257"/>
          </a:xfrm>
          <a:prstGeom prst="rect">
            <a:avLst/>
          </a:prstGeom>
        </p:spPr>
      </p:pic>
      <p:pic>
        <p:nvPicPr>
          <p:cNvPr id="18" name="Picture 17" descr="A screenshot of a computer&#10;&#10;AI-generated content may be incorrect.">
            <a:extLst>
              <a:ext uri="{FF2B5EF4-FFF2-40B4-BE49-F238E27FC236}">
                <a16:creationId xmlns:a16="http://schemas.microsoft.com/office/drawing/2014/main" id="{A10BC3EA-9274-C0F4-F954-A08AA3C04250}"/>
              </a:ext>
            </a:extLst>
          </p:cNvPr>
          <p:cNvPicPr>
            <a:picLocks noChangeAspect="1"/>
          </p:cNvPicPr>
          <p:nvPr/>
        </p:nvPicPr>
        <p:blipFill>
          <a:blip r:embed="rId6"/>
          <a:stretch>
            <a:fillRect/>
          </a:stretch>
        </p:blipFill>
        <p:spPr>
          <a:xfrm>
            <a:off x="4704234" y="3429000"/>
            <a:ext cx="4377807" cy="1973366"/>
          </a:xfrm>
          <a:prstGeom prst="rect">
            <a:avLst/>
          </a:prstGeom>
        </p:spPr>
      </p:pic>
    </p:spTree>
    <p:extLst>
      <p:ext uri="{BB962C8B-B14F-4D97-AF65-F5344CB8AC3E}">
        <p14:creationId xmlns:p14="http://schemas.microsoft.com/office/powerpoint/2010/main" val="35048336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700E0F77-E936-4985-B7B1-B9823486AC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95C8260E-968F-44E8-A823-ABB4313119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86584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8416" y="0"/>
            <a:ext cx="8423809" cy="458818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FE43805F-24A6-46A4-B19B-54F2834735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817950" y="5666847"/>
            <a:ext cx="1463040" cy="3428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1">
            <a:extLst>
              <a:ext uri="{FF2B5EF4-FFF2-40B4-BE49-F238E27FC236}">
                <a16:creationId xmlns:a16="http://schemas.microsoft.com/office/drawing/2014/main" id="{29E9D913-6129-116B-1B6B-7156868C229D}"/>
              </a:ext>
            </a:extLst>
          </p:cNvPr>
          <p:cNvSpPr>
            <a:spLocks noGrp="1" noChangeArrowheads="1"/>
          </p:cNvSpPr>
          <p:nvPr>
            <p:ph idx="1"/>
          </p:nvPr>
        </p:nvSpPr>
        <p:spPr bwMode="auto">
          <a:xfrm>
            <a:off x="3811549" y="4454442"/>
            <a:ext cx="4940186" cy="253666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rmAutofit/>
          </a:bodyPr>
          <a:lstStyle/>
          <a:p>
            <a:pPr marL="0" marR="0" lvl="0" indent="-228600" defTabSz="914400" fontAlgn="base">
              <a:lnSpc>
                <a:spcPct val="90000"/>
              </a:lnSpc>
              <a:spcBef>
                <a:spcPct val="0"/>
              </a:spcBef>
              <a:spcAft>
                <a:spcPts val="600"/>
              </a:spcAft>
              <a:buClrTx/>
              <a:buSzTx/>
              <a:buFont typeface="Arial" panose="020B0604020202020204" pitchFamily="34" charset="0"/>
              <a:buChar char="•"/>
              <a:tabLst/>
            </a:pPr>
            <a:r>
              <a:rPr kumimoji="0" lang="en-US" altLang="en-US" sz="2000" b="1" i="0" u="none" strike="noStrike" cap="none" normalizeH="0" baseline="0" dirty="0">
                <a:ln>
                  <a:noFill/>
                </a:ln>
                <a:effectLst/>
                <a:latin typeface="Alasassy Caps" pitchFamily="2" charset="0"/>
              </a:rPr>
              <a:t>Exclusive resources &amp; activities.</a:t>
            </a:r>
          </a:p>
          <a:p>
            <a:pPr marL="0" marR="0" lvl="0" indent="-228600" defTabSz="914400" fontAlgn="base">
              <a:lnSpc>
                <a:spcPct val="90000"/>
              </a:lnSpc>
              <a:spcBef>
                <a:spcPct val="0"/>
              </a:spcBef>
              <a:spcAft>
                <a:spcPts val="600"/>
              </a:spcAft>
              <a:buClrTx/>
              <a:buSzTx/>
              <a:buFont typeface="Arial" panose="020B0604020202020204" pitchFamily="34" charset="0"/>
              <a:buChar char="•"/>
              <a:tabLst/>
            </a:pPr>
            <a:r>
              <a:rPr kumimoji="0" lang="en-US" altLang="en-US" sz="2000" b="1" i="0" u="none" strike="noStrike" cap="none" normalizeH="0" baseline="0" dirty="0">
                <a:ln>
                  <a:noFill/>
                </a:ln>
                <a:effectLst/>
                <a:latin typeface="Alasassy Caps" pitchFamily="2" charset="0"/>
              </a:rPr>
              <a:t>Access to members‑only workshops &amp; events.</a:t>
            </a:r>
          </a:p>
          <a:p>
            <a:pPr marL="0" marR="0" lvl="0" indent="-228600" defTabSz="914400" fontAlgn="base">
              <a:lnSpc>
                <a:spcPct val="90000"/>
              </a:lnSpc>
              <a:spcBef>
                <a:spcPct val="0"/>
              </a:spcBef>
              <a:spcAft>
                <a:spcPts val="600"/>
              </a:spcAft>
              <a:buClrTx/>
              <a:buSzTx/>
              <a:buFont typeface="Arial" panose="020B0604020202020204" pitchFamily="34" charset="0"/>
              <a:buChar char="•"/>
              <a:tabLst/>
            </a:pPr>
            <a:r>
              <a:rPr kumimoji="0" lang="en-US" altLang="en-US" sz="2000" b="1" i="0" u="none" strike="noStrike" cap="none" normalizeH="0" baseline="0" dirty="0">
                <a:ln>
                  <a:noFill/>
                </a:ln>
                <a:effectLst/>
                <a:latin typeface="Alasassy Caps" pitchFamily="2" charset="0"/>
              </a:rPr>
              <a:t>Peer community of supportive grandparents.</a:t>
            </a:r>
          </a:p>
          <a:p>
            <a:pPr marL="0" marR="0" lvl="0" indent="-228600" defTabSz="914400" fontAlgn="base">
              <a:lnSpc>
                <a:spcPct val="90000"/>
              </a:lnSpc>
              <a:spcBef>
                <a:spcPct val="0"/>
              </a:spcBef>
              <a:spcAft>
                <a:spcPts val="600"/>
              </a:spcAft>
              <a:buClrTx/>
              <a:buSzTx/>
              <a:buFont typeface="Arial" panose="020B0604020202020204" pitchFamily="34" charset="0"/>
              <a:buChar char="•"/>
              <a:tabLst/>
            </a:pPr>
            <a:r>
              <a:rPr kumimoji="0" lang="en-US" altLang="en-US" sz="2000" b="1" i="0" u="none" strike="noStrike" cap="none" normalizeH="0" baseline="0" dirty="0">
                <a:ln>
                  <a:noFill/>
                </a:ln>
                <a:effectLst/>
                <a:latin typeface="Alasassy Caps" pitchFamily="2" charset="0"/>
              </a:rPr>
              <a:t>Discounts &amp; offers from trusted partners.</a:t>
            </a:r>
          </a:p>
          <a:p>
            <a:pPr marL="0" marR="0" lvl="0" indent="-228600" defTabSz="914400" fontAlgn="base">
              <a:lnSpc>
                <a:spcPct val="90000"/>
              </a:lnSpc>
              <a:spcBef>
                <a:spcPct val="0"/>
              </a:spcBef>
              <a:spcAft>
                <a:spcPts val="600"/>
              </a:spcAft>
              <a:buClrTx/>
              <a:buSzTx/>
              <a:buFont typeface="Arial" panose="020B0604020202020204" pitchFamily="34" charset="0"/>
              <a:buChar char="•"/>
              <a:tabLst/>
            </a:pPr>
            <a:r>
              <a:rPr kumimoji="0" lang="en-US" altLang="en-US" sz="2000" b="1" i="0" u="none" strike="noStrike" cap="none" normalizeH="0" baseline="0" dirty="0">
                <a:ln>
                  <a:noFill/>
                </a:ln>
                <a:effectLst/>
                <a:latin typeface="Alasassy Caps" pitchFamily="2" charset="0"/>
              </a:rPr>
              <a:t>A sense of belonging &amp; shared purpose.</a:t>
            </a:r>
          </a:p>
        </p:txBody>
      </p:sp>
      <p:grpSp>
        <p:nvGrpSpPr>
          <p:cNvPr id="4" name="Group 3">
            <a:extLst>
              <a:ext uri="{FF2B5EF4-FFF2-40B4-BE49-F238E27FC236}">
                <a16:creationId xmlns:a16="http://schemas.microsoft.com/office/drawing/2014/main" id="{08841720-9D43-F602-824A-A87D67EFBC35}"/>
              </a:ext>
            </a:extLst>
          </p:cNvPr>
          <p:cNvGrpSpPr/>
          <p:nvPr/>
        </p:nvGrpSpPr>
        <p:grpSpPr>
          <a:xfrm>
            <a:off x="149662" y="5051914"/>
            <a:ext cx="4607856" cy="1207767"/>
            <a:chOff x="-752827" y="908329"/>
            <a:chExt cx="5958956" cy="1243584"/>
          </a:xfrm>
        </p:grpSpPr>
        <p:sp>
          <p:nvSpPr>
            <p:cNvPr id="5" name="Title 1">
              <a:extLst>
                <a:ext uri="{FF2B5EF4-FFF2-40B4-BE49-F238E27FC236}">
                  <a16:creationId xmlns:a16="http://schemas.microsoft.com/office/drawing/2014/main" id="{45E39AEE-24A2-C8C9-CC0A-2CB996D6F887}"/>
                </a:ext>
              </a:extLst>
            </p:cNvPr>
            <p:cNvSpPr txBox="1">
              <a:spLocks/>
            </p:cNvSpPr>
            <p:nvPr/>
          </p:nvSpPr>
          <p:spPr>
            <a:xfrm>
              <a:off x="-752827" y="908329"/>
              <a:ext cx="5958956" cy="1243584"/>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defTabSz="588142">
                <a:spcAft>
                  <a:spcPts val="1206"/>
                </a:spcAft>
              </a:pPr>
              <a:r>
                <a:rPr lang="en-US" b="1" kern="1200" dirty="0">
                  <a:solidFill>
                    <a:srgbClr val="FF9E80"/>
                  </a:solidFill>
                  <a:latin typeface="Alasassy Caps" panose="020F0502020204030204" pitchFamily="2" charset="0"/>
                  <a:ea typeface="+mj-ea"/>
                  <a:cs typeface="+mj-cs"/>
                </a:rPr>
                <a:t>Join</a:t>
              </a:r>
              <a:endParaRPr lang="en-GB" b="1" dirty="0">
                <a:solidFill>
                  <a:srgbClr val="FF9E80"/>
                </a:solidFill>
                <a:latin typeface="Alasassy Caps" panose="020F0502020204030204" pitchFamily="2" charset="0"/>
              </a:endParaRPr>
            </a:p>
          </p:txBody>
        </p:sp>
        <p:pic>
          <p:nvPicPr>
            <p:cNvPr id="6" name="Picture 5" descr="A close up of a logo&#10;&#10;AI-generated content may be incorrect.">
              <a:extLst>
                <a:ext uri="{FF2B5EF4-FFF2-40B4-BE49-F238E27FC236}">
                  <a16:creationId xmlns:a16="http://schemas.microsoft.com/office/drawing/2014/main" id="{F0B66F40-86F2-593B-1670-5912F8BAA332}"/>
                </a:ext>
              </a:extLst>
            </p:cNvPr>
            <p:cNvPicPr>
              <a:picLocks noChangeAspect="1"/>
            </p:cNvPicPr>
            <p:nvPr/>
          </p:nvPicPr>
          <p:blipFill>
            <a:blip r:embed="rId2"/>
            <a:stretch>
              <a:fillRect/>
            </a:stretch>
          </p:blipFill>
          <p:spPr>
            <a:xfrm>
              <a:off x="415980" y="1185098"/>
              <a:ext cx="2888957" cy="628349"/>
            </a:xfrm>
            <a:prstGeom prst="rect">
              <a:avLst/>
            </a:prstGeom>
          </p:spPr>
        </p:pic>
      </p:grpSp>
      <p:sp>
        <p:nvSpPr>
          <p:cNvPr id="9" name="TextBox 8">
            <a:extLst>
              <a:ext uri="{FF2B5EF4-FFF2-40B4-BE49-F238E27FC236}">
                <a16:creationId xmlns:a16="http://schemas.microsoft.com/office/drawing/2014/main" id="{3A5439BF-E865-1F3D-1D22-8982005E4C0C}"/>
              </a:ext>
            </a:extLst>
          </p:cNvPr>
          <p:cNvSpPr txBox="1"/>
          <p:nvPr/>
        </p:nvSpPr>
        <p:spPr>
          <a:xfrm>
            <a:off x="1053460" y="1672036"/>
            <a:ext cx="8539191" cy="1556907"/>
          </a:xfrm>
          <a:prstGeom prst="rect">
            <a:avLst/>
          </a:prstGeom>
        </p:spPr>
        <p:txBody>
          <a:bodyPr vert="horz" lIns="91440" tIns="45720" rIns="91440" bIns="45720" rtlCol="0" anchor="ctr">
            <a:noAutofit/>
          </a:bodyPr>
          <a:lstStyle/>
          <a:p>
            <a:pPr defTabSz="914400">
              <a:lnSpc>
                <a:spcPct val="90000"/>
              </a:lnSpc>
              <a:spcBef>
                <a:spcPct val="0"/>
              </a:spcBef>
              <a:spcAft>
                <a:spcPts val="600"/>
              </a:spcAft>
            </a:pPr>
            <a:r>
              <a:rPr lang="en-US" sz="7200" b="1" kern="1200" dirty="0">
                <a:solidFill>
                  <a:srgbClr val="FF9E80"/>
                </a:solidFill>
                <a:latin typeface="Alasassy Caps" pitchFamily="2" charset="0"/>
                <a:ea typeface="+mj-ea"/>
                <a:cs typeface="+mj-cs"/>
              </a:rPr>
              <a:t>Benefits for Members</a:t>
            </a:r>
          </a:p>
        </p:txBody>
      </p:sp>
      <p:sp>
        <p:nvSpPr>
          <p:cNvPr id="10" name="TextBox 9">
            <a:extLst>
              <a:ext uri="{FF2B5EF4-FFF2-40B4-BE49-F238E27FC236}">
                <a16:creationId xmlns:a16="http://schemas.microsoft.com/office/drawing/2014/main" id="{7780564F-B4DB-B610-4F2E-4B8B710237B9}"/>
              </a:ext>
            </a:extLst>
          </p:cNvPr>
          <p:cNvSpPr txBox="1"/>
          <p:nvPr/>
        </p:nvSpPr>
        <p:spPr>
          <a:xfrm>
            <a:off x="-776745" y="6558719"/>
            <a:ext cx="4947856" cy="276999"/>
          </a:xfrm>
          <a:prstGeom prst="rect">
            <a:avLst/>
          </a:prstGeom>
          <a:noFill/>
        </p:spPr>
        <p:txBody>
          <a:bodyPr wrap="square">
            <a:spAutoFit/>
          </a:bodyPr>
          <a:lstStyle/>
          <a:p>
            <a:pPr algn="ctr"/>
            <a:r>
              <a:rPr lang="en-GB" sz="1200" dirty="0">
                <a:solidFill>
                  <a:schemeClr val="tx1">
                    <a:lumMod val="75000"/>
                    <a:lumOff val="25000"/>
                  </a:schemeClr>
                </a:solidFill>
              </a:rPr>
              <a:t>www.granhub.co.uk </a:t>
            </a:r>
          </a:p>
        </p:txBody>
      </p:sp>
    </p:spTree>
    <p:extLst>
      <p:ext uri="{BB962C8B-B14F-4D97-AF65-F5344CB8AC3E}">
        <p14:creationId xmlns:p14="http://schemas.microsoft.com/office/powerpoint/2010/main" val="21058478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B7765DF-205C-23CE-C5F4-B42723A47DB7}"/>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9A724DBA-D2D9-471E-8ED7-2015DDD950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067227" y="1694387"/>
            <a:ext cx="740664" cy="887511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2675" y="354959"/>
            <a:ext cx="4638730"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458339" y="1944913"/>
            <a:ext cx="301752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1">
            <a:extLst>
              <a:ext uri="{FF2B5EF4-FFF2-40B4-BE49-F238E27FC236}">
                <a16:creationId xmlns:a16="http://schemas.microsoft.com/office/drawing/2014/main" id="{1C87FD76-926A-C917-73FC-C13B2E9B60CB}"/>
              </a:ext>
            </a:extLst>
          </p:cNvPr>
          <p:cNvSpPr txBox="1">
            <a:spLocks noChangeArrowheads="1"/>
          </p:cNvSpPr>
          <p:nvPr/>
        </p:nvSpPr>
        <p:spPr bwMode="auto">
          <a:xfrm>
            <a:off x="5284772" y="2212030"/>
            <a:ext cx="3626553" cy="351194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rmAutofit fontScale="92500" lnSpcReduction="1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228600" defTabSz="914400" fontAlgn="base">
              <a:lnSpc>
                <a:spcPct val="90000"/>
              </a:lnSpc>
              <a:spcBef>
                <a:spcPct val="0"/>
              </a:spcBef>
              <a:spcAft>
                <a:spcPts val="600"/>
              </a:spcAft>
              <a:buFont typeface="Arial" panose="020B0604020202020204" pitchFamily="34" charset="0"/>
              <a:buChar char="•"/>
            </a:pPr>
            <a:r>
              <a:rPr lang="en-US" altLang="en-US" sz="1800" b="1" dirty="0">
                <a:latin typeface="Alasassy Caps" pitchFamily="2" charset="0"/>
              </a:rPr>
              <a:t>Direct access to engaged grandparents &amp; families.</a:t>
            </a:r>
          </a:p>
          <a:p>
            <a:pPr marL="0" indent="-228600" defTabSz="914400" fontAlgn="base">
              <a:lnSpc>
                <a:spcPct val="90000"/>
              </a:lnSpc>
              <a:spcBef>
                <a:spcPct val="0"/>
              </a:spcBef>
              <a:spcAft>
                <a:spcPts val="600"/>
              </a:spcAft>
              <a:buFont typeface="Arial" panose="020B0604020202020204" pitchFamily="34" charset="0"/>
              <a:buChar char="•"/>
            </a:pPr>
            <a:endParaRPr lang="en-US" altLang="en-US" sz="1800" b="1" dirty="0">
              <a:latin typeface="Alasassy Caps" pitchFamily="2" charset="0"/>
            </a:endParaRPr>
          </a:p>
          <a:p>
            <a:pPr marL="0" indent="-228600" defTabSz="914400" fontAlgn="base">
              <a:lnSpc>
                <a:spcPct val="90000"/>
              </a:lnSpc>
              <a:spcBef>
                <a:spcPct val="0"/>
              </a:spcBef>
              <a:spcAft>
                <a:spcPts val="600"/>
              </a:spcAft>
              <a:buFont typeface="Arial" panose="020B0604020202020204" pitchFamily="34" charset="0"/>
              <a:buChar char="•"/>
            </a:pPr>
            <a:r>
              <a:rPr lang="en-US" altLang="en-US" sz="1800" b="1" dirty="0">
                <a:latin typeface="Alasassy Caps" pitchFamily="2" charset="0"/>
              </a:rPr>
              <a:t>Co‑branding opportunities in events &amp; content.</a:t>
            </a:r>
          </a:p>
          <a:p>
            <a:pPr marL="0" indent="-228600" defTabSz="914400" fontAlgn="base">
              <a:lnSpc>
                <a:spcPct val="90000"/>
              </a:lnSpc>
              <a:spcBef>
                <a:spcPct val="0"/>
              </a:spcBef>
              <a:spcAft>
                <a:spcPts val="600"/>
              </a:spcAft>
              <a:buFont typeface="Arial" panose="020B0604020202020204" pitchFamily="34" charset="0"/>
              <a:buChar char="•"/>
            </a:pPr>
            <a:endParaRPr lang="en-US" altLang="en-US" sz="1800" b="1" dirty="0">
              <a:latin typeface="Alasassy Caps" pitchFamily="2" charset="0"/>
            </a:endParaRPr>
          </a:p>
          <a:p>
            <a:pPr marL="0" indent="-228600" defTabSz="914400" fontAlgn="base">
              <a:lnSpc>
                <a:spcPct val="90000"/>
              </a:lnSpc>
              <a:spcBef>
                <a:spcPct val="0"/>
              </a:spcBef>
              <a:spcAft>
                <a:spcPts val="600"/>
              </a:spcAft>
              <a:buFont typeface="Arial" panose="020B0604020202020204" pitchFamily="34" charset="0"/>
              <a:buChar char="•"/>
            </a:pPr>
            <a:r>
              <a:rPr lang="en-US" altLang="en-US" sz="1800" b="1" dirty="0">
                <a:latin typeface="Alasassy Caps" pitchFamily="2" charset="0"/>
              </a:rPr>
              <a:t>Showcase products or services to a relevant audience.</a:t>
            </a:r>
          </a:p>
          <a:p>
            <a:pPr marL="0" indent="-228600" defTabSz="914400" fontAlgn="base">
              <a:lnSpc>
                <a:spcPct val="90000"/>
              </a:lnSpc>
              <a:spcBef>
                <a:spcPct val="0"/>
              </a:spcBef>
              <a:spcAft>
                <a:spcPts val="600"/>
              </a:spcAft>
              <a:buFont typeface="Arial" panose="020B0604020202020204" pitchFamily="34" charset="0"/>
              <a:buChar char="•"/>
            </a:pPr>
            <a:endParaRPr lang="en-US" altLang="en-US" sz="1800" b="1" dirty="0">
              <a:latin typeface="Alasassy Caps" pitchFamily="2" charset="0"/>
            </a:endParaRPr>
          </a:p>
          <a:p>
            <a:pPr marL="0" indent="-228600" defTabSz="914400" fontAlgn="base">
              <a:lnSpc>
                <a:spcPct val="90000"/>
              </a:lnSpc>
              <a:spcBef>
                <a:spcPct val="0"/>
              </a:spcBef>
              <a:spcAft>
                <a:spcPts val="600"/>
              </a:spcAft>
              <a:buFont typeface="Arial" panose="020B0604020202020204" pitchFamily="34" charset="0"/>
              <a:buChar char="•"/>
            </a:pPr>
            <a:r>
              <a:rPr lang="en-US" altLang="en-US" sz="1800" b="1" dirty="0">
                <a:latin typeface="Alasassy Caps" pitchFamily="2" charset="0"/>
              </a:rPr>
              <a:t>Strengthen CSR through social impact.</a:t>
            </a:r>
          </a:p>
          <a:p>
            <a:pPr marL="0" indent="-228600" defTabSz="914400" fontAlgn="base">
              <a:lnSpc>
                <a:spcPct val="90000"/>
              </a:lnSpc>
              <a:spcBef>
                <a:spcPct val="0"/>
              </a:spcBef>
              <a:spcAft>
                <a:spcPts val="600"/>
              </a:spcAft>
              <a:buFont typeface="Arial" panose="020B0604020202020204" pitchFamily="34" charset="0"/>
              <a:buChar char="•"/>
            </a:pPr>
            <a:endParaRPr lang="en-US" altLang="en-US" sz="1800" b="1" dirty="0">
              <a:latin typeface="Alasassy Caps" pitchFamily="2" charset="0"/>
            </a:endParaRPr>
          </a:p>
          <a:p>
            <a:pPr marL="0" indent="-228600" defTabSz="914400" fontAlgn="base">
              <a:lnSpc>
                <a:spcPct val="90000"/>
              </a:lnSpc>
              <a:spcBef>
                <a:spcPct val="0"/>
              </a:spcBef>
              <a:spcAft>
                <a:spcPts val="600"/>
              </a:spcAft>
              <a:buFont typeface="Arial" panose="020B0604020202020204" pitchFamily="34" charset="0"/>
              <a:buChar char="•"/>
            </a:pPr>
            <a:r>
              <a:rPr lang="en-US" altLang="en-US" sz="1800" b="1" dirty="0">
                <a:latin typeface="Alasassy Caps" pitchFamily="2" charset="0"/>
              </a:rPr>
              <a:t>Collaborate on content, events, or community projects.</a:t>
            </a:r>
          </a:p>
        </p:txBody>
      </p:sp>
      <p:sp>
        <p:nvSpPr>
          <p:cNvPr id="22" name="Rectangle 21">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665301" y="6072626"/>
            <a:ext cx="740664" cy="11559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F1128EF-951B-CD37-F2E3-185AF743DCE2}"/>
              </a:ext>
            </a:extLst>
          </p:cNvPr>
          <p:cNvGrpSpPr/>
          <p:nvPr/>
        </p:nvGrpSpPr>
        <p:grpSpPr>
          <a:xfrm>
            <a:off x="5429259" y="737146"/>
            <a:ext cx="4607856" cy="1207767"/>
            <a:chOff x="-752827" y="908329"/>
            <a:chExt cx="5958956" cy="1243584"/>
          </a:xfrm>
        </p:grpSpPr>
        <p:sp>
          <p:nvSpPr>
            <p:cNvPr id="10" name="Title 1">
              <a:extLst>
                <a:ext uri="{FF2B5EF4-FFF2-40B4-BE49-F238E27FC236}">
                  <a16:creationId xmlns:a16="http://schemas.microsoft.com/office/drawing/2014/main" id="{F1826E0E-4FAD-2684-AB53-CB870CF91D56}"/>
                </a:ext>
              </a:extLst>
            </p:cNvPr>
            <p:cNvSpPr txBox="1">
              <a:spLocks/>
            </p:cNvSpPr>
            <p:nvPr/>
          </p:nvSpPr>
          <p:spPr>
            <a:xfrm>
              <a:off x="-752827" y="908329"/>
              <a:ext cx="5958956" cy="1243584"/>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defTabSz="588142">
                <a:spcAft>
                  <a:spcPts val="1206"/>
                </a:spcAft>
              </a:pPr>
              <a:r>
                <a:rPr lang="en-US" b="1" kern="1200" dirty="0">
                  <a:solidFill>
                    <a:srgbClr val="FF9E80"/>
                  </a:solidFill>
                  <a:latin typeface="Alasassy Caps" panose="020F0502020204030204" pitchFamily="2" charset="0"/>
                  <a:ea typeface="+mj-ea"/>
                  <a:cs typeface="+mj-cs"/>
                </a:rPr>
                <a:t>Join</a:t>
              </a:r>
              <a:endParaRPr lang="en-GB" b="1" dirty="0">
                <a:solidFill>
                  <a:srgbClr val="FF9E80"/>
                </a:solidFill>
                <a:latin typeface="Alasassy Caps" panose="020F0502020204030204" pitchFamily="2" charset="0"/>
              </a:endParaRPr>
            </a:p>
          </p:txBody>
        </p:sp>
        <p:pic>
          <p:nvPicPr>
            <p:cNvPr id="17" name="Picture 16" descr="A close up of a logo&#10;&#10;AI-generated content may be incorrect.">
              <a:extLst>
                <a:ext uri="{FF2B5EF4-FFF2-40B4-BE49-F238E27FC236}">
                  <a16:creationId xmlns:a16="http://schemas.microsoft.com/office/drawing/2014/main" id="{819C41AE-09AD-1CF9-0BC9-04A56A185DE9}"/>
                </a:ext>
              </a:extLst>
            </p:cNvPr>
            <p:cNvPicPr>
              <a:picLocks noChangeAspect="1"/>
            </p:cNvPicPr>
            <p:nvPr/>
          </p:nvPicPr>
          <p:blipFill>
            <a:blip r:embed="rId2"/>
            <a:stretch>
              <a:fillRect/>
            </a:stretch>
          </p:blipFill>
          <p:spPr>
            <a:xfrm>
              <a:off x="415980" y="1185098"/>
              <a:ext cx="2888957" cy="628349"/>
            </a:xfrm>
            <a:prstGeom prst="rect">
              <a:avLst/>
            </a:prstGeom>
          </p:spPr>
        </p:pic>
      </p:grpSp>
      <p:sp>
        <p:nvSpPr>
          <p:cNvPr id="19" name="TextBox 18">
            <a:extLst>
              <a:ext uri="{FF2B5EF4-FFF2-40B4-BE49-F238E27FC236}">
                <a16:creationId xmlns:a16="http://schemas.microsoft.com/office/drawing/2014/main" id="{A1A0DA22-3B7D-0D0F-CE7A-F6EEC9E86977}"/>
              </a:ext>
            </a:extLst>
          </p:cNvPr>
          <p:cNvSpPr txBox="1"/>
          <p:nvPr/>
        </p:nvSpPr>
        <p:spPr>
          <a:xfrm>
            <a:off x="751059" y="1151532"/>
            <a:ext cx="3420066" cy="4088054"/>
          </a:xfrm>
          <a:prstGeom prst="rect">
            <a:avLst/>
          </a:prstGeom>
        </p:spPr>
        <p:txBody>
          <a:bodyPr vert="horz" lIns="91440" tIns="45720" rIns="91440" bIns="45720" rtlCol="0" anchor="ctr">
            <a:noAutofit/>
          </a:bodyPr>
          <a:lstStyle/>
          <a:p>
            <a:pPr algn="ctr" defTabSz="914400">
              <a:lnSpc>
                <a:spcPct val="90000"/>
              </a:lnSpc>
              <a:spcBef>
                <a:spcPct val="0"/>
              </a:spcBef>
              <a:spcAft>
                <a:spcPts val="600"/>
              </a:spcAft>
            </a:pPr>
            <a:r>
              <a:rPr lang="en-US" sz="7200" b="1" kern="1200" dirty="0">
                <a:solidFill>
                  <a:srgbClr val="FF9E80"/>
                </a:solidFill>
                <a:latin typeface="Alasassy Caps" pitchFamily="2" charset="0"/>
                <a:ea typeface="+mj-ea"/>
                <a:cs typeface="+mj-cs"/>
              </a:rPr>
              <a:t>Benefits for Partners</a:t>
            </a:r>
          </a:p>
        </p:txBody>
      </p:sp>
      <p:sp>
        <p:nvSpPr>
          <p:cNvPr id="21" name="TextBox 20">
            <a:extLst>
              <a:ext uri="{FF2B5EF4-FFF2-40B4-BE49-F238E27FC236}">
                <a16:creationId xmlns:a16="http://schemas.microsoft.com/office/drawing/2014/main" id="{383CDC5F-495D-226A-6E6E-BDE649D4C6C5}"/>
              </a:ext>
            </a:extLst>
          </p:cNvPr>
          <p:cNvSpPr txBox="1"/>
          <p:nvPr/>
        </p:nvSpPr>
        <p:spPr>
          <a:xfrm>
            <a:off x="6051169" y="6180305"/>
            <a:ext cx="4947856" cy="276999"/>
          </a:xfrm>
          <a:prstGeom prst="rect">
            <a:avLst/>
          </a:prstGeom>
          <a:noFill/>
        </p:spPr>
        <p:txBody>
          <a:bodyPr wrap="square">
            <a:spAutoFit/>
          </a:bodyPr>
          <a:lstStyle/>
          <a:p>
            <a:r>
              <a:rPr lang="en-GB" sz="1200" dirty="0">
                <a:solidFill>
                  <a:schemeClr val="bg1"/>
                </a:solidFill>
              </a:rPr>
              <a:t>www.granhub.co.uk </a:t>
            </a:r>
          </a:p>
        </p:txBody>
      </p:sp>
    </p:spTree>
    <p:extLst>
      <p:ext uri="{BB962C8B-B14F-4D97-AF65-F5344CB8AC3E}">
        <p14:creationId xmlns:p14="http://schemas.microsoft.com/office/powerpoint/2010/main" val="21350903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830203C-04E2-B88E-2AD3-74B92D5B34A3}"/>
              </a:ext>
            </a:extLst>
          </p:cNvPr>
          <p:cNvSpPr>
            <a:spLocks noGrp="1"/>
          </p:cNvSpPr>
          <p:nvPr>
            <p:ph type="title"/>
          </p:nvPr>
        </p:nvSpPr>
        <p:spPr>
          <a:xfrm>
            <a:off x="306530" y="1350520"/>
            <a:ext cx="2400300" cy="4461163"/>
          </a:xfrm>
        </p:spPr>
        <p:txBody>
          <a:bodyPr>
            <a:normAutofit/>
          </a:bodyPr>
          <a:lstStyle/>
          <a:p>
            <a:r>
              <a:rPr lang="en-GB" sz="3100" b="1" dirty="0">
                <a:solidFill>
                  <a:schemeClr val="bg1"/>
                </a:solidFill>
              </a:rPr>
              <a:t>Membership &amp; Partnership</a:t>
            </a:r>
            <a:br>
              <a:rPr lang="en-GB" sz="3100" b="1" dirty="0">
                <a:solidFill>
                  <a:schemeClr val="bg1"/>
                </a:solidFill>
              </a:rPr>
            </a:br>
            <a:br>
              <a:rPr lang="en-GB" sz="3100" b="1" dirty="0">
                <a:solidFill>
                  <a:schemeClr val="bg1"/>
                </a:solidFill>
              </a:rPr>
            </a:br>
            <a:r>
              <a:rPr lang="en-GB" sz="3100" b="1" dirty="0">
                <a:solidFill>
                  <a:schemeClr val="bg1"/>
                </a:solidFill>
              </a:rPr>
              <a:t> Models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FF06AAEB-AF0C-09B1-C941-E52C052E1A14}"/>
              </a:ext>
            </a:extLst>
          </p:cNvPr>
          <p:cNvSpPr>
            <a:spLocks noGrp="1"/>
          </p:cNvSpPr>
          <p:nvPr>
            <p:ph idx="1"/>
          </p:nvPr>
        </p:nvSpPr>
        <p:spPr>
          <a:xfrm>
            <a:off x="3335481" y="591344"/>
            <a:ext cx="5179868" cy="5585619"/>
          </a:xfrm>
        </p:spPr>
        <p:txBody>
          <a:bodyPr anchor="ctr">
            <a:normAutofit/>
          </a:bodyPr>
          <a:lstStyle/>
          <a:p>
            <a:pPr marL="0" indent="0">
              <a:lnSpc>
                <a:spcPct val="90000"/>
              </a:lnSpc>
              <a:buNone/>
            </a:pPr>
            <a:r>
              <a:rPr lang="en-US" sz="2200" b="1" dirty="0"/>
              <a:t>Membership Tiers:</a:t>
            </a:r>
            <a:endParaRPr lang="en-US" sz="2200" dirty="0"/>
          </a:p>
          <a:p>
            <a:pPr>
              <a:lnSpc>
                <a:spcPct val="90000"/>
              </a:lnSpc>
            </a:pPr>
            <a:r>
              <a:rPr lang="en-US" sz="2200" i="1" dirty="0"/>
              <a:t>Free</a:t>
            </a:r>
            <a:r>
              <a:rPr lang="en-US" sz="2200" dirty="0"/>
              <a:t>: Access to basic content &amp; community.</a:t>
            </a:r>
          </a:p>
          <a:p>
            <a:pPr>
              <a:lnSpc>
                <a:spcPct val="90000"/>
              </a:lnSpc>
            </a:pPr>
            <a:r>
              <a:rPr lang="en-US" sz="2200" i="1" dirty="0"/>
              <a:t>Premium</a:t>
            </a:r>
            <a:r>
              <a:rPr lang="en-US" sz="2200" dirty="0"/>
              <a:t>: Exclusive workshops, event invitations, discounts.</a:t>
            </a:r>
          </a:p>
          <a:p>
            <a:pPr>
              <a:lnSpc>
                <a:spcPct val="90000"/>
              </a:lnSpc>
            </a:pPr>
            <a:r>
              <a:rPr lang="en-US" sz="2200" i="1" dirty="0"/>
              <a:t>Patron</a:t>
            </a:r>
            <a:r>
              <a:rPr lang="en-US" sz="2200" dirty="0"/>
              <a:t>: Recognition, special perks, and priority access.</a:t>
            </a:r>
          </a:p>
          <a:p>
            <a:pPr>
              <a:lnSpc>
                <a:spcPct val="90000"/>
              </a:lnSpc>
            </a:pPr>
            <a:endParaRPr lang="en-US" sz="2200" dirty="0"/>
          </a:p>
          <a:p>
            <a:pPr marL="0" indent="0">
              <a:lnSpc>
                <a:spcPct val="90000"/>
              </a:lnSpc>
              <a:buNone/>
            </a:pPr>
            <a:r>
              <a:rPr lang="en-US" sz="2200" b="1" dirty="0"/>
              <a:t>Partnership Opportunities:</a:t>
            </a:r>
            <a:endParaRPr lang="en-US" sz="2200" dirty="0"/>
          </a:p>
          <a:p>
            <a:pPr>
              <a:lnSpc>
                <a:spcPct val="90000"/>
              </a:lnSpc>
            </a:pPr>
            <a:r>
              <a:rPr lang="en-US" sz="2200" dirty="0"/>
              <a:t>Content Partners (blogs, workshops).</a:t>
            </a:r>
          </a:p>
          <a:p>
            <a:pPr>
              <a:lnSpc>
                <a:spcPct val="90000"/>
              </a:lnSpc>
            </a:pPr>
            <a:r>
              <a:rPr lang="en-US" sz="2200" dirty="0"/>
              <a:t>Event Partners (co‑host, sponsor, venue).</a:t>
            </a:r>
          </a:p>
          <a:p>
            <a:pPr>
              <a:lnSpc>
                <a:spcPct val="90000"/>
              </a:lnSpc>
            </a:pPr>
            <a:r>
              <a:rPr lang="en-US" sz="2200" dirty="0"/>
              <a:t>Business Affiliates (offers, discounts).</a:t>
            </a:r>
          </a:p>
          <a:p>
            <a:pPr>
              <a:lnSpc>
                <a:spcPct val="90000"/>
              </a:lnSpc>
            </a:pPr>
            <a:r>
              <a:rPr lang="en-US" sz="2200" dirty="0"/>
              <a:t>Strategic Sponsors (branding, CSR collaborations).</a:t>
            </a:r>
          </a:p>
          <a:p>
            <a:pPr>
              <a:lnSpc>
                <a:spcPct val="90000"/>
              </a:lnSpc>
            </a:pPr>
            <a:endParaRPr lang="en-GB" sz="2200" dirty="0"/>
          </a:p>
        </p:txBody>
      </p:sp>
      <p:sp>
        <p:nvSpPr>
          <p:cNvPr id="4" name="TextBox 3">
            <a:extLst>
              <a:ext uri="{FF2B5EF4-FFF2-40B4-BE49-F238E27FC236}">
                <a16:creationId xmlns:a16="http://schemas.microsoft.com/office/drawing/2014/main" id="{95F251C9-BC76-09DC-45B1-0957C05643C6}"/>
              </a:ext>
            </a:extLst>
          </p:cNvPr>
          <p:cNvSpPr txBox="1"/>
          <p:nvPr/>
        </p:nvSpPr>
        <p:spPr>
          <a:xfrm>
            <a:off x="1920200" y="6491308"/>
            <a:ext cx="4947856" cy="276999"/>
          </a:xfrm>
          <a:prstGeom prst="rect">
            <a:avLst/>
          </a:prstGeom>
          <a:noFill/>
        </p:spPr>
        <p:txBody>
          <a:bodyPr wrap="square">
            <a:spAutoFit/>
          </a:bodyPr>
          <a:lstStyle/>
          <a:p>
            <a:pPr algn="ctr"/>
            <a:r>
              <a:rPr lang="en-GB" sz="1200" dirty="0">
                <a:solidFill>
                  <a:schemeClr val="tx1">
                    <a:lumMod val="75000"/>
                    <a:lumOff val="25000"/>
                  </a:schemeClr>
                </a:solidFill>
              </a:rPr>
              <a:t>www.granhub.co.uk </a:t>
            </a:r>
          </a:p>
        </p:txBody>
      </p:sp>
    </p:spTree>
    <p:extLst>
      <p:ext uri="{BB962C8B-B14F-4D97-AF65-F5344CB8AC3E}">
        <p14:creationId xmlns:p14="http://schemas.microsoft.com/office/powerpoint/2010/main" val="9309742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82FBC24-A576-FC27-902B-210D198A92B5}"/>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96646FC9-C66D-4EC7-8310-0DD4ACC49C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A3473CF9-37EB-43E7-89EF-D2D1C53D1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27711" y="221673"/>
            <a:ext cx="6288577" cy="1332634"/>
          </a:xfrm>
          <a:prstGeom prst="rect">
            <a:avLst/>
          </a:prstGeom>
          <a:ln w="12700">
            <a:solidFill>
              <a:srgbClr val="DEDEDE"/>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itle 1">
            <a:extLst>
              <a:ext uri="{FF2B5EF4-FFF2-40B4-BE49-F238E27FC236}">
                <a16:creationId xmlns:a16="http://schemas.microsoft.com/office/drawing/2014/main" id="{946B0CD9-F60E-459A-C437-B4006AF129D2}"/>
              </a:ext>
            </a:extLst>
          </p:cNvPr>
          <p:cNvSpPr txBox="1">
            <a:spLocks/>
          </p:cNvSpPr>
          <p:nvPr/>
        </p:nvSpPr>
        <p:spPr>
          <a:xfrm>
            <a:off x="1577340" y="310343"/>
            <a:ext cx="5989320" cy="868823"/>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defTabSz="914400">
              <a:lnSpc>
                <a:spcPct val="90000"/>
              </a:lnSpc>
              <a:spcAft>
                <a:spcPts val="600"/>
              </a:spcAft>
            </a:pPr>
            <a:r>
              <a:rPr lang="en-US" sz="3500" b="1" dirty="0"/>
              <a:t>Join Us Today!</a:t>
            </a:r>
          </a:p>
        </p:txBody>
      </p:sp>
      <p:sp>
        <p:nvSpPr>
          <p:cNvPr id="15" name="Rectangle: Rounded Corners 14">
            <a:extLst>
              <a:ext uri="{FF2B5EF4-FFF2-40B4-BE49-F238E27FC236}">
                <a16:creationId xmlns:a16="http://schemas.microsoft.com/office/drawing/2014/main" id="{586B4EF9-43BA-4655-A6FF-1D8E21574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2332" y="1211407"/>
            <a:ext cx="5419335"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venir Next LT Pro"/>
            </a:endParaRPr>
          </a:p>
        </p:txBody>
      </p:sp>
      <p:pic>
        <p:nvPicPr>
          <p:cNvPr id="5" name="Picture 4">
            <a:extLst>
              <a:ext uri="{FF2B5EF4-FFF2-40B4-BE49-F238E27FC236}">
                <a16:creationId xmlns:a16="http://schemas.microsoft.com/office/drawing/2014/main" id="{0C9C7B39-6371-2418-9ABA-0DC02E2C98EC}"/>
              </a:ext>
            </a:extLst>
          </p:cNvPr>
          <p:cNvPicPr>
            <a:picLocks noChangeAspect="1"/>
          </p:cNvPicPr>
          <p:nvPr/>
        </p:nvPicPr>
        <p:blipFill>
          <a:blip r:embed="rId2"/>
          <a:stretch>
            <a:fillRect/>
          </a:stretch>
        </p:blipFill>
        <p:spPr>
          <a:xfrm>
            <a:off x="289179" y="3731306"/>
            <a:ext cx="4197096" cy="912868"/>
          </a:xfrm>
          <a:prstGeom prst="rect">
            <a:avLst/>
          </a:prstGeom>
        </p:spPr>
      </p:pic>
      <p:pic>
        <p:nvPicPr>
          <p:cNvPr id="4" name="Picture 3">
            <a:extLst>
              <a:ext uri="{FF2B5EF4-FFF2-40B4-BE49-F238E27FC236}">
                <a16:creationId xmlns:a16="http://schemas.microsoft.com/office/drawing/2014/main" id="{78FE5A7C-EF39-E715-2D7D-233FE1CE5E44}"/>
              </a:ext>
            </a:extLst>
          </p:cNvPr>
          <p:cNvPicPr>
            <a:picLocks noChangeAspect="1"/>
          </p:cNvPicPr>
          <p:nvPr/>
        </p:nvPicPr>
        <p:blipFill>
          <a:blip r:embed="rId3"/>
          <a:stretch>
            <a:fillRect/>
          </a:stretch>
        </p:blipFill>
        <p:spPr>
          <a:xfrm>
            <a:off x="4657726" y="3815248"/>
            <a:ext cx="4197096" cy="744984"/>
          </a:xfrm>
          <a:prstGeom prst="rect">
            <a:avLst/>
          </a:prstGeom>
        </p:spPr>
      </p:pic>
      <p:sp>
        <p:nvSpPr>
          <p:cNvPr id="8" name="Subtitle 2">
            <a:extLst>
              <a:ext uri="{FF2B5EF4-FFF2-40B4-BE49-F238E27FC236}">
                <a16:creationId xmlns:a16="http://schemas.microsoft.com/office/drawing/2014/main" id="{63CC6BA8-F2E9-C4B6-3D06-A908EFCCBE64}"/>
              </a:ext>
            </a:extLst>
          </p:cNvPr>
          <p:cNvSpPr>
            <a:spLocks noGrp="1"/>
          </p:cNvSpPr>
          <p:nvPr>
            <p:ph type="subTitle" idx="1"/>
          </p:nvPr>
        </p:nvSpPr>
        <p:spPr>
          <a:xfrm>
            <a:off x="1961802" y="1240956"/>
            <a:ext cx="5220393" cy="598516"/>
          </a:xfrm>
        </p:spPr>
        <p:txBody>
          <a:bodyPr anchor="ctr">
            <a:normAutofit/>
          </a:bodyPr>
          <a:lstStyle/>
          <a:p>
            <a:r>
              <a:rPr lang="en-GB" sz="1700" dirty="0">
                <a:solidFill>
                  <a:schemeClr val="bg1"/>
                </a:solidFill>
              </a:rPr>
              <a:t>www.granhub.co.uk | info@synergysolution.co.uk</a:t>
            </a:r>
          </a:p>
        </p:txBody>
      </p:sp>
    </p:spTree>
    <p:extLst>
      <p:ext uri="{BB962C8B-B14F-4D97-AF65-F5344CB8AC3E}">
        <p14:creationId xmlns:p14="http://schemas.microsoft.com/office/powerpoint/2010/main" val="4047590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wd">
                                    <p:tmPct val="15000"/>
                                  </p:iterate>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93</TotalTime>
  <Words>377</Words>
  <Application>Microsoft Office PowerPoint</Application>
  <PresentationFormat>On-screen Show (4:3)</PresentationFormat>
  <Paragraphs>50</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Alasassy Caps</vt:lpstr>
      <vt:lpstr>Arial</vt:lpstr>
      <vt:lpstr>Avenir Next LT Pro</vt:lpstr>
      <vt:lpstr>Calibri</vt:lpstr>
      <vt:lpstr>Office Theme</vt:lpstr>
      <vt:lpstr>PowerPoint Presentation</vt:lpstr>
      <vt:lpstr>Why                   Matters</vt:lpstr>
      <vt:lpstr>PowerPoint Presentation</vt:lpstr>
      <vt:lpstr>PowerPoint Presentation</vt:lpstr>
      <vt:lpstr>PowerPoint Presentation</vt:lpstr>
      <vt:lpstr>Membership &amp; Partnership   Models</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Furen Huang</cp:lastModifiedBy>
  <cp:revision>1</cp:revision>
  <dcterms:created xsi:type="dcterms:W3CDTF">2013-01-27T09:14:16Z</dcterms:created>
  <dcterms:modified xsi:type="dcterms:W3CDTF">2025-09-23T05:03:12Z</dcterms:modified>
  <cp:category/>
</cp:coreProperties>
</file>