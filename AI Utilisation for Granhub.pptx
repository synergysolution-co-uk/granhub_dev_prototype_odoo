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4"/>
  </p:notesMasterIdLst>
  <p:sldIdLst>
    <p:sldId id="256" r:id="rId2"/>
    <p:sldId id="260" r:id="rId3"/>
    <p:sldId id="261" r:id="rId4"/>
    <p:sldId id="317" r:id="rId5"/>
    <p:sldId id="318" r:id="rId6"/>
    <p:sldId id="259" r:id="rId7"/>
    <p:sldId id="327" r:id="rId8"/>
    <p:sldId id="329" r:id="rId9"/>
    <p:sldId id="337" r:id="rId10"/>
    <p:sldId id="338" r:id="rId11"/>
    <p:sldId id="263" r:id="rId12"/>
    <p:sldId id="339" r:id="rId13"/>
  </p:sldIdLst>
  <p:sldSz cx="9144000" cy="5143500" type="screen16x9"/>
  <p:notesSz cx="6858000" cy="9144000"/>
  <p:embeddedFontLst>
    <p:embeddedFont>
      <p:font typeface="Nunito ExtraBold" pitchFamily="2" charset="0"/>
      <p:bold r:id="rId15"/>
      <p:boldItalic r:id="rId16"/>
    </p:embeddedFont>
    <p:embeddedFont>
      <p:font typeface="Quicksand SemiBo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779FFF-2B44-4CEC-934F-009F7C064462}">
  <a:tblStyle styleId="{F9779FFF-2B44-4CEC-934F-009F7C0644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25" autoAdjust="0"/>
  </p:normalViewPr>
  <p:slideViewPr>
    <p:cSldViewPr snapToGrid="0">
      <p:cViewPr varScale="1">
        <p:scale>
          <a:sx n="84" d="100"/>
          <a:sy n="84" d="100"/>
        </p:scale>
        <p:origin x="117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208769605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1208769605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00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208769605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1208769605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00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483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12208c1c7f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12208c1c7f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6115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844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208769605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1208769605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201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2208c1c7f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2208c1c7f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BE3FAAE9-A7D8-59AE-5CB1-137A4CCA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99f2f57a71_0_184:notes">
            <a:extLst>
              <a:ext uri="{FF2B5EF4-FFF2-40B4-BE49-F238E27FC236}">
                <a16:creationId xmlns:a16="http://schemas.microsoft.com/office/drawing/2014/main" id="{6A5753A9-41C9-EDFF-2B47-E9072CA26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99f2f57a71_0_184:notes">
            <a:extLst>
              <a:ext uri="{FF2B5EF4-FFF2-40B4-BE49-F238E27FC236}">
                <a16:creationId xmlns:a16="http://schemas.microsoft.com/office/drawing/2014/main" id="{76063B59-B88D-8DC2-7E8D-3EB275991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2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854375" y="1906013"/>
            <a:ext cx="35559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54448" y="3555763"/>
            <a:ext cx="29985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100" y="2427950"/>
            <a:ext cx="3125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53800" y="126338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101" y="3862475"/>
            <a:ext cx="31251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6598276" y="2517750"/>
            <a:ext cx="3069600" cy="306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 rot="3749743">
            <a:off x="8227281" y="694595"/>
            <a:ext cx="407224" cy="414921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17999" y="4614189"/>
            <a:ext cx="241271" cy="259149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746031" y="1382325"/>
            <a:ext cx="160841" cy="171792"/>
          </a:xfrm>
          <a:custGeom>
            <a:avLst/>
            <a:gdLst/>
            <a:ahLst/>
            <a:cxnLst/>
            <a:rect l="l" t="t" r="r" b="b"/>
            <a:pathLst>
              <a:path w="2776" h="2965" extrusionOk="0">
                <a:moveTo>
                  <a:pt x="1439" y="1"/>
                </a:moveTo>
                <a:cubicBezTo>
                  <a:pt x="1386" y="1"/>
                  <a:pt x="1334" y="31"/>
                  <a:pt x="1322" y="93"/>
                </a:cubicBezTo>
                <a:lnTo>
                  <a:pt x="1168" y="736"/>
                </a:lnTo>
                <a:cubicBezTo>
                  <a:pt x="1120" y="962"/>
                  <a:pt x="953" y="1129"/>
                  <a:pt x="763" y="1177"/>
                </a:cubicBezTo>
                <a:lnTo>
                  <a:pt x="144" y="1308"/>
                </a:lnTo>
                <a:cubicBezTo>
                  <a:pt x="13" y="1331"/>
                  <a:pt x="1" y="1522"/>
                  <a:pt x="132" y="1558"/>
                </a:cubicBezTo>
                <a:lnTo>
                  <a:pt x="739" y="1748"/>
                </a:lnTo>
                <a:cubicBezTo>
                  <a:pt x="930" y="1796"/>
                  <a:pt x="1072" y="1986"/>
                  <a:pt x="1108" y="2212"/>
                </a:cubicBezTo>
                <a:lnTo>
                  <a:pt x="1203" y="2855"/>
                </a:lnTo>
                <a:cubicBezTo>
                  <a:pt x="1216" y="2928"/>
                  <a:pt x="1271" y="2964"/>
                  <a:pt x="1328" y="2964"/>
                </a:cubicBezTo>
                <a:cubicBezTo>
                  <a:pt x="1381" y="2964"/>
                  <a:pt x="1436" y="2931"/>
                  <a:pt x="1453" y="2867"/>
                </a:cubicBezTo>
                <a:lnTo>
                  <a:pt x="1620" y="2177"/>
                </a:lnTo>
                <a:cubicBezTo>
                  <a:pt x="1668" y="1986"/>
                  <a:pt x="1799" y="1843"/>
                  <a:pt x="1965" y="1808"/>
                </a:cubicBezTo>
                <a:lnTo>
                  <a:pt x="2632" y="1665"/>
                </a:lnTo>
                <a:cubicBezTo>
                  <a:pt x="2763" y="1629"/>
                  <a:pt x="2775" y="1438"/>
                  <a:pt x="2632" y="1403"/>
                </a:cubicBezTo>
                <a:lnTo>
                  <a:pt x="1989" y="1212"/>
                </a:lnTo>
                <a:cubicBezTo>
                  <a:pt x="1823" y="1165"/>
                  <a:pt x="1703" y="1010"/>
                  <a:pt x="1668" y="819"/>
                </a:cubicBezTo>
                <a:lnTo>
                  <a:pt x="1561" y="105"/>
                </a:lnTo>
                <a:cubicBezTo>
                  <a:pt x="1554" y="37"/>
                  <a:pt x="1496" y="1"/>
                  <a:pt x="14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358825">
            <a:off x="7059986" y="281035"/>
            <a:ext cx="294023" cy="299557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467388" y="-486250"/>
            <a:ext cx="2914200" cy="291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824100" y="557650"/>
            <a:ext cx="46068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 idx="2"/>
          </p:nvPr>
        </p:nvSpPr>
        <p:spPr>
          <a:xfrm>
            <a:off x="5760450" y="1978075"/>
            <a:ext cx="2670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3"/>
          </p:nvPr>
        </p:nvSpPr>
        <p:spPr>
          <a:xfrm>
            <a:off x="5760450" y="3354801"/>
            <a:ext cx="2670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5760454" y="3772800"/>
            <a:ext cx="26703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5760454" y="2396063"/>
            <a:ext cx="26703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1781475" y="1933700"/>
            <a:ext cx="55812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1781475" y="1106200"/>
            <a:ext cx="55812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1" name="Google Shape;51;p7"/>
          <p:cNvGrpSpPr/>
          <p:nvPr/>
        </p:nvGrpSpPr>
        <p:grpSpPr>
          <a:xfrm flipH="1">
            <a:off x="-47052" y="4214076"/>
            <a:ext cx="1005032" cy="992760"/>
            <a:chOff x="-2708900" y="3174350"/>
            <a:chExt cx="350100" cy="345825"/>
          </a:xfrm>
        </p:grpSpPr>
        <p:sp>
          <p:nvSpPr>
            <p:cNvPr id="52" name="Google Shape;52;p7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7"/>
          <p:cNvSpPr/>
          <p:nvPr/>
        </p:nvSpPr>
        <p:spPr>
          <a:xfrm>
            <a:off x="8561850" y="283102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-359463">
            <a:off x="230865" y="2680624"/>
            <a:ext cx="295349" cy="300935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262938" y="35247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8430888" y="415185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7"/>
          <p:cNvGrpSpPr/>
          <p:nvPr/>
        </p:nvGrpSpPr>
        <p:grpSpPr>
          <a:xfrm>
            <a:off x="7716652" y="3603792"/>
            <a:ext cx="1622959" cy="1603210"/>
            <a:chOff x="-2708900" y="3174350"/>
            <a:chExt cx="350100" cy="345825"/>
          </a:xfrm>
        </p:grpSpPr>
        <p:sp>
          <p:nvSpPr>
            <p:cNvPr id="63" name="Google Shape;63;p7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 rot="10800000">
            <a:off x="582723" y="-47595"/>
            <a:ext cx="7044152" cy="4733896"/>
          </a:xfrm>
          <a:custGeom>
            <a:avLst/>
            <a:gdLst/>
            <a:ahLst/>
            <a:cxnLst/>
            <a:rect l="l" t="t" r="r" b="b"/>
            <a:pathLst>
              <a:path w="67938" h="49435" extrusionOk="0">
                <a:moveTo>
                  <a:pt x="19861" y="0"/>
                </a:moveTo>
                <a:cubicBezTo>
                  <a:pt x="10467" y="0"/>
                  <a:pt x="2847" y="7608"/>
                  <a:pt x="2847" y="17014"/>
                </a:cubicBezTo>
                <a:cubicBezTo>
                  <a:pt x="2847" y="20848"/>
                  <a:pt x="4109" y="24384"/>
                  <a:pt x="6252" y="27230"/>
                </a:cubicBezTo>
                <a:cubicBezTo>
                  <a:pt x="2394" y="31135"/>
                  <a:pt x="1" y="36505"/>
                  <a:pt x="1" y="42434"/>
                </a:cubicBezTo>
                <a:cubicBezTo>
                  <a:pt x="1" y="44887"/>
                  <a:pt x="418" y="47244"/>
                  <a:pt x="1168" y="49435"/>
                </a:cubicBezTo>
                <a:lnTo>
                  <a:pt x="66628" y="49435"/>
                </a:lnTo>
                <a:cubicBezTo>
                  <a:pt x="67474" y="47399"/>
                  <a:pt x="67938" y="45160"/>
                  <a:pt x="67938" y="42815"/>
                </a:cubicBezTo>
                <a:cubicBezTo>
                  <a:pt x="67938" y="37826"/>
                  <a:pt x="65831" y="33326"/>
                  <a:pt x="62461" y="30171"/>
                </a:cubicBezTo>
                <a:cubicBezTo>
                  <a:pt x="63283" y="27873"/>
                  <a:pt x="63747" y="25396"/>
                  <a:pt x="63747" y="22801"/>
                </a:cubicBezTo>
                <a:cubicBezTo>
                  <a:pt x="63747" y="10835"/>
                  <a:pt x="54032" y="1119"/>
                  <a:pt x="42054" y="1119"/>
                </a:cubicBezTo>
                <a:cubicBezTo>
                  <a:pt x="38018" y="1119"/>
                  <a:pt x="34243" y="2227"/>
                  <a:pt x="31005" y="4155"/>
                </a:cubicBezTo>
                <a:cubicBezTo>
                  <a:pt x="28016" y="1560"/>
                  <a:pt x="24123" y="0"/>
                  <a:pt x="198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title"/>
          </p:nvPr>
        </p:nvSpPr>
        <p:spPr>
          <a:xfrm>
            <a:off x="2034638" y="746063"/>
            <a:ext cx="40641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ubTitle" idx="1"/>
          </p:nvPr>
        </p:nvSpPr>
        <p:spPr>
          <a:xfrm>
            <a:off x="2034600" y="1669463"/>
            <a:ext cx="40641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367550" y="1774913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967625" y="4453613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8973075" y="3015813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9"/>
          <p:cNvGrpSpPr/>
          <p:nvPr/>
        </p:nvGrpSpPr>
        <p:grpSpPr>
          <a:xfrm>
            <a:off x="7973776" y="-477402"/>
            <a:ext cx="1770321" cy="1609342"/>
            <a:chOff x="6494019" y="-137261"/>
            <a:chExt cx="2116596" cy="1924130"/>
          </a:xfrm>
        </p:grpSpPr>
        <p:sp>
          <p:nvSpPr>
            <p:cNvPr id="92" name="Google Shape;92;p9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title"/>
          </p:nvPr>
        </p:nvSpPr>
        <p:spPr>
          <a:xfrm>
            <a:off x="3753000" y="1096475"/>
            <a:ext cx="39435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ubTitle" idx="1"/>
          </p:nvPr>
        </p:nvSpPr>
        <p:spPr>
          <a:xfrm>
            <a:off x="3753000" y="2389475"/>
            <a:ext cx="3943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-234850" y="-433675"/>
            <a:ext cx="1714800" cy="171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-736475" y="2294475"/>
            <a:ext cx="3076800" cy="3076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697025" y="238425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77150" y="1637325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/>
          <p:nvPr/>
        </p:nvSpPr>
        <p:spPr>
          <a:xfrm flipH="1">
            <a:off x="5479246" y="2337063"/>
            <a:ext cx="4175300" cy="2806425"/>
          </a:xfrm>
          <a:custGeom>
            <a:avLst/>
            <a:gdLst/>
            <a:ahLst/>
            <a:cxnLst/>
            <a:rect l="l" t="t" r="r" b="b"/>
            <a:pathLst>
              <a:path w="67938" h="49435" extrusionOk="0">
                <a:moveTo>
                  <a:pt x="19861" y="0"/>
                </a:moveTo>
                <a:cubicBezTo>
                  <a:pt x="10467" y="0"/>
                  <a:pt x="2847" y="7608"/>
                  <a:pt x="2847" y="17014"/>
                </a:cubicBezTo>
                <a:cubicBezTo>
                  <a:pt x="2847" y="20848"/>
                  <a:pt x="4109" y="24384"/>
                  <a:pt x="6252" y="27230"/>
                </a:cubicBezTo>
                <a:cubicBezTo>
                  <a:pt x="2394" y="31135"/>
                  <a:pt x="1" y="36505"/>
                  <a:pt x="1" y="42434"/>
                </a:cubicBezTo>
                <a:cubicBezTo>
                  <a:pt x="1" y="44887"/>
                  <a:pt x="418" y="47244"/>
                  <a:pt x="1168" y="49435"/>
                </a:cubicBezTo>
                <a:lnTo>
                  <a:pt x="66628" y="49435"/>
                </a:lnTo>
                <a:cubicBezTo>
                  <a:pt x="67474" y="47399"/>
                  <a:pt x="67938" y="45160"/>
                  <a:pt x="67938" y="42815"/>
                </a:cubicBezTo>
                <a:cubicBezTo>
                  <a:pt x="67938" y="37826"/>
                  <a:pt x="65831" y="33326"/>
                  <a:pt x="62461" y="30171"/>
                </a:cubicBezTo>
                <a:cubicBezTo>
                  <a:pt x="63283" y="27873"/>
                  <a:pt x="63747" y="25396"/>
                  <a:pt x="63747" y="22801"/>
                </a:cubicBezTo>
                <a:cubicBezTo>
                  <a:pt x="63747" y="10835"/>
                  <a:pt x="54032" y="1119"/>
                  <a:pt x="42054" y="1119"/>
                </a:cubicBezTo>
                <a:cubicBezTo>
                  <a:pt x="38018" y="1119"/>
                  <a:pt x="34243" y="2227"/>
                  <a:pt x="31005" y="4155"/>
                </a:cubicBezTo>
                <a:cubicBezTo>
                  <a:pt x="28016" y="1560"/>
                  <a:pt x="24123" y="0"/>
                  <a:pt x="198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33"/>
          <p:cNvGrpSpPr/>
          <p:nvPr/>
        </p:nvGrpSpPr>
        <p:grpSpPr>
          <a:xfrm rot="-2700000" flipH="1">
            <a:off x="-1121375" y="-598847"/>
            <a:ext cx="2900448" cy="2069042"/>
            <a:chOff x="1382925" y="378350"/>
            <a:chExt cx="6385200" cy="4554900"/>
          </a:xfrm>
        </p:grpSpPr>
        <p:sp>
          <p:nvSpPr>
            <p:cNvPr id="459" name="Google Shape;459;p33"/>
            <p:cNvSpPr/>
            <p:nvPr/>
          </p:nvSpPr>
          <p:spPr>
            <a:xfrm>
              <a:off x="1382925" y="378350"/>
              <a:ext cx="4554900" cy="45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3"/>
            <p:cNvSpPr/>
            <p:nvPr/>
          </p:nvSpPr>
          <p:spPr>
            <a:xfrm>
              <a:off x="4025925" y="636575"/>
              <a:ext cx="3742200" cy="374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" name="Google Shape;461;p33"/>
          <p:cNvSpPr/>
          <p:nvPr/>
        </p:nvSpPr>
        <p:spPr>
          <a:xfrm rot="-2700000" flipH="1">
            <a:off x="1119918" y="4428167"/>
            <a:ext cx="1700026" cy="17000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501473" y="3965225"/>
            <a:ext cx="295347" cy="300934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3"/>
          <p:cNvSpPr/>
          <p:nvPr/>
        </p:nvSpPr>
        <p:spPr>
          <a:xfrm rot="1644435" flipH="1">
            <a:off x="6535184" y="407116"/>
            <a:ext cx="246286" cy="264499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34"/>
          <p:cNvGrpSpPr/>
          <p:nvPr/>
        </p:nvGrpSpPr>
        <p:grpSpPr>
          <a:xfrm flipH="1">
            <a:off x="-47052" y="4214076"/>
            <a:ext cx="1005032" cy="992760"/>
            <a:chOff x="-2708900" y="3174350"/>
            <a:chExt cx="350100" cy="345825"/>
          </a:xfrm>
        </p:grpSpPr>
        <p:sp>
          <p:nvSpPr>
            <p:cNvPr id="466" name="Google Shape;466;p34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34"/>
          <p:cNvSpPr/>
          <p:nvPr/>
        </p:nvSpPr>
        <p:spPr>
          <a:xfrm>
            <a:off x="8561850" y="283102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4"/>
          <p:cNvSpPr/>
          <p:nvPr/>
        </p:nvSpPr>
        <p:spPr>
          <a:xfrm rot="-359463">
            <a:off x="230865" y="2680624"/>
            <a:ext cx="295349" cy="300935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4"/>
          <p:cNvSpPr/>
          <p:nvPr/>
        </p:nvSpPr>
        <p:spPr>
          <a:xfrm>
            <a:off x="262938" y="35247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8430888" y="415185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6" name="Google Shape;476;p34"/>
          <p:cNvGrpSpPr/>
          <p:nvPr/>
        </p:nvGrpSpPr>
        <p:grpSpPr>
          <a:xfrm>
            <a:off x="7716652" y="3603792"/>
            <a:ext cx="1622959" cy="1603210"/>
            <a:chOff x="-2708900" y="3174350"/>
            <a:chExt cx="350100" cy="345825"/>
          </a:xfrm>
        </p:grpSpPr>
        <p:sp>
          <p:nvSpPr>
            <p:cNvPr id="477" name="Google Shape;477;p34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ExtraBold"/>
              <a:buNone/>
              <a:defRPr sz="36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●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○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■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●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○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■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●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○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SemiBold"/>
              <a:buChar char="■"/>
              <a:defRPr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8" r:id="rId6"/>
    <p:sldLayoutId id="2147483660" r:id="rId7"/>
    <p:sldLayoutId id="2147483679" r:id="rId8"/>
    <p:sldLayoutId id="214748368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ranhub.co.uk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38"/>
          <p:cNvGrpSpPr/>
          <p:nvPr/>
        </p:nvGrpSpPr>
        <p:grpSpPr>
          <a:xfrm>
            <a:off x="5520444" y="166139"/>
            <a:ext cx="2116596" cy="1924130"/>
            <a:chOff x="6494019" y="-137261"/>
            <a:chExt cx="2116596" cy="1924130"/>
          </a:xfrm>
        </p:grpSpPr>
        <p:sp>
          <p:nvSpPr>
            <p:cNvPr id="494" name="Google Shape;494;p38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" name="Google Shape;496;p38"/>
          <p:cNvSpPr/>
          <p:nvPr/>
        </p:nvSpPr>
        <p:spPr>
          <a:xfrm rot="220">
            <a:off x="4239989" y="1478552"/>
            <a:ext cx="4684800" cy="3125400"/>
          </a:xfrm>
          <a:prstGeom prst="roundRect">
            <a:avLst>
              <a:gd name="adj" fmla="val 2972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8"/>
          <p:cNvSpPr txBox="1">
            <a:spLocks noGrp="1"/>
          </p:cNvSpPr>
          <p:nvPr>
            <p:ph type="ctrTitle"/>
          </p:nvPr>
        </p:nvSpPr>
        <p:spPr>
          <a:xfrm>
            <a:off x="4653529" y="1717914"/>
            <a:ext cx="40614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Utilisation for Granhub</a:t>
            </a:r>
            <a:endParaRPr dirty="0"/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4741336" y="3425586"/>
            <a:ext cx="3973593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Development Manager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Betsy Xu</a:t>
            </a:r>
            <a:endParaRPr dirty="0"/>
          </a:p>
        </p:txBody>
      </p:sp>
      <p:grpSp>
        <p:nvGrpSpPr>
          <p:cNvPr id="499" name="Google Shape;499;p38"/>
          <p:cNvGrpSpPr/>
          <p:nvPr/>
        </p:nvGrpSpPr>
        <p:grpSpPr>
          <a:xfrm>
            <a:off x="7197795" y="3593703"/>
            <a:ext cx="1602688" cy="1583118"/>
            <a:chOff x="-2708900" y="3174350"/>
            <a:chExt cx="350100" cy="345825"/>
          </a:xfrm>
        </p:grpSpPr>
        <p:sp>
          <p:nvSpPr>
            <p:cNvPr id="500" name="Google Shape;500;p38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8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38"/>
          <p:cNvSpPr/>
          <p:nvPr/>
        </p:nvSpPr>
        <p:spPr>
          <a:xfrm>
            <a:off x="4691900" y="674325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8"/>
          <p:cNvSpPr/>
          <p:nvPr/>
        </p:nvSpPr>
        <p:spPr>
          <a:xfrm>
            <a:off x="262775" y="-97200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8"/>
          <p:cNvSpPr/>
          <p:nvPr/>
        </p:nvSpPr>
        <p:spPr>
          <a:xfrm>
            <a:off x="221322" y="4676775"/>
            <a:ext cx="191628" cy="205854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8"/>
          <p:cNvSpPr/>
          <p:nvPr/>
        </p:nvSpPr>
        <p:spPr>
          <a:xfrm>
            <a:off x="3761412" y="203750"/>
            <a:ext cx="295359" cy="300946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8"/>
          <p:cNvSpPr/>
          <p:nvPr/>
        </p:nvSpPr>
        <p:spPr>
          <a:xfrm flipH="1">
            <a:off x="4904112" y="4382152"/>
            <a:ext cx="435672" cy="443901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8"/>
          <p:cNvSpPr/>
          <p:nvPr/>
        </p:nvSpPr>
        <p:spPr>
          <a:xfrm>
            <a:off x="8473675" y="1108098"/>
            <a:ext cx="191628" cy="205854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8"/>
          <p:cNvGrpSpPr/>
          <p:nvPr/>
        </p:nvGrpSpPr>
        <p:grpSpPr>
          <a:xfrm>
            <a:off x="48498" y="342431"/>
            <a:ext cx="4616334" cy="4195664"/>
            <a:chOff x="2376475" y="1553600"/>
            <a:chExt cx="2864975" cy="2603900"/>
          </a:xfrm>
        </p:grpSpPr>
        <p:sp>
          <p:nvSpPr>
            <p:cNvPr id="513" name="Google Shape;513;p38"/>
            <p:cNvSpPr/>
            <p:nvPr/>
          </p:nvSpPr>
          <p:spPr>
            <a:xfrm>
              <a:off x="2376475" y="1553600"/>
              <a:ext cx="2864975" cy="2603900"/>
            </a:xfrm>
            <a:custGeom>
              <a:avLst/>
              <a:gdLst/>
              <a:ahLst/>
              <a:cxnLst/>
              <a:rect l="l" t="t" r="r" b="b"/>
              <a:pathLst>
                <a:path w="114599" h="104156" extrusionOk="0">
                  <a:moveTo>
                    <a:pt x="57698" y="0"/>
                  </a:moveTo>
                  <a:cubicBezTo>
                    <a:pt x="51805" y="0"/>
                    <a:pt x="47018" y="6561"/>
                    <a:pt x="46911" y="14716"/>
                  </a:cubicBezTo>
                  <a:cubicBezTo>
                    <a:pt x="46733" y="14502"/>
                    <a:pt x="46554" y="14300"/>
                    <a:pt x="46375" y="14085"/>
                  </a:cubicBezTo>
                  <a:cubicBezTo>
                    <a:pt x="42615" y="9804"/>
                    <a:pt x="37650" y="7407"/>
                    <a:pt x="33412" y="7407"/>
                  </a:cubicBezTo>
                  <a:cubicBezTo>
                    <a:pt x="31357" y="7407"/>
                    <a:pt x="29473" y="7970"/>
                    <a:pt x="27980" y="9156"/>
                  </a:cubicBezTo>
                  <a:cubicBezTo>
                    <a:pt x="24325" y="12061"/>
                    <a:pt x="24111" y="17812"/>
                    <a:pt x="27016" y="23253"/>
                  </a:cubicBezTo>
                  <a:cubicBezTo>
                    <a:pt x="23978" y="21818"/>
                    <a:pt x="20839" y="21123"/>
                    <a:pt x="17994" y="21123"/>
                  </a:cubicBezTo>
                  <a:cubicBezTo>
                    <a:pt x="13757" y="21123"/>
                    <a:pt x="10173" y="22664"/>
                    <a:pt x="8549" y="25599"/>
                  </a:cubicBezTo>
                  <a:cubicBezTo>
                    <a:pt x="5989" y="30218"/>
                    <a:pt x="9180" y="36683"/>
                    <a:pt x="15717" y="40696"/>
                  </a:cubicBezTo>
                  <a:cubicBezTo>
                    <a:pt x="7025" y="40720"/>
                    <a:pt x="1" y="45303"/>
                    <a:pt x="1" y="50971"/>
                  </a:cubicBezTo>
                  <a:cubicBezTo>
                    <a:pt x="1" y="56364"/>
                    <a:pt x="6382" y="60782"/>
                    <a:pt x="14490" y="61198"/>
                  </a:cubicBezTo>
                  <a:cubicBezTo>
                    <a:pt x="14240" y="61377"/>
                    <a:pt x="14014" y="61555"/>
                    <a:pt x="13776" y="61746"/>
                  </a:cubicBezTo>
                  <a:cubicBezTo>
                    <a:pt x="7085" y="67056"/>
                    <a:pt x="4763" y="74890"/>
                    <a:pt x="8585" y="79248"/>
                  </a:cubicBezTo>
                  <a:cubicBezTo>
                    <a:pt x="10248" y="81139"/>
                    <a:pt x="12802" y="82061"/>
                    <a:pt x="15707" y="82061"/>
                  </a:cubicBezTo>
                  <a:cubicBezTo>
                    <a:pt x="19477" y="82061"/>
                    <a:pt x="23839" y="80509"/>
                    <a:pt x="27611" y="77510"/>
                  </a:cubicBezTo>
                  <a:cubicBezTo>
                    <a:pt x="27694" y="77438"/>
                    <a:pt x="27778" y="77379"/>
                    <a:pt x="27849" y="77307"/>
                  </a:cubicBezTo>
                  <a:lnTo>
                    <a:pt x="27849" y="77307"/>
                  </a:lnTo>
                  <a:cubicBezTo>
                    <a:pt x="27087" y="78260"/>
                    <a:pt x="26385" y="79296"/>
                    <a:pt x="25766" y="80415"/>
                  </a:cubicBezTo>
                  <a:cubicBezTo>
                    <a:pt x="21706" y="87749"/>
                    <a:pt x="22694" y="95833"/>
                    <a:pt x="27968" y="98477"/>
                  </a:cubicBezTo>
                  <a:cubicBezTo>
                    <a:pt x="29105" y="99046"/>
                    <a:pt x="30348" y="99317"/>
                    <a:pt x="31640" y="99317"/>
                  </a:cubicBezTo>
                  <a:cubicBezTo>
                    <a:pt x="36126" y="99317"/>
                    <a:pt x="41197" y="96058"/>
                    <a:pt x="44423" y="90761"/>
                  </a:cubicBezTo>
                  <a:cubicBezTo>
                    <a:pt x="44994" y="98286"/>
                    <a:pt x="49578" y="104156"/>
                    <a:pt x="55150" y="104156"/>
                  </a:cubicBezTo>
                  <a:cubicBezTo>
                    <a:pt x="60651" y="104156"/>
                    <a:pt x="65187" y="98429"/>
                    <a:pt x="65854" y="91047"/>
                  </a:cubicBezTo>
                  <a:cubicBezTo>
                    <a:pt x="66056" y="91285"/>
                    <a:pt x="66259" y="91535"/>
                    <a:pt x="66473" y="91785"/>
                  </a:cubicBezTo>
                  <a:cubicBezTo>
                    <a:pt x="70234" y="96067"/>
                    <a:pt x="75198" y="98464"/>
                    <a:pt x="79436" y="98464"/>
                  </a:cubicBezTo>
                  <a:cubicBezTo>
                    <a:pt x="81491" y="98464"/>
                    <a:pt x="83375" y="97900"/>
                    <a:pt x="84868" y="96715"/>
                  </a:cubicBezTo>
                  <a:cubicBezTo>
                    <a:pt x="89440" y="93083"/>
                    <a:pt x="88631" y="84975"/>
                    <a:pt x="83047" y="78617"/>
                  </a:cubicBezTo>
                  <a:cubicBezTo>
                    <a:pt x="79285" y="74327"/>
                    <a:pt x="74325" y="71927"/>
                    <a:pt x="70087" y="71927"/>
                  </a:cubicBezTo>
                  <a:cubicBezTo>
                    <a:pt x="68033" y="71927"/>
                    <a:pt x="66148" y="72491"/>
                    <a:pt x="64651" y="73676"/>
                  </a:cubicBezTo>
                  <a:cubicBezTo>
                    <a:pt x="63377" y="74700"/>
                    <a:pt x="62520" y="76057"/>
                    <a:pt x="62068" y="77629"/>
                  </a:cubicBezTo>
                  <a:cubicBezTo>
                    <a:pt x="60199" y="75450"/>
                    <a:pt x="57782" y="74140"/>
                    <a:pt x="55150" y="74140"/>
                  </a:cubicBezTo>
                  <a:cubicBezTo>
                    <a:pt x="52019" y="74140"/>
                    <a:pt x="49209" y="75998"/>
                    <a:pt x="47233" y="78950"/>
                  </a:cubicBezTo>
                  <a:cubicBezTo>
                    <a:pt x="46792" y="75795"/>
                    <a:pt x="45244" y="73212"/>
                    <a:pt x="42673" y="71926"/>
                  </a:cubicBezTo>
                  <a:cubicBezTo>
                    <a:pt x="41535" y="71355"/>
                    <a:pt x="40291" y="71085"/>
                    <a:pt x="38998" y="71085"/>
                  </a:cubicBezTo>
                  <a:cubicBezTo>
                    <a:pt x="36354" y="71085"/>
                    <a:pt x="33508" y="72216"/>
                    <a:pt x="30957" y="74224"/>
                  </a:cubicBezTo>
                  <a:cubicBezTo>
                    <a:pt x="34957" y="69330"/>
                    <a:pt x="35886" y="63532"/>
                    <a:pt x="32802" y="60008"/>
                  </a:cubicBezTo>
                  <a:cubicBezTo>
                    <a:pt x="31600" y="58650"/>
                    <a:pt x="29957" y="57793"/>
                    <a:pt x="28040" y="57412"/>
                  </a:cubicBezTo>
                  <a:cubicBezTo>
                    <a:pt x="30230" y="55650"/>
                    <a:pt x="31540" y="53412"/>
                    <a:pt x="31540" y="50971"/>
                  </a:cubicBezTo>
                  <a:cubicBezTo>
                    <a:pt x="31540" y="48304"/>
                    <a:pt x="29980" y="45875"/>
                    <a:pt x="27421" y="44053"/>
                  </a:cubicBezTo>
                  <a:cubicBezTo>
                    <a:pt x="31481" y="43946"/>
                    <a:pt x="34886" y="42422"/>
                    <a:pt x="36457" y="39577"/>
                  </a:cubicBezTo>
                  <a:cubicBezTo>
                    <a:pt x="37636" y="37445"/>
                    <a:pt x="37589" y="34921"/>
                    <a:pt x="36553" y="32421"/>
                  </a:cubicBezTo>
                  <a:lnTo>
                    <a:pt x="36553" y="32421"/>
                  </a:lnTo>
                  <a:cubicBezTo>
                    <a:pt x="38649" y="33414"/>
                    <a:pt x="40785" y="33937"/>
                    <a:pt x="42764" y="33937"/>
                  </a:cubicBezTo>
                  <a:cubicBezTo>
                    <a:pt x="44819" y="33937"/>
                    <a:pt x="46705" y="33372"/>
                    <a:pt x="48197" y="32183"/>
                  </a:cubicBezTo>
                  <a:cubicBezTo>
                    <a:pt x="49840" y="30885"/>
                    <a:pt x="50781" y="29004"/>
                    <a:pt x="51066" y="26837"/>
                  </a:cubicBezTo>
                  <a:cubicBezTo>
                    <a:pt x="52888" y="28825"/>
                    <a:pt x="55198" y="30004"/>
                    <a:pt x="57698" y="30004"/>
                  </a:cubicBezTo>
                  <a:cubicBezTo>
                    <a:pt x="60758" y="30004"/>
                    <a:pt x="63520" y="28230"/>
                    <a:pt x="65485" y="25384"/>
                  </a:cubicBezTo>
                  <a:cubicBezTo>
                    <a:pt x="65592" y="29230"/>
                    <a:pt x="67199" y="32457"/>
                    <a:pt x="70176" y="33945"/>
                  </a:cubicBezTo>
                  <a:cubicBezTo>
                    <a:pt x="71314" y="34516"/>
                    <a:pt x="72560" y="34788"/>
                    <a:pt x="73854" y="34788"/>
                  </a:cubicBezTo>
                  <a:cubicBezTo>
                    <a:pt x="75930" y="34788"/>
                    <a:pt x="78130" y="34090"/>
                    <a:pt x="80213" y="32814"/>
                  </a:cubicBezTo>
                  <a:lnTo>
                    <a:pt x="80213" y="32814"/>
                  </a:lnTo>
                  <a:cubicBezTo>
                    <a:pt x="78665" y="36493"/>
                    <a:pt x="78820" y="40172"/>
                    <a:pt x="81023" y="42684"/>
                  </a:cubicBezTo>
                  <a:cubicBezTo>
                    <a:pt x="82356" y="44196"/>
                    <a:pt x="84237" y="45089"/>
                    <a:pt x="86428" y="45387"/>
                  </a:cubicBezTo>
                  <a:cubicBezTo>
                    <a:pt x="84321" y="47137"/>
                    <a:pt x="83059" y="49340"/>
                    <a:pt x="83059" y="51733"/>
                  </a:cubicBezTo>
                  <a:cubicBezTo>
                    <a:pt x="83059" y="54638"/>
                    <a:pt x="84928" y="57269"/>
                    <a:pt x="87904" y="59139"/>
                  </a:cubicBezTo>
                  <a:cubicBezTo>
                    <a:pt x="87872" y="59138"/>
                    <a:pt x="87839" y="59138"/>
                    <a:pt x="87807" y="59138"/>
                  </a:cubicBezTo>
                  <a:cubicBezTo>
                    <a:pt x="83587" y="59138"/>
                    <a:pt x="80022" y="60673"/>
                    <a:pt x="78403" y="63603"/>
                  </a:cubicBezTo>
                  <a:cubicBezTo>
                    <a:pt x="75629" y="68628"/>
                    <a:pt x="79618" y="75819"/>
                    <a:pt x="87333" y="79689"/>
                  </a:cubicBezTo>
                  <a:cubicBezTo>
                    <a:pt x="90530" y="81290"/>
                    <a:pt x="93864" y="82064"/>
                    <a:pt x="96870" y="82064"/>
                  </a:cubicBezTo>
                  <a:cubicBezTo>
                    <a:pt x="101106" y="82064"/>
                    <a:pt x="104689" y="80525"/>
                    <a:pt x="106311" y="77593"/>
                  </a:cubicBezTo>
                  <a:cubicBezTo>
                    <a:pt x="108978" y="72771"/>
                    <a:pt x="105395" y="65937"/>
                    <a:pt x="98287" y="61984"/>
                  </a:cubicBezTo>
                  <a:lnTo>
                    <a:pt x="98287" y="61984"/>
                  </a:lnTo>
                  <a:cubicBezTo>
                    <a:pt x="98465" y="61996"/>
                    <a:pt x="98644" y="61996"/>
                    <a:pt x="98834" y="61996"/>
                  </a:cubicBezTo>
                  <a:cubicBezTo>
                    <a:pt x="107538" y="61996"/>
                    <a:pt x="114598" y="57400"/>
                    <a:pt x="114598" y="51721"/>
                  </a:cubicBezTo>
                  <a:cubicBezTo>
                    <a:pt x="114598" y="46173"/>
                    <a:pt x="107835" y="41648"/>
                    <a:pt x="99382" y="41470"/>
                  </a:cubicBezTo>
                  <a:cubicBezTo>
                    <a:pt x="99608" y="41303"/>
                    <a:pt x="99823" y="41124"/>
                    <a:pt x="100049" y="40958"/>
                  </a:cubicBezTo>
                  <a:cubicBezTo>
                    <a:pt x="106728" y="35636"/>
                    <a:pt x="109050" y="27801"/>
                    <a:pt x="105228" y="23456"/>
                  </a:cubicBezTo>
                  <a:cubicBezTo>
                    <a:pt x="103565" y="21556"/>
                    <a:pt x="101013" y="20633"/>
                    <a:pt x="98110" y="20633"/>
                  </a:cubicBezTo>
                  <a:cubicBezTo>
                    <a:pt x="94862" y="20633"/>
                    <a:pt x="91173" y="21789"/>
                    <a:pt x="87797" y="24027"/>
                  </a:cubicBezTo>
                  <a:cubicBezTo>
                    <a:pt x="90988" y="17110"/>
                    <a:pt x="89809" y="9871"/>
                    <a:pt x="84880" y="7394"/>
                  </a:cubicBezTo>
                  <a:cubicBezTo>
                    <a:pt x="83740" y="6824"/>
                    <a:pt x="82494" y="6554"/>
                    <a:pt x="81201" y="6554"/>
                  </a:cubicBezTo>
                  <a:cubicBezTo>
                    <a:pt x="76738" y="6554"/>
                    <a:pt x="71707" y="9771"/>
                    <a:pt x="68485" y="15014"/>
                  </a:cubicBezTo>
                  <a:lnTo>
                    <a:pt x="68485" y="15002"/>
                  </a:lnTo>
                  <a:cubicBezTo>
                    <a:pt x="68485" y="6715"/>
                    <a:pt x="63651" y="0"/>
                    <a:pt x="5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3801650" y="1660450"/>
              <a:ext cx="14325" cy="523600"/>
            </a:xfrm>
            <a:custGeom>
              <a:avLst/>
              <a:gdLst/>
              <a:ahLst/>
              <a:cxnLst/>
              <a:rect l="l" t="t" r="r" b="b"/>
              <a:pathLst>
                <a:path w="573" h="20944" extrusionOk="0">
                  <a:moveTo>
                    <a:pt x="382" y="1"/>
                  </a:moveTo>
                  <a:cubicBezTo>
                    <a:pt x="263" y="1739"/>
                    <a:pt x="179" y="3489"/>
                    <a:pt x="120" y="5227"/>
                  </a:cubicBezTo>
                  <a:cubicBezTo>
                    <a:pt x="72" y="6978"/>
                    <a:pt x="36" y="8728"/>
                    <a:pt x="24" y="10466"/>
                  </a:cubicBezTo>
                  <a:cubicBezTo>
                    <a:pt x="13" y="12216"/>
                    <a:pt x="1" y="13955"/>
                    <a:pt x="36" y="15705"/>
                  </a:cubicBezTo>
                  <a:cubicBezTo>
                    <a:pt x="48" y="17455"/>
                    <a:pt x="108" y="19193"/>
                    <a:pt x="191" y="20944"/>
                  </a:cubicBezTo>
                  <a:cubicBezTo>
                    <a:pt x="322" y="19205"/>
                    <a:pt x="405" y="17455"/>
                    <a:pt x="453" y="15705"/>
                  </a:cubicBezTo>
                  <a:cubicBezTo>
                    <a:pt x="513" y="13967"/>
                    <a:pt x="536" y="12216"/>
                    <a:pt x="560" y="10478"/>
                  </a:cubicBezTo>
                  <a:cubicBezTo>
                    <a:pt x="572" y="8728"/>
                    <a:pt x="572" y="6978"/>
                    <a:pt x="548" y="5239"/>
                  </a:cubicBezTo>
                  <a:cubicBezTo>
                    <a:pt x="525" y="3489"/>
                    <a:pt x="465" y="1739"/>
                    <a:pt x="3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3180150" y="1878925"/>
              <a:ext cx="335775" cy="401875"/>
            </a:xfrm>
            <a:custGeom>
              <a:avLst/>
              <a:gdLst/>
              <a:ahLst/>
              <a:cxnLst/>
              <a:rect l="l" t="t" r="r" b="b"/>
              <a:pathLst>
                <a:path w="13431" h="16075" extrusionOk="0">
                  <a:moveTo>
                    <a:pt x="0" y="1"/>
                  </a:moveTo>
                  <a:cubicBezTo>
                    <a:pt x="1036" y="1406"/>
                    <a:pt x="2108" y="2787"/>
                    <a:pt x="3191" y="4156"/>
                  </a:cubicBezTo>
                  <a:cubicBezTo>
                    <a:pt x="4275" y="5525"/>
                    <a:pt x="5394" y="6871"/>
                    <a:pt x="6501" y="8216"/>
                  </a:cubicBezTo>
                  <a:cubicBezTo>
                    <a:pt x="7632" y="9550"/>
                    <a:pt x="8751" y="10883"/>
                    <a:pt x="9906" y="12193"/>
                  </a:cubicBezTo>
                  <a:cubicBezTo>
                    <a:pt x="11049" y="13514"/>
                    <a:pt x="12228" y="14800"/>
                    <a:pt x="13431" y="16074"/>
                  </a:cubicBezTo>
                  <a:cubicBezTo>
                    <a:pt x="12383" y="14669"/>
                    <a:pt x="11323" y="13288"/>
                    <a:pt x="10228" y="11919"/>
                  </a:cubicBezTo>
                  <a:cubicBezTo>
                    <a:pt x="9144" y="10550"/>
                    <a:pt x="8037" y="9204"/>
                    <a:pt x="6918" y="7871"/>
                  </a:cubicBezTo>
                  <a:cubicBezTo>
                    <a:pt x="5799" y="6525"/>
                    <a:pt x="4668" y="5192"/>
                    <a:pt x="3513" y="3882"/>
                  </a:cubicBezTo>
                  <a:cubicBezTo>
                    <a:pt x="2370" y="2573"/>
                    <a:pt x="1203" y="127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4174025" y="1853025"/>
              <a:ext cx="261950" cy="453675"/>
            </a:xfrm>
            <a:custGeom>
              <a:avLst/>
              <a:gdLst/>
              <a:ahLst/>
              <a:cxnLst/>
              <a:rect l="l" t="t" r="r" b="b"/>
              <a:pathLst>
                <a:path w="10478" h="18147" extrusionOk="0">
                  <a:moveTo>
                    <a:pt x="10478" y="1"/>
                  </a:moveTo>
                  <a:lnTo>
                    <a:pt x="10478" y="1"/>
                  </a:lnTo>
                  <a:cubicBezTo>
                    <a:pt x="9513" y="1465"/>
                    <a:pt x="8573" y="2942"/>
                    <a:pt x="7668" y="4430"/>
                  </a:cubicBezTo>
                  <a:cubicBezTo>
                    <a:pt x="6763" y="5918"/>
                    <a:pt x="5882" y="7430"/>
                    <a:pt x="5001" y="8943"/>
                  </a:cubicBezTo>
                  <a:cubicBezTo>
                    <a:pt x="4132" y="10455"/>
                    <a:pt x="3275" y="11967"/>
                    <a:pt x="2429" y="13503"/>
                  </a:cubicBezTo>
                  <a:cubicBezTo>
                    <a:pt x="1596" y="15027"/>
                    <a:pt x="786" y="16574"/>
                    <a:pt x="0" y="18146"/>
                  </a:cubicBezTo>
                  <a:cubicBezTo>
                    <a:pt x="965" y="16682"/>
                    <a:pt x="1893" y="15205"/>
                    <a:pt x="2798" y="13717"/>
                  </a:cubicBezTo>
                  <a:cubicBezTo>
                    <a:pt x="3703" y="12217"/>
                    <a:pt x="4584" y="10717"/>
                    <a:pt x="5465" y="9204"/>
                  </a:cubicBezTo>
                  <a:cubicBezTo>
                    <a:pt x="6334" y="7692"/>
                    <a:pt x="7204" y="6180"/>
                    <a:pt x="8037" y="4644"/>
                  </a:cubicBezTo>
                  <a:cubicBezTo>
                    <a:pt x="8882" y="3108"/>
                    <a:pt x="9692" y="1573"/>
                    <a:pt x="104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3745100" y="3572300"/>
              <a:ext cx="14300" cy="523600"/>
            </a:xfrm>
            <a:custGeom>
              <a:avLst/>
              <a:gdLst/>
              <a:ahLst/>
              <a:cxnLst/>
              <a:rect l="l" t="t" r="r" b="b"/>
              <a:pathLst>
                <a:path w="572" h="20944" extrusionOk="0">
                  <a:moveTo>
                    <a:pt x="381" y="0"/>
                  </a:moveTo>
                  <a:cubicBezTo>
                    <a:pt x="262" y="1739"/>
                    <a:pt x="167" y="3477"/>
                    <a:pt x="120" y="5227"/>
                  </a:cubicBezTo>
                  <a:cubicBezTo>
                    <a:pt x="60" y="6977"/>
                    <a:pt x="36" y="8716"/>
                    <a:pt x="12" y="10466"/>
                  </a:cubicBezTo>
                  <a:cubicBezTo>
                    <a:pt x="0" y="12204"/>
                    <a:pt x="0" y="13954"/>
                    <a:pt x="24" y="15705"/>
                  </a:cubicBezTo>
                  <a:cubicBezTo>
                    <a:pt x="48" y="17443"/>
                    <a:pt x="108" y="19193"/>
                    <a:pt x="191" y="20943"/>
                  </a:cubicBezTo>
                  <a:cubicBezTo>
                    <a:pt x="310" y="19193"/>
                    <a:pt x="393" y="17455"/>
                    <a:pt x="453" y="15705"/>
                  </a:cubicBezTo>
                  <a:cubicBezTo>
                    <a:pt x="512" y="13966"/>
                    <a:pt x="536" y="12216"/>
                    <a:pt x="560" y="10466"/>
                  </a:cubicBezTo>
                  <a:cubicBezTo>
                    <a:pt x="560" y="8728"/>
                    <a:pt x="572" y="6977"/>
                    <a:pt x="536" y="5239"/>
                  </a:cubicBezTo>
                  <a:cubicBezTo>
                    <a:pt x="524" y="3489"/>
                    <a:pt x="465" y="1739"/>
                    <a:pt x="3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4045425" y="3475250"/>
              <a:ext cx="335500" cy="402175"/>
            </a:xfrm>
            <a:custGeom>
              <a:avLst/>
              <a:gdLst/>
              <a:ahLst/>
              <a:cxnLst/>
              <a:rect l="l" t="t" r="r" b="b"/>
              <a:pathLst>
                <a:path w="13420" h="16087" extrusionOk="0">
                  <a:moveTo>
                    <a:pt x="1" y="1"/>
                  </a:moveTo>
                  <a:lnTo>
                    <a:pt x="1" y="1"/>
                  </a:lnTo>
                  <a:cubicBezTo>
                    <a:pt x="1037" y="1406"/>
                    <a:pt x="2096" y="2799"/>
                    <a:pt x="3192" y="4156"/>
                  </a:cubicBezTo>
                  <a:cubicBezTo>
                    <a:pt x="4275" y="5525"/>
                    <a:pt x="5382" y="6871"/>
                    <a:pt x="6502" y="8216"/>
                  </a:cubicBezTo>
                  <a:cubicBezTo>
                    <a:pt x="7621" y="9550"/>
                    <a:pt x="8752" y="10883"/>
                    <a:pt x="9907" y="12193"/>
                  </a:cubicBezTo>
                  <a:cubicBezTo>
                    <a:pt x="11050" y="13514"/>
                    <a:pt x="12229" y="14812"/>
                    <a:pt x="13419" y="16086"/>
                  </a:cubicBezTo>
                  <a:cubicBezTo>
                    <a:pt x="12383" y="14681"/>
                    <a:pt x="11312" y="13288"/>
                    <a:pt x="10228" y="11931"/>
                  </a:cubicBezTo>
                  <a:cubicBezTo>
                    <a:pt x="9145" y="10562"/>
                    <a:pt x="8026" y="9216"/>
                    <a:pt x="6918" y="7871"/>
                  </a:cubicBezTo>
                  <a:cubicBezTo>
                    <a:pt x="5799" y="6537"/>
                    <a:pt x="4668" y="5204"/>
                    <a:pt x="3513" y="3894"/>
                  </a:cubicBezTo>
                  <a:cubicBezTo>
                    <a:pt x="2370" y="2573"/>
                    <a:pt x="1191" y="1275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3125375" y="3449650"/>
              <a:ext cx="261675" cy="453375"/>
            </a:xfrm>
            <a:custGeom>
              <a:avLst/>
              <a:gdLst/>
              <a:ahLst/>
              <a:cxnLst/>
              <a:rect l="l" t="t" r="r" b="b"/>
              <a:pathLst>
                <a:path w="10467" h="18135" extrusionOk="0">
                  <a:moveTo>
                    <a:pt x="10466" y="1"/>
                  </a:moveTo>
                  <a:cubicBezTo>
                    <a:pt x="9502" y="1465"/>
                    <a:pt x="8573" y="2942"/>
                    <a:pt x="7668" y="4430"/>
                  </a:cubicBezTo>
                  <a:cubicBezTo>
                    <a:pt x="6763" y="5918"/>
                    <a:pt x="5882" y="7430"/>
                    <a:pt x="5001" y="8931"/>
                  </a:cubicBezTo>
                  <a:cubicBezTo>
                    <a:pt x="4132" y="10455"/>
                    <a:pt x="3275" y="11967"/>
                    <a:pt x="2430" y="13503"/>
                  </a:cubicBezTo>
                  <a:cubicBezTo>
                    <a:pt x="1596" y="15027"/>
                    <a:pt x="775" y="16574"/>
                    <a:pt x="1" y="18134"/>
                  </a:cubicBezTo>
                  <a:cubicBezTo>
                    <a:pt x="953" y="16682"/>
                    <a:pt x="1894" y="15205"/>
                    <a:pt x="2799" y="13705"/>
                  </a:cubicBezTo>
                  <a:cubicBezTo>
                    <a:pt x="3703" y="12217"/>
                    <a:pt x="4585" y="10717"/>
                    <a:pt x="5466" y="9204"/>
                  </a:cubicBezTo>
                  <a:cubicBezTo>
                    <a:pt x="6335" y="7692"/>
                    <a:pt x="7192" y="6168"/>
                    <a:pt x="8037" y="4644"/>
                  </a:cubicBezTo>
                  <a:cubicBezTo>
                    <a:pt x="8871" y="3108"/>
                    <a:pt x="9692" y="1561"/>
                    <a:pt x="104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2520850" y="2848200"/>
              <a:ext cx="523600" cy="13800"/>
            </a:xfrm>
            <a:custGeom>
              <a:avLst/>
              <a:gdLst/>
              <a:ahLst/>
              <a:cxnLst/>
              <a:rect l="l" t="t" r="r" b="b"/>
              <a:pathLst>
                <a:path w="20944" h="552" extrusionOk="0">
                  <a:moveTo>
                    <a:pt x="8307" y="1"/>
                  </a:moveTo>
                  <a:cubicBezTo>
                    <a:pt x="7285" y="1"/>
                    <a:pt x="6264" y="6"/>
                    <a:pt x="5239" y="20"/>
                  </a:cubicBezTo>
                  <a:cubicBezTo>
                    <a:pt x="3500" y="32"/>
                    <a:pt x="1750" y="92"/>
                    <a:pt x="0" y="175"/>
                  </a:cubicBezTo>
                  <a:cubicBezTo>
                    <a:pt x="1750" y="306"/>
                    <a:pt x="3489" y="389"/>
                    <a:pt x="5239" y="437"/>
                  </a:cubicBezTo>
                  <a:cubicBezTo>
                    <a:pt x="6977" y="497"/>
                    <a:pt x="8727" y="520"/>
                    <a:pt x="10466" y="544"/>
                  </a:cubicBezTo>
                  <a:cubicBezTo>
                    <a:pt x="11191" y="549"/>
                    <a:pt x="11916" y="552"/>
                    <a:pt x="12640" y="552"/>
                  </a:cubicBezTo>
                  <a:cubicBezTo>
                    <a:pt x="13664" y="552"/>
                    <a:pt x="14686" y="546"/>
                    <a:pt x="15704" y="532"/>
                  </a:cubicBezTo>
                  <a:cubicBezTo>
                    <a:pt x="17455" y="508"/>
                    <a:pt x="19205" y="461"/>
                    <a:pt x="20943" y="366"/>
                  </a:cubicBezTo>
                  <a:cubicBezTo>
                    <a:pt x="19205" y="246"/>
                    <a:pt x="17455" y="163"/>
                    <a:pt x="15716" y="104"/>
                  </a:cubicBezTo>
                  <a:cubicBezTo>
                    <a:pt x="13966" y="56"/>
                    <a:pt x="12228" y="20"/>
                    <a:pt x="10478" y="8"/>
                  </a:cubicBezTo>
                  <a:cubicBezTo>
                    <a:pt x="9753" y="3"/>
                    <a:pt x="9030" y="1"/>
                    <a:pt x="8307" y="1"/>
                  </a:cubicBezTo>
                  <a:close/>
                </a:path>
              </a:pathLst>
            </a:custGeom>
            <a:solidFill>
              <a:srgbClr val="D168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2739325" y="3148125"/>
              <a:ext cx="402150" cy="335800"/>
            </a:xfrm>
            <a:custGeom>
              <a:avLst/>
              <a:gdLst/>
              <a:ahLst/>
              <a:cxnLst/>
              <a:rect l="l" t="t" r="r" b="b"/>
              <a:pathLst>
                <a:path w="16086" h="13432" extrusionOk="0">
                  <a:moveTo>
                    <a:pt x="16086" y="1"/>
                  </a:moveTo>
                  <a:lnTo>
                    <a:pt x="16086" y="1"/>
                  </a:lnTo>
                  <a:cubicBezTo>
                    <a:pt x="14669" y="1037"/>
                    <a:pt x="13288" y="2096"/>
                    <a:pt x="11930" y="3192"/>
                  </a:cubicBezTo>
                  <a:cubicBezTo>
                    <a:pt x="10561" y="4275"/>
                    <a:pt x="9216" y="5394"/>
                    <a:pt x="7870" y="6502"/>
                  </a:cubicBezTo>
                  <a:cubicBezTo>
                    <a:pt x="6537" y="7633"/>
                    <a:pt x="5203" y="8752"/>
                    <a:pt x="3894" y="9907"/>
                  </a:cubicBezTo>
                  <a:cubicBezTo>
                    <a:pt x="2572" y="11050"/>
                    <a:pt x="1274" y="12229"/>
                    <a:pt x="0" y="13431"/>
                  </a:cubicBezTo>
                  <a:cubicBezTo>
                    <a:pt x="1405" y="12383"/>
                    <a:pt x="2798" y="11324"/>
                    <a:pt x="4156" y="10228"/>
                  </a:cubicBezTo>
                  <a:cubicBezTo>
                    <a:pt x="5525" y="9145"/>
                    <a:pt x="6870" y="8038"/>
                    <a:pt x="8216" y="6918"/>
                  </a:cubicBezTo>
                  <a:cubicBezTo>
                    <a:pt x="9549" y="5799"/>
                    <a:pt x="10883" y="4668"/>
                    <a:pt x="12192" y="3513"/>
                  </a:cubicBezTo>
                  <a:cubicBezTo>
                    <a:pt x="13514" y="2370"/>
                    <a:pt x="14812" y="1203"/>
                    <a:pt x="16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2713425" y="2228075"/>
              <a:ext cx="453650" cy="261975"/>
            </a:xfrm>
            <a:custGeom>
              <a:avLst/>
              <a:gdLst/>
              <a:ahLst/>
              <a:cxnLst/>
              <a:rect l="l" t="t" r="r" b="b"/>
              <a:pathLst>
                <a:path w="18146" h="10479" extrusionOk="0">
                  <a:moveTo>
                    <a:pt x="0" y="1"/>
                  </a:moveTo>
                  <a:lnTo>
                    <a:pt x="0" y="1"/>
                  </a:lnTo>
                  <a:cubicBezTo>
                    <a:pt x="1465" y="965"/>
                    <a:pt x="2941" y="1894"/>
                    <a:pt x="4430" y="2799"/>
                  </a:cubicBezTo>
                  <a:cubicBezTo>
                    <a:pt x="5930" y="3716"/>
                    <a:pt x="7430" y="4597"/>
                    <a:pt x="8942" y="5478"/>
                  </a:cubicBezTo>
                  <a:cubicBezTo>
                    <a:pt x="10454" y="6335"/>
                    <a:pt x="11966" y="7204"/>
                    <a:pt x="13502" y="8037"/>
                  </a:cubicBezTo>
                  <a:cubicBezTo>
                    <a:pt x="15038" y="8883"/>
                    <a:pt x="16574" y="9692"/>
                    <a:pt x="18146" y="10478"/>
                  </a:cubicBezTo>
                  <a:cubicBezTo>
                    <a:pt x="16681" y="9514"/>
                    <a:pt x="15205" y="8573"/>
                    <a:pt x="13716" y="7680"/>
                  </a:cubicBezTo>
                  <a:cubicBezTo>
                    <a:pt x="12228" y="6764"/>
                    <a:pt x="10716" y="5882"/>
                    <a:pt x="9204" y="5001"/>
                  </a:cubicBezTo>
                  <a:cubicBezTo>
                    <a:pt x="7692" y="4132"/>
                    <a:pt x="6180" y="3275"/>
                    <a:pt x="4644" y="2442"/>
                  </a:cubicBezTo>
                  <a:cubicBezTo>
                    <a:pt x="3120" y="1596"/>
                    <a:pt x="1572" y="787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4617225" y="2849975"/>
              <a:ext cx="523600" cy="13825"/>
            </a:xfrm>
            <a:custGeom>
              <a:avLst/>
              <a:gdLst/>
              <a:ahLst/>
              <a:cxnLst/>
              <a:rect l="l" t="t" r="r" b="b"/>
              <a:pathLst>
                <a:path w="20944" h="553" extrusionOk="0">
                  <a:moveTo>
                    <a:pt x="8308" y="1"/>
                  </a:moveTo>
                  <a:cubicBezTo>
                    <a:pt x="7286" y="1"/>
                    <a:pt x="6265" y="7"/>
                    <a:pt x="5240" y="21"/>
                  </a:cubicBezTo>
                  <a:cubicBezTo>
                    <a:pt x="3489" y="33"/>
                    <a:pt x="1751" y="92"/>
                    <a:pt x="1" y="187"/>
                  </a:cubicBezTo>
                  <a:cubicBezTo>
                    <a:pt x="1751" y="306"/>
                    <a:pt x="3489" y="390"/>
                    <a:pt x="5240" y="437"/>
                  </a:cubicBezTo>
                  <a:cubicBezTo>
                    <a:pt x="6978" y="497"/>
                    <a:pt x="8728" y="521"/>
                    <a:pt x="10478" y="545"/>
                  </a:cubicBezTo>
                  <a:cubicBezTo>
                    <a:pt x="11198" y="550"/>
                    <a:pt x="11920" y="552"/>
                    <a:pt x="12643" y="552"/>
                  </a:cubicBezTo>
                  <a:cubicBezTo>
                    <a:pt x="13664" y="552"/>
                    <a:pt x="14687" y="547"/>
                    <a:pt x="15705" y="533"/>
                  </a:cubicBezTo>
                  <a:cubicBezTo>
                    <a:pt x="17455" y="509"/>
                    <a:pt x="19206" y="461"/>
                    <a:pt x="20944" y="366"/>
                  </a:cubicBezTo>
                  <a:cubicBezTo>
                    <a:pt x="19206" y="247"/>
                    <a:pt x="17455" y="164"/>
                    <a:pt x="15717" y="116"/>
                  </a:cubicBezTo>
                  <a:cubicBezTo>
                    <a:pt x="13967" y="56"/>
                    <a:pt x="12228" y="21"/>
                    <a:pt x="10478" y="9"/>
                  </a:cubicBezTo>
                  <a:cubicBezTo>
                    <a:pt x="9753" y="4"/>
                    <a:pt x="9030" y="1"/>
                    <a:pt x="83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4520500" y="2228075"/>
              <a:ext cx="401850" cy="335800"/>
            </a:xfrm>
            <a:custGeom>
              <a:avLst/>
              <a:gdLst/>
              <a:ahLst/>
              <a:cxnLst/>
              <a:rect l="l" t="t" r="r" b="b"/>
              <a:pathLst>
                <a:path w="16074" h="13432" extrusionOk="0">
                  <a:moveTo>
                    <a:pt x="16074" y="1"/>
                  </a:moveTo>
                  <a:cubicBezTo>
                    <a:pt x="14669" y="1037"/>
                    <a:pt x="13288" y="2108"/>
                    <a:pt x="11918" y="3192"/>
                  </a:cubicBezTo>
                  <a:cubicBezTo>
                    <a:pt x="10561" y="4287"/>
                    <a:pt x="9204" y="5394"/>
                    <a:pt x="7870" y="6502"/>
                  </a:cubicBezTo>
                  <a:cubicBezTo>
                    <a:pt x="6525" y="7633"/>
                    <a:pt x="5191" y="8752"/>
                    <a:pt x="3882" y="9907"/>
                  </a:cubicBezTo>
                  <a:cubicBezTo>
                    <a:pt x="2572" y="11050"/>
                    <a:pt x="1274" y="12228"/>
                    <a:pt x="0" y="13431"/>
                  </a:cubicBezTo>
                  <a:cubicBezTo>
                    <a:pt x="1405" y="12383"/>
                    <a:pt x="2798" y="11324"/>
                    <a:pt x="4156" y="10228"/>
                  </a:cubicBezTo>
                  <a:cubicBezTo>
                    <a:pt x="5525" y="9145"/>
                    <a:pt x="6870" y="8037"/>
                    <a:pt x="8216" y="6918"/>
                  </a:cubicBezTo>
                  <a:cubicBezTo>
                    <a:pt x="9549" y="5799"/>
                    <a:pt x="10883" y="4668"/>
                    <a:pt x="12192" y="3513"/>
                  </a:cubicBezTo>
                  <a:cubicBezTo>
                    <a:pt x="13514" y="2370"/>
                    <a:pt x="14800" y="1203"/>
                    <a:pt x="160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4494900" y="3221950"/>
              <a:ext cx="453350" cy="261975"/>
            </a:xfrm>
            <a:custGeom>
              <a:avLst/>
              <a:gdLst/>
              <a:ahLst/>
              <a:cxnLst/>
              <a:rect l="l" t="t" r="r" b="b"/>
              <a:pathLst>
                <a:path w="18134" h="10479" extrusionOk="0">
                  <a:moveTo>
                    <a:pt x="0" y="1"/>
                  </a:moveTo>
                  <a:cubicBezTo>
                    <a:pt x="1453" y="965"/>
                    <a:pt x="2929" y="1894"/>
                    <a:pt x="4429" y="2799"/>
                  </a:cubicBezTo>
                  <a:cubicBezTo>
                    <a:pt x="5918" y="3704"/>
                    <a:pt x="7418" y="4596"/>
                    <a:pt x="8930" y="5466"/>
                  </a:cubicBezTo>
                  <a:cubicBezTo>
                    <a:pt x="10442" y="6335"/>
                    <a:pt x="11966" y="7204"/>
                    <a:pt x="13490" y="8037"/>
                  </a:cubicBezTo>
                  <a:cubicBezTo>
                    <a:pt x="15026" y="8883"/>
                    <a:pt x="16574" y="9692"/>
                    <a:pt x="18134" y="10478"/>
                  </a:cubicBezTo>
                  <a:cubicBezTo>
                    <a:pt x="16669" y="9514"/>
                    <a:pt x="15193" y="8573"/>
                    <a:pt x="13704" y="7668"/>
                  </a:cubicBezTo>
                  <a:cubicBezTo>
                    <a:pt x="12216" y="6763"/>
                    <a:pt x="10704" y="5882"/>
                    <a:pt x="9204" y="5001"/>
                  </a:cubicBezTo>
                  <a:cubicBezTo>
                    <a:pt x="7692" y="4132"/>
                    <a:pt x="6168" y="3275"/>
                    <a:pt x="4632" y="2430"/>
                  </a:cubicBezTo>
                  <a:cubicBezTo>
                    <a:pt x="3108" y="1596"/>
                    <a:pt x="1560" y="786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2749450" y="1850650"/>
              <a:ext cx="2119025" cy="2070225"/>
            </a:xfrm>
            <a:custGeom>
              <a:avLst/>
              <a:gdLst/>
              <a:ahLst/>
              <a:cxnLst/>
              <a:rect l="l" t="t" r="r" b="b"/>
              <a:pathLst>
                <a:path w="84761" h="82809" extrusionOk="0">
                  <a:moveTo>
                    <a:pt x="42374" y="1"/>
                  </a:moveTo>
                  <a:cubicBezTo>
                    <a:pt x="18979" y="1"/>
                    <a:pt x="0" y="18539"/>
                    <a:pt x="0" y="41399"/>
                  </a:cubicBezTo>
                  <a:cubicBezTo>
                    <a:pt x="0" y="64271"/>
                    <a:pt x="18979" y="82808"/>
                    <a:pt x="42374" y="82808"/>
                  </a:cubicBezTo>
                  <a:cubicBezTo>
                    <a:pt x="65782" y="82808"/>
                    <a:pt x="84761" y="64271"/>
                    <a:pt x="84761" y="41399"/>
                  </a:cubicBezTo>
                  <a:cubicBezTo>
                    <a:pt x="84761" y="18539"/>
                    <a:pt x="65782" y="1"/>
                    <a:pt x="423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3775450" y="2874600"/>
              <a:ext cx="532850" cy="688350"/>
            </a:xfrm>
            <a:custGeom>
              <a:avLst/>
              <a:gdLst/>
              <a:ahLst/>
              <a:cxnLst/>
              <a:rect l="l" t="t" r="r" b="b"/>
              <a:pathLst>
                <a:path w="21314" h="27534" extrusionOk="0">
                  <a:moveTo>
                    <a:pt x="1858" y="0"/>
                  </a:moveTo>
                  <a:lnTo>
                    <a:pt x="1" y="24432"/>
                  </a:lnTo>
                  <a:cubicBezTo>
                    <a:pt x="1541" y="26111"/>
                    <a:pt x="4389" y="27534"/>
                    <a:pt x="7474" y="27534"/>
                  </a:cubicBezTo>
                  <a:cubicBezTo>
                    <a:pt x="10186" y="27534"/>
                    <a:pt x="13081" y="26434"/>
                    <a:pt x="15431" y="23443"/>
                  </a:cubicBezTo>
                  <a:cubicBezTo>
                    <a:pt x="19134" y="18741"/>
                    <a:pt x="21313" y="7846"/>
                    <a:pt x="21170" y="4644"/>
                  </a:cubicBezTo>
                  <a:cubicBezTo>
                    <a:pt x="19099" y="3489"/>
                    <a:pt x="16443" y="2870"/>
                    <a:pt x="14241" y="2227"/>
                  </a:cubicBezTo>
                  <a:cubicBezTo>
                    <a:pt x="11217" y="5763"/>
                    <a:pt x="9597" y="10954"/>
                    <a:pt x="9597" y="10954"/>
                  </a:cubicBezTo>
                  <a:cubicBezTo>
                    <a:pt x="7407" y="6358"/>
                    <a:pt x="5144" y="3203"/>
                    <a:pt x="2977" y="1036"/>
                  </a:cubicBezTo>
                  <a:cubicBezTo>
                    <a:pt x="2596" y="667"/>
                    <a:pt x="2227" y="322"/>
                    <a:pt x="1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4086800" y="2894225"/>
              <a:ext cx="222075" cy="155700"/>
            </a:xfrm>
            <a:custGeom>
              <a:avLst/>
              <a:gdLst/>
              <a:ahLst/>
              <a:cxnLst/>
              <a:rect l="l" t="t" r="r" b="b"/>
              <a:pathLst>
                <a:path w="8883" h="6228" extrusionOk="0">
                  <a:moveTo>
                    <a:pt x="1965" y="1"/>
                  </a:moveTo>
                  <a:cubicBezTo>
                    <a:pt x="1156" y="691"/>
                    <a:pt x="1" y="3811"/>
                    <a:pt x="1" y="3811"/>
                  </a:cubicBezTo>
                  <a:lnTo>
                    <a:pt x="8538" y="6228"/>
                  </a:lnTo>
                  <a:lnTo>
                    <a:pt x="8883" y="2537"/>
                  </a:lnTo>
                  <a:lnTo>
                    <a:pt x="1965" y="1"/>
                  </a:lnTo>
                  <a:close/>
                </a:path>
              </a:pathLst>
            </a:custGeom>
            <a:solidFill>
              <a:srgbClr val="E2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3650750" y="3372575"/>
              <a:ext cx="38125" cy="161050"/>
            </a:xfrm>
            <a:custGeom>
              <a:avLst/>
              <a:gdLst/>
              <a:ahLst/>
              <a:cxnLst/>
              <a:rect l="l" t="t" r="r" b="b"/>
              <a:pathLst>
                <a:path w="1525" h="6442" extrusionOk="0">
                  <a:moveTo>
                    <a:pt x="0" y="0"/>
                  </a:moveTo>
                  <a:lnTo>
                    <a:pt x="0" y="0"/>
                  </a:lnTo>
                  <a:cubicBezTo>
                    <a:pt x="274" y="1393"/>
                    <a:pt x="643" y="3310"/>
                    <a:pt x="1524" y="64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2507450" y="2627000"/>
              <a:ext cx="863825" cy="821525"/>
            </a:xfrm>
            <a:custGeom>
              <a:avLst/>
              <a:gdLst/>
              <a:ahLst/>
              <a:cxnLst/>
              <a:rect l="l" t="t" r="r" b="b"/>
              <a:pathLst>
                <a:path w="34553" h="32861" extrusionOk="0">
                  <a:moveTo>
                    <a:pt x="4281" y="1"/>
                  </a:moveTo>
                  <a:cubicBezTo>
                    <a:pt x="4221" y="1"/>
                    <a:pt x="4159" y="15"/>
                    <a:pt x="4096" y="46"/>
                  </a:cubicBezTo>
                  <a:cubicBezTo>
                    <a:pt x="3382" y="427"/>
                    <a:pt x="4596" y="5011"/>
                    <a:pt x="4596" y="5011"/>
                  </a:cubicBezTo>
                  <a:cubicBezTo>
                    <a:pt x="4596" y="5011"/>
                    <a:pt x="3175" y="835"/>
                    <a:pt x="2378" y="835"/>
                  </a:cubicBezTo>
                  <a:cubicBezTo>
                    <a:pt x="2346" y="835"/>
                    <a:pt x="2316" y="842"/>
                    <a:pt x="2286" y="855"/>
                  </a:cubicBezTo>
                  <a:cubicBezTo>
                    <a:pt x="1512" y="1213"/>
                    <a:pt x="3167" y="5475"/>
                    <a:pt x="3167" y="5475"/>
                  </a:cubicBezTo>
                  <a:cubicBezTo>
                    <a:pt x="3167" y="5475"/>
                    <a:pt x="1718" y="2439"/>
                    <a:pt x="904" y="2439"/>
                  </a:cubicBezTo>
                  <a:cubicBezTo>
                    <a:pt x="854" y="2439"/>
                    <a:pt x="807" y="2451"/>
                    <a:pt x="762" y="2475"/>
                  </a:cubicBezTo>
                  <a:cubicBezTo>
                    <a:pt x="0" y="2903"/>
                    <a:pt x="1965" y="8797"/>
                    <a:pt x="2941" y="10535"/>
                  </a:cubicBezTo>
                  <a:cubicBezTo>
                    <a:pt x="2941" y="10535"/>
                    <a:pt x="3715" y="28764"/>
                    <a:pt x="11049" y="32371"/>
                  </a:cubicBezTo>
                  <a:cubicBezTo>
                    <a:pt x="11734" y="32708"/>
                    <a:pt x="12420" y="32860"/>
                    <a:pt x="13101" y="32860"/>
                  </a:cubicBezTo>
                  <a:cubicBezTo>
                    <a:pt x="18765" y="32860"/>
                    <a:pt x="24119" y="22331"/>
                    <a:pt x="25575" y="19239"/>
                  </a:cubicBezTo>
                  <a:lnTo>
                    <a:pt x="27432" y="20655"/>
                  </a:lnTo>
                  <a:cubicBezTo>
                    <a:pt x="29456" y="15941"/>
                    <a:pt x="32076" y="12583"/>
                    <a:pt x="34552" y="8166"/>
                  </a:cubicBezTo>
                  <a:cubicBezTo>
                    <a:pt x="34221" y="8071"/>
                    <a:pt x="32563" y="6344"/>
                    <a:pt x="32529" y="6344"/>
                  </a:cubicBezTo>
                  <a:cubicBezTo>
                    <a:pt x="32528" y="6344"/>
                    <a:pt x="32528" y="6344"/>
                    <a:pt x="32528" y="6344"/>
                  </a:cubicBezTo>
                  <a:cubicBezTo>
                    <a:pt x="32528" y="6344"/>
                    <a:pt x="31526" y="5961"/>
                    <a:pt x="29955" y="5961"/>
                  </a:cubicBezTo>
                  <a:cubicBezTo>
                    <a:pt x="27578" y="5961"/>
                    <a:pt x="23898" y="6837"/>
                    <a:pt x="20408" y="11238"/>
                  </a:cubicBezTo>
                  <a:cubicBezTo>
                    <a:pt x="17086" y="16453"/>
                    <a:pt x="13978" y="20286"/>
                    <a:pt x="13978" y="20286"/>
                  </a:cubicBezTo>
                  <a:lnTo>
                    <a:pt x="8156" y="10928"/>
                  </a:lnTo>
                  <a:cubicBezTo>
                    <a:pt x="8156" y="10928"/>
                    <a:pt x="10430" y="5225"/>
                    <a:pt x="9621" y="4332"/>
                  </a:cubicBezTo>
                  <a:cubicBezTo>
                    <a:pt x="9498" y="4201"/>
                    <a:pt x="9377" y="4145"/>
                    <a:pt x="9259" y="4145"/>
                  </a:cubicBezTo>
                  <a:cubicBezTo>
                    <a:pt x="8589" y="4145"/>
                    <a:pt x="8037" y="5963"/>
                    <a:pt x="8037" y="5963"/>
                  </a:cubicBezTo>
                  <a:cubicBezTo>
                    <a:pt x="8037" y="5963"/>
                    <a:pt x="7968" y="292"/>
                    <a:pt x="7030" y="292"/>
                  </a:cubicBezTo>
                  <a:cubicBezTo>
                    <a:pt x="7017" y="292"/>
                    <a:pt x="7003" y="293"/>
                    <a:pt x="6989" y="296"/>
                  </a:cubicBezTo>
                  <a:cubicBezTo>
                    <a:pt x="6013" y="462"/>
                    <a:pt x="6168" y="4963"/>
                    <a:pt x="6168" y="4963"/>
                  </a:cubicBezTo>
                  <a:cubicBezTo>
                    <a:pt x="6168" y="4963"/>
                    <a:pt x="5407" y="1"/>
                    <a:pt x="4281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2578875" y="2762325"/>
              <a:ext cx="119100" cy="46800"/>
            </a:xfrm>
            <a:custGeom>
              <a:avLst/>
              <a:gdLst/>
              <a:ahLst/>
              <a:cxnLst/>
              <a:rect l="l" t="t" r="r" b="b"/>
              <a:pathLst>
                <a:path w="4764" h="1872" extrusionOk="0">
                  <a:moveTo>
                    <a:pt x="3469" y="1"/>
                  </a:moveTo>
                  <a:cubicBezTo>
                    <a:pt x="2356" y="1"/>
                    <a:pt x="762" y="278"/>
                    <a:pt x="25" y="1717"/>
                  </a:cubicBezTo>
                  <a:cubicBezTo>
                    <a:pt x="1" y="1765"/>
                    <a:pt x="25" y="1824"/>
                    <a:pt x="72" y="1848"/>
                  </a:cubicBezTo>
                  <a:cubicBezTo>
                    <a:pt x="84" y="1860"/>
                    <a:pt x="108" y="1872"/>
                    <a:pt x="120" y="1872"/>
                  </a:cubicBezTo>
                  <a:cubicBezTo>
                    <a:pt x="156" y="1872"/>
                    <a:pt x="191" y="1848"/>
                    <a:pt x="215" y="1812"/>
                  </a:cubicBezTo>
                  <a:cubicBezTo>
                    <a:pt x="897" y="470"/>
                    <a:pt x="2398" y="212"/>
                    <a:pt x="3457" y="212"/>
                  </a:cubicBezTo>
                  <a:cubicBezTo>
                    <a:pt x="4118" y="212"/>
                    <a:pt x="4607" y="312"/>
                    <a:pt x="4620" y="312"/>
                  </a:cubicBezTo>
                  <a:cubicBezTo>
                    <a:pt x="4628" y="314"/>
                    <a:pt x="4636" y="314"/>
                    <a:pt x="4643" y="314"/>
                  </a:cubicBezTo>
                  <a:cubicBezTo>
                    <a:pt x="4694" y="314"/>
                    <a:pt x="4741" y="281"/>
                    <a:pt x="4751" y="229"/>
                  </a:cubicBezTo>
                  <a:cubicBezTo>
                    <a:pt x="4763" y="181"/>
                    <a:pt x="4728" y="122"/>
                    <a:pt x="4668" y="110"/>
                  </a:cubicBezTo>
                  <a:cubicBezTo>
                    <a:pt x="4654" y="105"/>
                    <a:pt x="4152" y="1"/>
                    <a:pt x="3469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3250400" y="2741975"/>
              <a:ext cx="324475" cy="121925"/>
            </a:xfrm>
            <a:custGeom>
              <a:avLst/>
              <a:gdLst/>
              <a:ahLst/>
              <a:cxnLst/>
              <a:rect l="l" t="t" r="r" b="b"/>
              <a:pathLst>
                <a:path w="12979" h="4877" extrusionOk="0">
                  <a:moveTo>
                    <a:pt x="6386" y="0"/>
                  </a:moveTo>
                  <a:cubicBezTo>
                    <a:pt x="2540" y="0"/>
                    <a:pt x="0" y="328"/>
                    <a:pt x="0" y="328"/>
                  </a:cubicBezTo>
                  <a:cubicBezTo>
                    <a:pt x="0" y="507"/>
                    <a:pt x="143" y="4876"/>
                    <a:pt x="143" y="4876"/>
                  </a:cubicBezTo>
                  <a:lnTo>
                    <a:pt x="12978" y="4876"/>
                  </a:lnTo>
                  <a:lnTo>
                    <a:pt x="12978" y="328"/>
                  </a:lnTo>
                  <a:cubicBezTo>
                    <a:pt x="10557" y="82"/>
                    <a:pt x="8308" y="0"/>
                    <a:pt x="6386" y="0"/>
                  </a:cubicBezTo>
                  <a:close/>
                </a:path>
              </a:pathLst>
            </a:custGeom>
            <a:solidFill>
              <a:srgbClr val="E2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3195925" y="2779725"/>
              <a:ext cx="411675" cy="178725"/>
            </a:xfrm>
            <a:custGeom>
              <a:avLst/>
              <a:gdLst/>
              <a:ahLst/>
              <a:cxnLst/>
              <a:rect l="l" t="t" r="r" b="b"/>
              <a:pathLst>
                <a:path w="16467" h="7149" extrusionOk="0">
                  <a:moveTo>
                    <a:pt x="7618" y="1"/>
                  </a:moveTo>
                  <a:cubicBezTo>
                    <a:pt x="4167" y="1"/>
                    <a:pt x="178" y="487"/>
                    <a:pt x="0" y="497"/>
                  </a:cubicBezTo>
                  <a:cubicBezTo>
                    <a:pt x="0" y="497"/>
                    <a:pt x="3050" y="7149"/>
                    <a:pt x="8043" y="7149"/>
                  </a:cubicBezTo>
                  <a:cubicBezTo>
                    <a:pt x="8579" y="7149"/>
                    <a:pt x="9137" y="7072"/>
                    <a:pt x="9716" y="6903"/>
                  </a:cubicBezTo>
                  <a:cubicBezTo>
                    <a:pt x="15669" y="5152"/>
                    <a:pt x="16467" y="711"/>
                    <a:pt x="16467" y="711"/>
                  </a:cubicBezTo>
                  <a:cubicBezTo>
                    <a:pt x="16467" y="711"/>
                    <a:pt x="12943" y="235"/>
                    <a:pt x="9037" y="33"/>
                  </a:cubicBezTo>
                  <a:cubicBezTo>
                    <a:pt x="8583" y="11"/>
                    <a:pt x="8106" y="1"/>
                    <a:pt x="7618" y="1"/>
                  </a:cubicBezTo>
                  <a:close/>
                </a:path>
              </a:pathLst>
            </a:custGeom>
            <a:solidFill>
              <a:srgbClr val="B89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3309025" y="2621575"/>
              <a:ext cx="217625" cy="105025"/>
            </a:xfrm>
            <a:custGeom>
              <a:avLst/>
              <a:gdLst/>
              <a:ahLst/>
              <a:cxnLst/>
              <a:rect l="l" t="t" r="r" b="b"/>
              <a:pathLst>
                <a:path w="8705" h="4201" extrusionOk="0">
                  <a:moveTo>
                    <a:pt x="8704" y="1"/>
                  </a:moveTo>
                  <a:lnTo>
                    <a:pt x="1" y="918"/>
                  </a:lnTo>
                  <a:lnTo>
                    <a:pt x="227" y="3585"/>
                  </a:lnTo>
                  <a:cubicBezTo>
                    <a:pt x="1809" y="3992"/>
                    <a:pt x="3421" y="4201"/>
                    <a:pt x="5006" y="4201"/>
                  </a:cubicBezTo>
                  <a:cubicBezTo>
                    <a:pt x="6249" y="4201"/>
                    <a:pt x="7474" y="4072"/>
                    <a:pt x="8657" y="3811"/>
                  </a:cubicBezTo>
                  <a:lnTo>
                    <a:pt x="8704" y="1"/>
                  </a:ln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3274800" y="2724875"/>
              <a:ext cx="277750" cy="61475"/>
            </a:xfrm>
            <a:custGeom>
              <a:avLst/>
              <a:gdLst/>
              <a:ahLst/>
              <a:cxnLst/>
              <a:rect l="l" t="t" r="r" b="b"/>
              <a:pathLst>
                <a:path w="11110" h="2459" extrusionOk="0">
                  <a:moveTo>
                    <a:pt x="1" y="0"/>
                  </a:moveTo>
                  <a:lnTo>
                    <a:pt x="203" y="1798"/>
                  </a:lnTo>
                  <a:cubicBezTo>
                    <a:pt x="2023" y="2261"/>
                    <a:pt x="3884" y="2458"/>
                    <a:pt x="5769" y="2458"/>
                  </a:cubicBezTo>
                  <a:cubicBezTo>
                    <a:pt x="7522" y="2458"/>
                    <a:pt x="9295" y="2287"/>
                    <a:pt x="11073" y="2001"/>
                  </a:cubicBezTo>
                  <a:lnTo>
                    <a:pt x="11109" y="226"/>
                  </a:lnTo>
                  <a:lnTo>
                    <a:pt x="11109" y="226"/>
                  </a:lnTo>
                  <a:cubicBezTo>
                    <a:pt x="9550" y="488"/>
                    <a:pt x="7936" y="616"/>
                    <a:pt x="6300" y="616"/>
                  </a:cubicBezTo>
                  <a:cubicBezTo>
                    <a:pt x="4213" y="616"/>
                    <a:pt x="2090" y="407"/>
                    <a:pt x="1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3279850" y="2769825"/>
              <a:ext cx="271800" cy="250950"/>
            </a:xfrm>
            <a:custGeom>
              <a:avLst/>
              <a:gdLst/>
              <a:ahLst/>
              <a:cxnLst/>
              <a:rect l="l" t="t" r="r" b="b"/>
              <a:pathLst>
                <a:path w="10872" h="10038" extrusionOk="0">
                  <a:moveTo>
                    <a:pt x="1" y="0"/>
                  </a:moveTo>
                  <a:lnTo>
                    <a:pt x="251" y="2250"/>
                  </a:lnTo>
                  <a:cubicBezTo>
                    <a:pt x="251" y="2250"/>
                    <a:pt x="953" y="10037"/>
                    <a:pt x="5311" y="10037"/>
                  </a:cubicBezTo>
                  <a:cubicBezTo>
                    <a:pt x="10205" y="10037"/>
                    <a:pt x="10836" y="2250"/>
                    <a:pt x="10836" y="2250"/>
                  </a:cubicBezTo>
                  <a:lnTo>
                    <a:pt x="10871" y="203"/>
                  </a:lnTo>
                  <a:lnTo>
                    <a:pt x="10871" y="203"/>
                  </a:lnTo>
                  <a:cubicBezTo>
                    <a:pt x="9093" y="489"/>
                    <a:pt x="7320" y="660"/>
                    <a:pt x="5567" y="660"/>
                  </a:cubicBezTo>
                  <a:cubicBezTo>
                    <a:pt x="3682" y="660"/>
                    <a:pt x="1821" y="463"/>
                    <a:pt x="1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3000075" y="1881200"/>
              <a:ext cx="773325" cy="798175"/>
            </a:xfrm>
            <a:custGeom>
              <a:avLst/>
              <a:gdLst/>
              <a:ahLst/>
              <a:cxnLst/>
              <a:rect l="l" t="t" r="r" b="b"/>
              <a:pathLst>
                <a:path w="30933" h="31927" extrusionOk="0">
                  <a:moveTo>
                    <a:pt x="16179" y="1"/>
                  </a:moveTo>
                  <a:cubicBezTo>
                    <a:pt x="14641" y="1"/>
                    <a:pt x="13019" y="190"/>
                    <a:pt x="11335" y="600"/>
                  </a:cubicBezTo>
                  <a:cubicBezTo>
                    <a:pt x="2358" y="2803"/>
                    <a:pt x="0" y="11173"/>
                    <a:pt x="1441" y="19603"/>
                  </a:cubicBezTo>
                  <a:cubicBezTo>
                    <a:pt x="3025" y="28901"/>
                    <a:pt x="9912" y="31927"/>
                    <a:pt x="16551" y="31927"/>
                  </a:cubicBezTo>
                  <a:cubicBezTo>
                    <a:pt x="17045" y="31927"/>
                    <a:pt x="17537" y="31910"/>
                    <a:pt x="18026" y="31878"/>
                  </a:cubicBezTo>
                  <a:cubicBezTo>
                    <a:pt x="25539" y="31390"/>
                    <a:pt x="30004" y="25353"/>
                    <a:pt x="30444" y="19222"/>
                  </a:cubicBezTo>
                  <a:cubicBezTo>
                    <a:pt x="30933" y="12590"/>
                    <a:pt x="30492" y="10899"/>
                    <a:pt x="29480" y="8006"/>
                  </a:cubicBezTo>
                  <a:cubicBezTo>
                    <a:pt x="27913" y="3555"/>
                    <a:pt x="22846" y="1"/>
                    <a:pt x="16179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3000075" y="2126525"/>
              <a:ext cx="164625" cy="291475"/>
            </a:xfrm>
            <a:custGeom>
              <a:avLst/>
              <a:gdLst/>
              <a:ahLst/>
              <a:cxnLst/>
              <a:rect l="l" t="t" r="r" b="b"/>
              <a:pathLst>
                <a:path w="6585" h="11659" extrusionOk="0">
                  <a:moveTo>
                    <a:pt x="3361" y="0"/>
                  </a:moveTo>
                  <a:cubicBezTo>
                    <a:pt x="2589" y="0"/>
                    <a:pt x="1844" y="150"/>
                    <a:pt x="1488" y="574"/>
                  </a:cubicBezTo>
                  <a:cubicBezTo>
                    <a:pt x="226" y="2074"/>
                    <a:pt x="286" y="4872"/>
                    <a:pt x="143" y="6837"/>
                  </a:cubicBezTo>
                  <a:cubicBezTo>
                    <a:pt x="0" y="8801"/>
                    <a:pt x="988" y="10945"/>
                    <a:pt x="2822" y="11659"/>
                  </a:cubicBezTo>
                  <a:lnTo>
                    <a:pt x="2012" y="10611"/>
                  </a:lnTo>
                  <a:cubicBezTo>
                    <a:pt x="3489" y="9659"/>
                    <a:pt x="4167" y="7635"/>
                    <a:pt x="3560" y="5980"/>
                  </a:cubicBezTo>
                  <a:lnTo>
                    <a:pt x="3560" y="5980"/>
                  </a:lnTo>
                  <a:cubicBezTo>
                    <a:pt x="3749" y="6421"/>
                    <a:pt x="4238" y="6665"/>
                    <a:pt x="4722" y="6665"/>
                  </a:cubicBezTo>
                  <a:cubicBezTo>
                    <a:pt x="4878" y="6665"/>
                    <a:pt x="5034" y="6639"/>
                    <a:pt x="5179" y="6587"/>
                  </a:cubicBezTo>
                  <a:cubicBezTo>
                    <a:pt x="5775" y="6373"/>
                    <a:pt x="6179" y="5801"/>
                    <a:pt x="6370" y="5194"/>
                  </a:cubicBezTo>
                  <a:cubicBezTo>
                    <a:pt x="6572" y="4599"/>
                    <a:pt x="6572" y="3956"/>
                    <a:pt x="6572" y="3325"/>
                  </a:cubicBezTo>
                  <a:cubicBezTo>
                    <a:pt x="6584" y="2729"/>
                    <a:pt x="6584" y="2122"/>
                    <a:pt x="6394" y="1562"/>
                  </a:cubicBezTo>
                  <a:cubicBezTo>
                    <a:pt x="6215" y="991"/>
                    <a:pt x="5822" y="467"/>
                    <a:pt x="5263" y="277"/>
                  </a:cubicBezTo>
                  <a:cubicBezTo>
                    <a:pt x="4787" y="124"/>
                    <a:pt x="406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3648950" y="2131625"/>
              <a:ext cx="146775" cy="286375"/>
            </a:xfrm>
            <a:custGeom>
              <a:avLst/>
              <a:gdLst/>
              <a:ahLst/>
              <a:cxnLst/>
              <a:rect l="l" t="t" r="r" b="b"/>
              <a:pathLst>
                <a:path w="5871" h="11455" extrusionOk="0">
                  <a:moveTo>
                    <a:pt x="1789" y="0"/>
                  </a:moveTo>
                  <a:cubicBezTo>
                    <a:pt x="1639" y="0"/>
                    <a:pt x="1486" y="23"/>
                    <a:pt x="1334" y="73"/>
                  </a:cubicBezTo>
                  <a:cubicBezTo>
                    <a:pt x="763" y="263"/>
                    <a:pt x="370" y="787"/>
                    <a:pt x="191" y="1358"/>
                  </a:cubicBezTo>
                  <a:cubicBezTo>
                    <a:pt x="1" y="1918"/>
                    <a:pt x="13" y="2525"/>
                    <a:pt x="13" y="3121"/>
                  </a:cubicBezTo>
                  <a:cubicBezTo>
                    <a:pt x="13" y="3752"/>
                    <a:pt x="25" y="4395"/>
                    <a:pt x="215" y="4990"/>
                  </a:cubicBezTo>
                  <a:cubicBezTo>
                    <a:pt x="406" y="5597"/>
                    <a:pt x="822" y="6169"/>
                    <a:pt x="1418" y="6383"/>
                  </a:cubicBezTo>
                  <a:cubicBezTo>
                    <a:pt x="1560" y="6435"/>
                    <a:pt x="1713" y="6461"/>
                    <a:pt x="1868" y="6461"/>
                  </a:cubicBezTo>
                  <a:cubicBezTo>
                    <a:pt x="2347" y="6461"/>
                    <a:pt x="2836" y="6217"/>
                    <a:pt x="3025" y="5776"/>
                  </a:cubicBezTo>
                  <a:lnTo>
                    <a:pt x="3025" y="5776"/>
                  </a:lnTo>
                  <a:cubicBezTo>
                    <a:pt x="2418" y="7431"/>
                    <a:pt x="3096" y="9455"/>
                    <a:pt x="4585" y="10407"/>
                  </a:cubicBezTo>
                  <a:lnTo>
                    <a:pt x="3763" y="11455"/>
                  </a:lnTo>
                  <a:cubicBezTo>
                    <a:pt x="5597" y="10741"/>
                    <a:pt x="5871" y="8919"/>
                    <a:pt x="5728" y="6954"/>
                  </a:cubicBezTo>
                  <a:cubicBezTo>
                    <a:pt x="5585" y="4990"/>
                    <a:pt x="5239" y="2882"/>
                    <a:pt x="3977" y="1370"/>
                  </a:cubicBezTo>
                  <a:cubicBezTo>
                    <a:pt x="3413" y="685"/>
                    <a:pt x="2619" y="0"/>
                    <a:pt x="17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3624550" y="2318875"/>
              <a:ext cx="188250" cy="213475"/>
            </a:xfrm>
            <a:custGeom>
              <a:avLst/>
              <a:gdLst/>
              <a:ahLst/>
              <a:cxnLst/>
              <a:rect l="l" t="t" r="r" b="b"/>
              <a:pathLst>
                <a:path w="7530" h="8539" extrusionOk="0">
                  <a:moveTo>
                    <a:pt x="3801" y="1"/>
                  </a:moveTo>
                  <a:cubicBezTo>
                    <a:pt x="2712" y="1"/>
                    <a:pt x="1798" y="334"/>
                    <a:pt x="1798" y="334"/>
                  </a:cubicBezTo>
                  <a:cubicBezTo>
                    <a:pt x="1798" y="334"/>
                    <a:pt x="0" y="4608"/>
                    <a:pt x="155" y="6108"/>
                  </a:cubicBezTo>
                  <a:cubicBezTo>
                    <a:pt x="315" y="7723"/>
                    <a:pt x="1662" y="8538"/>
                    <a:pt x="3149" y="8538"/>
                  </a:cubicBezTo>
                  <a:cubicBezTo>
                    <a:pt x="5204" y="8538"/>
                    <a:pt x="7529" y="6983"/>
                    <a:pt x="7370" y="3834"/>
                  </a:cubicBezTo>
                  <a:cubicBezTo>
                    <a:pt x="7210" y="660"/>
                    <a:pt x="5333" y="1"/>
                    <a:pt x="3801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3640925" y="2361375"/>
              <a:ext cx="147050" cy="117950"/>
            </a:xfrm>
            <a:custGeom>
              <a:avLst/>
              <a:gdLst/>
              <a:ahLst/>
              <a:cxnLst/>
              <a:rect l="l" t="t" r="r" b="b"/>
              <a:pathLst>
                <a:path w="5882" h="4718" extrusionOk="0">
                  <a:moveTo>
                    <a:pt x="3555" y="1"/>
                  </a:moveTo>
                  <a:cubicBezTo>
                    <a:pt x="3036" y="1"/>
                    <a:pt x="2506" y="180"/>
                    <a:pt x="1977" y="527"/>
                  </a:cubicBezTo>
                  <a:cubicBezTo>
                    <a:pt x="0" y="1848"/>
                    <a:pt x="1239" y="4622"/>
                    <a:pt x="1250" y="4658"/>
                  </a:cubicBezTo>
                  <a:cubicBezTo>
                    <a:pt x="1274" y="4694"/>
                    <a:pt x="1310" y="4718"/>
                    <a:pt x="1358" y="4718"/>
                  </a:cubicBezTo>
                  <a:cubicBezTo>
                    <a:pt x="1369" y="4718"/>
                    <a:pt x="1381" y="4718"/>
                    <a:pt x="1393" y="4706"/>
                  </a:cubicBezTo>
                  <a:cubicBezTo>
                    <a:pt x="1453" y="4682"/>
                    <a:pt x="1477" y="4622"/>
                    <a:pt x="1453" y="4563"/>
                  </a:cubicBezTo>
                  <a:cubicBezTo>
                    <a:pt x="1441" y="4539"/>
                    <a:pt x="274" y="1932"/>
                    <a:pt x="2096" y="717"/>
                  </a:cubicBezTo>
                  <a:cubicBezTo>
                    <a:pt x="2591" y="387"/>
                    <a:pt x="3078" y="220"/>
                    <a:pt x="3554" y="220"/>
                  </a:cubicBezTo>
                  <a:cubicBezTo>
                    <a:pt x="3696" y="220"/>
                    <a:pt x="3837" y="235"/>
                    <a:pt x="3977" y="265"/>
                  </a:cubicBezTo>
                  <a:cubicBezTo>
                    <a:pt x="5025" y="491"/>
                    <a:pt x="5656" y="1491"/>
                    <a:pt x="5656" y="1503"/>
                  </a:cubicBezTo>
                  <a:cubicBezTo>
                    <a:pt x="5680" y="1535"/>
                    <a:pt x="5714" y="1556"/>
                    <a:pt x="5752" y="1556"/>
                  </a:cubicBezTo>
                  <a:cubicBezTo>
                    <a:pt x="5771" y="1556"/>
                    <a:pt x="5791" y="1551"/>
                    <a:pt x="5811" y="1539"/>
                  </a:cubicBezTo>
                  <a:cubicBezTo>
                    <a:pt x="5858" y="1503"/>
                    <a:pt x="5882" y="1443"/>
                    <a:pt x="5846" y="1384"/>
                  </a:cubicBezTo>
                  <a:cubicBezTo>
                    <a:pt x="5822" y="1348"/>
                    <a:pt x="5168" y="300"/>
                    <a:pt x="4025" y="50"/>
                  </a:cubicBezTo>
                  <a:cubicBezTo>
                    <a:pt x="3869" y="17"/>
                    <a:pt x="3713" y="1"/>
                    <a:pt x="355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3662350" y="2406325"/>
              <a:ext cx="82475" cy="19800"/>
            </a:xfrm>
            <a:custGeom>
              <a:avLst/>
              <a:gdLst/>
              <a:ahLst/>
              <a:cxnLst/>
              <a:rect l="l" t="t" r="r" b="b"/>
              <a:pathLst>
                <a:path w="3299" h="792" extrusionOk="0">
                  <a:moveTo>
                    <a:pt x="1491" y="1"/>
                  </a:moveTo>
                  <a:cubicBezTo>
                    <a:pt x="1015" y="1"/>
                    <a:pt x="505" y="153"/>
                    <a:pt x="48" y="610"/>
                  </a:cubicBezTo>
                  <a:cubicBezTo>
                    <a:pt x="1" y="646"/>
                    <a:pt x="1" y="717"/>
                    <a:pt x="48" y="765"/>
                  </a:cubicBezTo>
                  <a:cubicBezTo>
                    <a:pt x="66" y="782"/>
                    <a:pt x="93" y="791"/>
                    <a:pt x="121" y="791"/>
                  </a:cubicBezTo>
                  <a:cubicBezTo>
                    <a:pt x="149" y="791"/>
                    <a:pt x="179" y="782"/>
                    <a:pt x="203" y="765"/>
                  </a:cubicBezTo>
                  <a:cubicBezTo>
                    <a:pt x="608" y="356"/>
                    <a:pt x="1064" y="220"/>
                    <a:pt x="1493" y="220"/>
                  </a:cubicBezTo>
                  <a:cubicBezTo>
                    <a:pt x="2351" y="220"/>
                    <a:pt x="3100" y="765"/>
                    <a:pt x="3108" y="765"/>
                  </a:cubicBezTo>
                  <a:cubicBezTo>
                    <a:pt x="3132" y="788"/>
                    <a:pt x="3156" y="788"/>
                    <a:pt x="3179" y="788"/>
                  </a:cubicBezTo>
                  <a:cubicBezTo>
                    <a:pt x="3215" y="788"/>
                    <a:pt x="3239" y="777"/>
                    <a:pt x="3263" y="753"/>
                  </a:cubicBezTo>
                  <a:cubicBezTo>
                    <a:pt x="3299" y="705"/>
                    <a:pt x="3287" y="634"/>
                    <a:pt x="3239" y="598"/>
                  </a:cubicBezTo>
                  <a:cubicBezTo>
                    <a:pt x="3231" y="590"/>
                    <a:pt x="2427" y="1"/>
                    <a:pt x="1491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>
              <a:off x="3028650" y="2305475"/>
              <a:ext cx="803675" cy="469725"/>
            </a:xfrm>
            <a:custGeom>
              <a:avLst/>
              <a:gdLst/>
              <a:ahLst/>
              <a:cxnLst/>
              <a:rect l="l" t="t" r="r" b="b"/>
              <a:pathLst>
                <a:path w="32147" h="18789" extrusionOk="0">
                  <a:moveTo>
                    <a:pt x="27504" y="0"/>
                  </a:moveTo>
                  <a:cubicBezTo>
                    <a:pt x="27503" y="1"/>
                    <a:pt x="26789" y="1037"/>
                    <a:pt x="24563" y="5203"/>
                  </a:cubicBezTo>
                  <a:cubicBezTo>
                    <a:pt x="24061" y="6138"/>
                    <a:pt x="23237" y="6439"/>
                    <a:pt x="22264" y="6439"/>
                  </a:cubicBezTo>
                  <a:cubicBezTo>
                    <a:pt x="20498" y="6439"/>
                    <a:pt x="18241" y="5448"/>
                    <a:pt x="16520" y="5448"/>
                  </a:cubicBezTo>
                  <a:cubicBezTo>
                    <a:pt x="16446" y="5448"/>
                    <a:pt x="16372" y="5450"/>
                    <a:pt x="16300" y="5453"/>
                  </a:cubicBezTo>
                  <a:cubicBezTo>
                    <a:pt x="13633" y="5608"/>
                    <a:pt x="12454" y="6120"/>
                    <a:pt x="9501" y="6192"/>
                  </a:cubicBezTo>
                  <a:cubicBezTo>
                    <a:pt x="9482" y="6192"/>
                    <a:pt x="9462" y="6192"/>
                    <a:pt x="9443" y="6192"/>
                  </a:cubicBezTo>
                  <a:cubicBezTo>
                    <a:pt x="6545" y="6192"/>
                    <a:pt x="5710" y="940"/>
                    <a:pt x="1607" y="940"/>
                  </a:cubicBezTo>
                  <a:cubicBezTo>
                    <a:pt x="1579" y="940"/>
                    <a:pt x="1552" y="941"/>
                    <a:pt x="1524" y="941"/>
                  </a:cubicBezTo>
                  <a:cubicBezTo>
                    <a:pt x="1524" y="941"/>
                    <a:pt x="0" y="18788"/>
                    <a:pt x="15752" y="18788"/>
                  </a:cubicBezTo>
                  <a:cubicBezTo>
                    <a:pt x="32147" y="18788"/>
                    <a:pt x="27504" y="1"/>
                    <a:pt x="275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8"/>
            <p:cNvSpPr/>
            <p:nvPr/>
          </p:nvSpPr>
          <p:spPr>
            <a:xfrm>
              <a:off x="3417975" y="2495375"/>
              <a:ext cx="57475" cy="38125"/>
            </a:xfrm>
            <a:custGeom>
              <a:avLst/>
              <a:gdLst/>
              <a:ahLst/>
              <a:cxnLst/>
              <a:rect l="l" t="t" r="r" b="b"/>
              <a:pathLst>
                <a:path w="2299" h="1525" extrusionOk="0">
                  <a:moveTo>
                    <a:pt x="108" y="1"/>
                  </a:moveTo>
                  <a:cubicBezTo>
                    <a:pt x="48" y="12"/>
                    <a:pt x="0" y="60"/>
                    <a:pt x="12" y="120"/>
                  </a:cubicBezTo>
                  <a:cubicBezTo>
                    <a:pt x="12" y="143"/>
                    <a:pt x="203" y="1525"/>
                    <a:pt x="1870" y="1525"/>
                  </a:cubicBezTo>
                  <a:cubicBezTo>
                    <a:pt x="1965" y="1525"/>
                    <a:pt x="2084" y="1513"/>
                    <a:pt x="2191" y="1501"/>
                  </a:cubicBezTo>
                  <a:cubicBezTo>
                    <a:pt x="2251" y="1501"/>
                    <a:pt x="2298" y="1441"/>
                    <a:pt x="2286" y="1382"/>
                  </a:cubicBezTo>
                  <a:cubicBezTo>
                    <a:pt x="2286" y="1322"/>
                    <a:pt x="2227" y="1286"/>
                    <a:pt x="2167" y="1286"/>
                  </a:cubicBezTo>
                  <a:cubicBezTo>
                    <a:pt x="2063" y="1296"/>
                    <a:pt x="1964" y="1301"/>
                    <a:pt x="1870" y="1301"/>
                  </a:cubicBezTo>
                  <a:cubicBezTo>
                    <a:pt x="407" y="1301"/>
                    <a:pt x="238" y="152"/>
                    <a:pt x="227" y="96"/>
                  </a:cubicBezTo>
                  <a:cubicBezTo>
                    <a:pt x="215" y="36"/>
                    <a:pt x="167" y="1"/>
                    <a:pt x="108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8"/>
            <p:cNvSpPr/>
            <p:nvPr/>
          </p:nvSpPr>
          <p:spPr>
            <a:xfrm>
              <a:off x="3188475" y="2208725"/>
              <a:ext cx="152425" cy="82825"/>
            </a:xfrm>
            <a:custGeom>
              <a:avLst/>
              <a:gdLst/>
              <a:ahLst/>
              <a:cxnLst/>
              <a:rect l="l" t="t" r="r" b="b"/>
              <a:pathLst>
                <a:path w="6097" h="3313" extrusionOk="0">
                  <a:moveTo>
                    <a:pt x="4781" y="1"/>
                  </a:moveTo>
                  <a:cubicBezTo>
                    <a:pt x="4246" y="1"/>
                    <a:pt x="3464" y="233"/>
                    <a:pt x="2299" y="846"/>
                  </a:cubicBezTo>
                  <a:cubicBezTo>
                    <a:pt x="1" y="2049"/>
                    <a:pt x="1084" y="3013"/>
                    <a:pt x="1084" y="3013"/>
                  </a:cubicBezTo>
                  <a:cubicBezTo>
                    <a:pt x="1302" y="3218"/>
                    <a:pt x="1579" y="3313"/>
                    <a:pt x="1918" y="3313"/>
                  </a:cubicBezTo>
                  <a:cubicBezTo>
                    <a:pt x="2507" y="3313"/>
                    <a:pt x="3286" y="3028"/>
                    <a:pt x="4275" y="2537"/>
                  </a:cubicBezTo>
                  <a:cubicBezTo>
                    <a:pt x="5573" y="1882"/>
                    <a:pt x="6097" y="1061"/>
                    <a:pt x="5763" y="513"/>
                  </a:cubicBezTo>
                  <a:cubicBezTo>
                    <a:pt x="5583" y="215"/>
                    <a:pt x="5296" y="1"/>
                    <a:pt x="4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>
              <a:off x="3289375" y="2337325"/>
              <a:ext cx="55100" cy="67000"/>
            </a:xfrm>
            <a:custGeom>
              <a:avLst/>
              <a:gdLst/>
              <a:ahLst/>
              <a:cxnLst/>
              <a:rect l="l" t="t" r="r" b="b"/>
              <a:pathLst>
                <a:path w="2204" h="2680" extrusionOk="0">
                  <a:moveTo>
                    <a:pt x="1108" y="0"/>
                  </a:moveTo>
                  <a:cubicBezTo>
                    <a:pt x="501" y="0"/>
                    <a:pt x="1" y="596"/>
                    <a:pt x="1" y="1346"/>
                  </a:cubicBezTo>
                  <a:cubicBezTo>
                    <a:pt x="1" y="2084"/>
                    <a:pt x="501" y="2679"/>
                    <a:pt x="1108" y="2679"/>
                  </a:cubicBezTo>
                  <a:cubicBezTo>
                    <a:pt x="1715" y="2679"/>
                    <a:pt x="2204" y="2084"/>
                    <a:pt x="2204" y="1346"/>
                  </a:cubicBezTo>
                  <a:cubicBezTo>
                    <a:pt x="2204" y="596"/>
                    <a:pt x="1715" y="0"/>
                    <a:pt x="1108" y="0"/>
                  </a:cubicBezTo>
                  <a:close/>
                </a:path>
              </a:pathLst>
            </a:custGeom>
            <a:solidFill>
              <a:srgbClr val="00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>
              <a:off x="3557875" y="2208725"/>
              <a:ext cx="152425" cy="82825"/>
            </a:xfrm>
            <a:custGeom>
              <a:avLst/>
              <a:gdLst/>
              <a:ahLst/>
              <a:cxnLst/>
              <a:rect l="l" t="t" r="r" b="b"/>
              <a:pathLst>
                <a:path w="6097" h="3313" extrusionOk="0">
                  <a:moveTo>
                    <a:pt x="1316" y="1"/>
                  </a:moveTo>
                  <a:cubicBezTo>
                    <a:pt x="801" y="1"/>
                    <a:pt x="515" y="215"/>
                    <a:pt x="334" y="513"/>
                  </a:cubicBezTo>
                  <a:cubicBezTo>
                    <a:pt x="0" y="1061"/>
                    <a:pt x="524" y="1882"/>
                    <a:pt x="1822" y="2537"/>
                  </a:cubicBezTo>
                  <a:cubicBezTo>
                    <a:pt x="2811" y="3028"/>
                    <a:pt x="3590" y="3313"/>
                    <a:pt x="4179" y="3313"/>
                  </a:cubicBezTo>
                  <a:cubicBezTo>
                    <a:pt x="4518" y="3313"/>
                    <a:pt x="4795" y="3218"/>
                    <a:pt x="5013" y="3013"/>
                  </a:cubicBezTo>
                  <a:cubicBezTo>
                    <a:pt x="5013" y="3013"/>
                    <a:pt x="6096" y="2049"/>
                    <a:pt x="3799" y="846"/>
                  </a:cubicBezTo>
                  <a:cubicBezTo>
                    <a:pt x="2633" y="233"/>
                    <a:pt x="1851" y="1"/>
                    <a:pt x="13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8"/>
            <p:cNvSpPr/>
            <p:nvPr/>
          </p:nvSpPr>
          <p:spPr>
            <a:xfrm>
              <a:off x="3560250" y="2346850"/>
              <a:ext cx="55100" cy="67300"/>
            </a:xfrm>
            <a:custGeom>
              <a:avLst/>
              <a:gdLst/>
              <a:ahLst/>
              <a:cxnLst/>
              <a:rect l="l" t="t" r="r" b="b"/>
              <a:pathLst>
                <a:path w="2204" h="2692" extrusionOk="0">
                  <a:moveTo>
                    <a:pt x="1108" y="0"/>
                  </a:moveTo>
                  <a:cubicBezTo>
                    <a:pt x="501" y="0"/>
                    <a:pt x="1" y="608"/>
                    <a:pt x="1" y="1346"/>
                  </a:cubicBezTo>
                  <a:cubicBezTo>
                    <a:pt x="1" y="2084"/>
                    <a:pt x="501" y="2691"/>
                    <a:pt x="1108" y="2691"/>
                  </a:cubicBezTo>
                  <a:cubicBezTo>
                    <a:pt x="1715" y="2691"/>
                    <a:pt x="2203" y="2084"/>
                    <a:pt x="2203" y="1346"/>
                  </a:cubicBezTo>
                  <a:cubicBezTo>
                    <a:pt x="2203" y="608"/>
                    <a:pt x="1715" y="0"/>
                    <a:pt x="1108" y="0"/>
                  </a:cubicBezTo>
                  <a:close/>
                </a:path>
              </a:pathLst>
            </a:custGeom>
            <a:solidFill>
              <a:srgbClr val="00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>
              <a:off x="2981500" y="2347750"/>
              <a:ext cx="188250" cy="213675"/>
            </a:xfrm>
            <a:custGeom>
              <a:avLst/>
              <a:gdLst/>
              <a:ahLst/>
              <a:cxnLst/>
              <a:rect l="l" t="t" r="r" b="b"/>
              <a:pathLst>
                <a:path w="7530" h="8547" extrusionOk="0">
                  <a:moveTo>
                    <a:pt x="3722" y="1"/>
                  </a:moveTo>
                  <a:cubicBezTo>
                    <a:pt x="2193" y="1"/>
                    <a:pt x="320" y="660"/>
                    <a:pt x="160" y="3834"/>
                  </a:cubicBezTo>
                  <a:cubicBezTo>
                    <a:pt x="1" y="6989"/>
                    <a:pt x="2320" y="8547"/>
                    <a:pt x="4373" y="8547"/>
                  </a:cubicBezTo>
                  <a:cubicBezTo>
                    <a:pt x="5861" y="8547"/>
                    <a:pt x="7210" y="7729"/>
                    <a:pt x="7375" y="6108"/>
                  </a:cubicBezTo>
                  <a:cubicBezTo>
                    <a:pt x="7530" y="4608"/>
                    <a:pt x="5720" y="333"/>
                    <a:pt x="5720" y="333"/>
                  </a:cubicBezTo>
                  <a:cubicBezTo>
                    <a:pt x="5720" y="333"/>
                    <a:pt x="4808" y="1"/>
                    <a:pt x="3722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3006325" y="2390500"/>
              <a:ext cx="146750" cy="117700"/>
            </a:xfrm>
            <a:custGeom>
              <a:avLst/>
              <a:gdLst/>
              <a:ahLst/>
              <a:cxnLst/>
              <a:rect l="l" t="t" r="r" b="b"/>
              <a:pathLst>
                <a:path w="5870" h="4708" extrusionOk="0">
                  <a:moveTo>
                    <a:pt x="2337" y="1"/>
                  </a:moveTo>
                  <a:cubicBezTo>
                    <a:pt x="2177" y="1"/>
                    <a:pt x="2017" y="18"/>
                    <a:pt x="1858" y="52"/>
                  </a:cubicBezTo>
                  <a:cubicBezTo>
                    <a:pt x="715" y="290"/>
                    <a:pt x="60" y="1338"/>
                    <a:pt x="36" y="1386"/>
                  </a:cubicBezTo>
                  <a:cubicBezTo>
                    <a:pt x="0" y="1433"/>
                    <a:pt x="24" y="1505"/>
                    <a:pt x="72" y="1529"/>
                  </a:cubicBezTo>
                  <a:cubicBezTo>
                    <a:pt x="89" y="1542"/>
                    <a:pt x="111" y="1549"/>
                    <a:pt x="131" y="1549"/>
                  </a:cubicBezTo>
                  <a:cubicBezTo>
                    <a:pt x="166" y="1549"/>
                    <a:pt x="200" y="1530"/>
                    <a:pt x="214" y="1493"/>
                  </a:cubicBezTo>
                  <a:cubicBezTo>
                    <a:pt x="226" y="1481"/>
                    <a:pt x="857" y="493"/>
                    <a:pt x="1905" y="255"/>
                  </a:cubicBezTo>
                  <a:cubicBezTo>
                    <a:pt x="2045" y="224"/>
                    <a:pt x="2186" y="209"/>
                    <a:pt x="2328" y="209"/>
                  </a:cubicBezTo>
                  <a:cubicBezTo>
                    <a:pt x="2803" y="209"/>
                    <a:pt x="3289" y="377"/>
                    <a:pt x="3774" y="707"/>
                  </a:cubicBezTo>
                  <a:cubicBezTo>
                    <a:pt x="5596" y="1921"/>
                    <a:pt x="4441" y="4529"/>
                    <a:pt x="4429" y="4553"/>
                  </a:cubicBezTo>
                  <a:cubicBezTo>
                    <a:pt x="4405" y="4612"/>
                    <a:pt x="4429" y="4672"/>
                    <a:pt x="4477" y="4708"/>
                  </a:cubicBezTo>
                  <a:lnTo>
                    <a:pt x="4525" y="4708"/>
                  </a:lnTo>
                  <a:cubicBezTo>
                    <a:pt x="4560" y="4708"/>
                    <a:pt x="4608" y="4684"/>
                    <a:pt x="4620" y="4648"/>
                  </a:cubicBezTo>
                  <a:cubicBezTo>
                    <a:pt x="4632" y="4624"/>
                    <a:pt x="5870" y="1838"/>
                    <a:pt x="3893" y="528"/>
                  </a:cubicBezTo>
                  <a:cubicBezTo>
                    <a:pt x="3368" y="175"/>
                    <a:pt x="2849" y="1"/>
                    <a:pt x="2337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>
              <a:off x="3049175" y="2435200"/>
              <a:ext cx="82775" cy="20025"/>
            </a:xfrm>
            <a:custGeom>
              <a:avLst/>
              <a:gdLst/>
              <a:ahLst/>
              <a:cxnLst/>
              <a:rect l="l" t="t" r="r" b="b"/>
              <a:pathLst>
                <a:path w="3311" h="801" extrusionOk="0">
                  <a:moveTo>
                    <a:pt x="1820" y="1"/>
                  </a:moveTo>
                  <a:cubicBezTo>
                    <a:pt x="883" y="1"/>
                    <a:pt x="76" y="590"/>
                    <a:pt x="60" y="598"/>
                  </a:cubicBezTo>
                  <a:cubicBezTo>
                    <a:pt x="13" y="634"/>
                    <a:pt x="1" y="705"/>
                    <a:pt x="36" y="753"/>
                  </a:cubicBezTo>
                  <a:cubicBezTo>
                    <a:pt x="60" y="776"/>
                    <a:pt x="96" y="800"/>
                    <a:pt x="132" y="800"/>
                  </a:cubicBezTo>
                  <a:cubicBezTo>
                    <a:pt x="155" y="800"/>
                    <a:pt x="179" y="788"/>
                    <a:pt x="191" y="776"/>
                  </a:cubicBezTo>
                  <a:cubicBezTo>
                    <a:pt x="207" y="768"/>
                    <a:pt x="954" y="220"/>
                    <a:pt x="1814" y="220"/>
                  </a:cubicBezTo>
                  <a:cubicBezTo>
                    <a:pt x="2243" y="220"/>
                    <a:pt x="2700" y="356"/>
                    <a:pt x="3108" y="765"/>
                  </a:cubicBezTo>
                  <a:cubicBezTo>
                    <a:pt x="3132" y="788"/>
                    <a:pt x="3159" y="800"/>
                    <a:pt x="3186" y="800"/>
                  </a:cubicBezTo>
                  <a:cubicBezTo>
                    <a:pt x="3212" y="800"/>
                    <a:pt x="3239" y="788"/>
                    <a:pt x="3263" y="765"/>
                  </a:cubicBezTo>
                  <a:cubicBezTo>
                    <a:pt x="3311" y="729"/>
                    <a:pt x="3311" y="657"/>
                    <a:pt x="3263" y="610"/>
                  </a:cubicBezTo>
                  <a:cubicBezTo>
                    <a:pt x="2806" y="153"/>
                    <a:pt x="2296" y="1"/>
                    <a:pt x="1820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8"/>
            <p:cNvSpPr/>
            <p:nvPr/>
          </p:nvSpPr>
          <p:spPr>
            <a:xfrm>
              <a:off x="3406375" y="2163200"/>
              <a:ext cx="111625" cy="279825"/>
            </a:xfrm>
            <a:custGeom>
              <a:avLst/>
              <a:gdLst/>
              <a:ahLst/>
              <a:cxnLst/>
              <a:rect l="l" t="t" r="r" b="b"/>
              <a:pathLst>
                <a:path w="4465" h="11193" extrusionOk="0">
                  <a:moveTo>
                    <a:pt x="595" y="0"/>
                  </a:moveTo>
                  <a:cubicBezTo>
                    <a:pt x="536" y="0"/>
                    <a:pt x="476" y="48"/>
                    <a:pt x="476" y="107"/>
                  </a:cubicBezTo>
                  <a:cubicBezTo>
                    <a:pt x="429" y="810"/>
                    <a:pt x="0" y="7049"/>
                    <a:pt x="488" y="7846"/>
                  </a:cubicBezTo>
                  <a:cubicBezTo>
                    <a:pt x="644" y="8090"/>
                    <a:pt x="907" y="8306"/>
                    <a:pt x="1349" y="8306"/>
                  </a:cubicBezTo>
                  <a:cubicBezTo>
                    <a:pt x="1686" y="8306"/>
                    <a:pt x="2127" y="8181"/>
                    <a:pt x="2703" y="7846"/>
                  </a:cubicBezTo>
                  <a:cubicBezTo>
                    <a:pt x="2727" y="7835"/>
                    <a:pt x="2750" y="7823"/>
                    <a:pt x="2762" y="7811"/>
                  </a:cubicBezTo>
                  <a:cubicBezTo>
                    <a:pt x="2935" y="7719"/>
                    <a:pt x="3098" y="7674"/>
                    <a:pt x="3247" y="7674"/>
                  </a:cubicBezTo>
                  <a:cubicBezTo>
                    <a:pt x="3428" y="7674"/>
                    <a:pt x="3590" y="7740"/>
                    <a:pt x="3727" y="7870"/>
                  </a:cubicBezTo>
                  <a:cubicBezTo>
                    <a:pt x="4132" y="8263"/>
                    <a:pt x="4227" y="9180"/>
                    <a:pt x="3917" y="9799"/>
                  </a:cubicBezTo>
                  <a:cubicBezTo>
                    <a:pt x="3536" y="10573"/>
                    <a:pt x="2667" y="10978"/>
                    <a:pt x="2655" y="10990"/>
                  </a:cubicBezTo>
                  <a:cubicBezTo>
                    <a:pt x="2608" y="11013"/>
                    <a:pt x="2572" y="11073"/>
                    <a:pt x="2608" y="11133"/>
                  </a:cubicBezTo>
                  <a:cubicBezTo>
                    <a:pt x="2620" y="11168"/>
                    <a:pt x="2655" y="11192"/>
                    <a:pt x="2703" y="11192"/>
                  </a:cubicBezTo>
                  <a:cubicBezTo>
                    <a:pt x="2715" y="11192"/>
                    <a:pt x="2739" y="11192"/>
                    <a:pt x="2750" y="11180"/>
                  </a:cubicBezTo>
                  <a:cubicBezTo>
                    <a:pt x="2786" y="11168"/>
                    <a:pt x="3691" y="10740"/>
                    <a:pt x="4120" y="9894"/>
                  </a:cubicBezTo>
                  <a:cubicBezTo>
                    <a:pt x="4465" y="9192"/>
                    <a:pt x="4346" y="8180"/>
                    <a:pt x="3870" y="7715"/>
                  </a:cubicBezTo>
                  <a:cubicBezTo>
                    <a:pt x="3697" y="7543"/>
                    <a:pt x="3487" y="7455"/>
                    <a:pt x="3254" y="7455"/>
                  </a:cubicBezTo>
                  <a:cubicBezTo>
                    <a:pt x="3070" y="7455"/>
                    <a:pt x="2872" y="7510"/>
                    <a:pt x="2667" y="7620"/>
                  </a:cubicBezTo>
                  <a:cubicBezTo>
                    <a:pt x="2655" y="7620"/>
                    <a:pt x="2631" y="7644"/>
                    <a:pt x="2596" y="7656"/>
                  </a:cubicBezTo>
                  <a:cubicBezTo>
                    <a:pt x="2101" y="7947"/>
                    <a:pt x="1689" y="8090"/>
                    <a:pt x="1363" y="8090"/>
                  </a:cubicBezTo>
                  <a:cubicBezTo>
                    <a:pt x="1062" y="8090"/>
                    <a:pt x="833" y="7968"/>
                    <a:pt x="679" y="7727"/>
                  </a:cubicBezTo>
                  <a:cubicBezTo>
                    <a:pt x="286" y="7108"/>
                    <a:pt x="560" y="2024"/>
                    <a:pt x="691" y="119"/>
                  </a:cubicBezTo>
                  <a:cubicBezTo>
                    <a:pt x="703" y="60"/>
                    <a:pt x="655" y="12"/>
                    <a:pt x="595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8"/>
            <p:cNvSpPr/>
            <p:nvPr/>
          </p:nvSpPr>
          <p:spPr>
            <a:xfrm>
              <a:off x="2978050" y="2236075"/>
              <a:ext cx="792075" cy="262950"/>
            </a:xfrm>
            <a:custGeom>
              <a:avLst/>
              <a:gdLst/>
              <a:ahLst/>
              <a:cxnLst/>
              <a:rect l="l" t="t" r="r" b="b"/>
              <a:pathLst>
                <a:path w="31683" h="10518" extrusionOk="0">
                  <a:moveTo>
                    <a:pt x="12653" y="263"/>
                  </a:moveTo>
                  <a:cubicBezTo>
                    <a:pt x="12690" y="263"/>
                    <a:pt x="12727" y="263"/>
                    <a:pt x="12764" y="264"/>
                  </a:cubicBezTo>
                  <a:cubicBezTo>
                    <a:pt x="15419" y="336"/>
                    <a:pt x="17514" y="2550"/>
                    <a:pt x="17455" y="5205"/>
                  </a:cubicBezTo>
                  <a:cubicBezTo>
                    <a:pt x="17384" y="7816"/>
                    <a:pt x="15241" y="9886"/>
                    <a:pt x="12645" y="9886"/>
                  </a:cubicBezTo>
                  <a:cubicBezTo>
                    <a:pt x="12601" y="9886"/>
                    <a:pt x="12558" y="9886"/>
                    <a:pt x="12514" y="9884"/>
                  </a:cubicBezTo>
                  <a:cubicBezTo>
                    <a:pt x="9858" y="9825"/>
                    <a:pt x="7763" y="7610"/>
                    <a:pt x="7834" y="4955"/>
                  </a:cubicBezTo>
                  <a:cubicBezTo>
                    <a:pt x="7893" y="2337"/>
                    <a:pt x="10047" y="263"/>
                    <a:pt x="12653" y="263"/>
                  </a:cubicBezTo>
                  <a:close/>
                  <a:moveTo>
                    <a:pt x="26516" y="632"/>
                  </a:moveTo>
                  <a:cubicBezTo>
                    <a:pt x="26559" y="632"/>
                    <a:pt x="26603" y="632"/>
                    <a:pt x="26646" y="633"/>
                  </a:cubicBezTo>
                  <a:cubicBezTo>
                    <a:pt x="29301" y="693"/>
                    <a:pt x="31409" y="2907"/>
                    <a:pt x="31337" y="5562"/>
                  </a:cubicBezTo>
                  <a:cubicBezTo>
                    <a:pt x="31267" y="8174"/>
                    <a:pt x="29124" y="10255"/>
                    <a:pt x="26539" y="10255"/>
                  </a:cubicBezTo>
                  <a:cubicBezTo>
                    <a:pt x="26495" y="10255"/>
                    <a:pt x="26452" y="10255"/>
                    <a:pt x="26408" y="10254"/>
                  </a:cubicBezTo>
                  <a:cubicBezTo>
                    <a:pt x="23753" y="10182"/>
                    <a:pt x="21646" y="7968"/>
                    <a:pt x="21717" y="5312"/>
                  </a:cubicBezTo>
                  <a:cubicBezTo>
                    <a:pt x="21787" y="2713"/>
                    <a:pt x="23931" y="632"/>
                    <a:pt x="26516" y="632"/>
                  </a:cubicBezTo>
                  <a:close/>
                  <a:moveTo>
                    <a:pt x="12641" y="1"/>
                  </a:moveTo>
                  <a:cubicBezTo>
                    <a:pt x="9939" y="1"/>
                    <a:pt x="7713" y="2118"/>
                    <a:pt x="7572" y="4812"/>
                  </a:cubicBezTo>
                  <a:lnTo>
                    <a:pt x="1476" y="4681"/>
                  </a:lnTo>
                  <a:lnTo>
                    <a:pt x="1429" y="4681"/>
                  </a:lnTo>
                  <a:cubicBezTo>
                    <a:pt x="1369" y="4705"/>
                    <a:pt x="83" y="5181"/>
                    <a:pt x="12" y="6384"/>
                  </a:cubicBezTo>
                  <a:cubicBezTo>
                    <a:pt x="0" y="6455"/>
                    <a:pt x="60" y="6515"/>
                    <a:pt x="131" y="6527"/>
                  </a:cubicBezTo>
                  <a:lnTo>
                    <a:pt x="143" y="6527"/>
                  </a:lnTo>
                  <a:cubicBezTo>
                    <a:pt x="214" y="6527"/>
                    <a:pt x="274" y="6467"/>
                    <a:pt x="274" y="6396"/>
                  </a:cubicBezTo>
                  <a:cubicBezTo>
                    <a:pt x="333" y="5455"/>
                    <a:pt x="1334" y="5015"/>
                    <a:pt x="1500" y="4943"/>
                  </a:cubicBezTo>
                  <a:lnTo>
                    <a:pt x="7561" y="5086"/>
                  </a:lnTo>
                  <a:cubicBezTo>
                    <a:pt x="7561" y="7825"/>
                    <a:pt x="9751" y="10087"/>
                    <a:pt x="12502" y="10158"/>
                  </a:cubicBezTo>
                  <a:cubicBezTo>
                    <a:pt x="12546" y="10159"/>
                    <a:pt x="12590" y="10160"/>
                    <a:pt x="12634" y="10160"/>
                  </a:cubicBezTo>
                  <a:cubicBezTo>
                    <a:pt x="15384" y="10160"/>
                    <a:pt x="17646" y="7971"/>
                    <a:pt x="17717" y="5217"/>
                  </a:cubicBezTo>
                  <a:cubicBezTo>
                    <a:pt x="17728" y="5003"/>
                    <a:pt x="17717" y="4789"/>
                    <a:pt x="17693" y="4586"/>
                  </a:cubicBezTo>
                  <a:cubicBezTo>
                    <a:pt x="17916" y="4478"/>
                    <a:pt x="18647" y="4164"/>
                    <a:pt x="19564" y="4164"/>
                  </a:cubicBezTo>
                  <a:cubicBezTo>
                    <a:pt x="20161" y="4164"/>
                    <a:pt x="20836" y="4297"/>
                    <a:pt x="21503" y="4705"/>
                  </a:cubicBezTo>
                  <a:cubicBezTo>
                    <a:pt x="21479" y="4908"/>
                    <a:pt x="21455" y="5110"/>
                    <a:pt x="21443" y="5312"/>
                  </a:cubicBezTo>
                  <a:cubicBezTo>
                    <a:pt x="21372" y="8110"/>
                    <a:pt x="23598" y="10444"/>
                    <a:pt x="26396" y="10515"/>
                  </a:cubicBezTo>
                  <a:cubicBezTo>
                    <a:pt x="26447" y="10517"/>
                    <a:pt x="26498" y="10518"/>
                    <a:pt x="26548" y="10518"/>
                  </a:cubicBezTo>
                  <a:cubicBezTo>
                    <a:pt x="29279" y="10518"/>
                    <a:pt x="31541" y="8322"/>
                    <a:pt x="31611" y="5574"/>
                  </a:cubicBezTo>
                  <a:cubicBezTo>
                    <a:pt x="31683" y="2776"/>
                    <a:pt x="29456" y="431"/>
                    <a:pt x="26658" y="359"/>
                  </a:cubicBezTo>
                  <a:cubicBezTo>
                    <a:pt x="26617" y="358"/>
                    <a:pt x="26576" y="358"/>
                    <a:pt x="26534" y="358"/>
                  </a:cubicBezTo>
                  <a:cubicBezTo>
                    <a:pt x="24088" y="358"/>
                    <a:pt x="22030" y="2089"/>
                    <a:pt x="21550" y="4419"/>
                  </a:cubicBezTo>
                  <a:cubicBezTo>
                    <a:pt x="20863" y="4027"/>
                    <a:pt x="20170" y="3897"/>
                    <a:pt x="19555" y="3897"/>
                  </a:cubicBezTo>
                  <a:cubicBezTo>
                    <a:pt x="18680" y="3897"/>
                    <a:pt x="17965" y="4160"/>
                    <a:pt x="17657" y="4300"/>
                  </a:cubicBezTo>
                  <a:cubicBezTo>
                    <a:pt x="17288" y="1919"/>
                    <a:pt x="15264" y="62"/>
                    <a:pt x="12775" y="2"/>
                  </a:cubicBezTo>
                  <a:cubicBezTo>
                    <a:pt x="12731" y="1"/>
                    <a:pt x="12686" y="1"/>
                    <a:pt x="12641" y="1"/>
                  </a:cubicBezTo>
                  <a:close/>
                </a:path>
              </a:pathLst>
            </a:custGeom>
            <a:solidFill>
              <a:srgbClr val="45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3267950" y="2074600"/>
              <a:ext cx="362575" cy="26400"/>
            </a:xfrm>
            <a:custGeom>
              <a:avLst/>
              <a:gdLst/>
              <a:ahLst/>
              <a:cxnLst/>
              <a:rect l="l" t="t" r="r" b="b"/>
              <a:pathLst>
                <a:path w="14503" h="1056" extrusionOk="0">
                  <a:moveTo>
                    <a:pt x="6952" y="1"/>
                  </a:moveTo>
                  <a:cubicBezTo>
                    <a:pt x="4635" y="1"/>
                    <a:pt x="2317" y="257"/>
                    <a:pt x="60" y="770"/>
                  </a:cubicBezTo>
                  <a:cubicBezTo>
                    <a:pt x="25" y="770"/>
                    <a:pt x="1" y="806"/>
                    <a:pt x="13" y="853"/>
                  </a:cubicBezTo>
                  <a:cubicBezTo>
                    <a:pt x="22" y="883"/>
                    <a:pt x="48" y="904"/>
                    <a:pt x="77" y="904"/>
                  </a:cubicBezTo>
                  <a:cubicBezTo>
                    <a:pt x="83" y="904"/>
                    <a:pt x="90" y="903"/>
                    <a:pt x="96" y="901"/>
                  </a:cubicBezTo>
                  <a:cubicBezTo>
                    <a:pt x="2335" y="390"/>
                    <a:pt x="4634" y="136"/>
                    <a:pt x="6932" y="136"/>
                  </a:cubicBezTo>
                  <a:cubicBezTo>
                    <a:pt x="9450" y="136"/>
                    <a:pt x="11968" y="440"/>
                    <a:pt x="14407" y="1044"/>
                  </a:cubicBezTo>
                  <a:cubicBezTo>
                    <a:pt x="14419" y="1056"/>
                    <a:pt x="14419" y="1056"/>
                    <a:pt x="14431" y="1056"/>
                  </a:cubicBezTo>
                  <a:cubicBezTo>
                    <a:pt x="14455" y="1056"/>
                    <a:pt x="14491" y="1032"/>
                    <a:pt x="14491" y="996"/>
                  </a:cubicBezTo>
                  <a:cubicBezTo>
                    <a:pt x="14503" y="961"/>
                    <a:pt x="14479" y="925"/>
                    <a:pt x="14443" y="913"/>
                  </a:cubicBezTo>
                  <a:cubicBezTo>
                    <a:pt x="11998" y="305"/>
                    <a:pt x="9475" y="1"/>
                    <a:pt x="6952" y="1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3300400" y="1986125"/>
              <a:ext cx="297975" cy="38675"/>
            </a:xfrm>
            <a:custGeom>
              <a:avLst/>
              <a:gdLst/>
              <a:ahLst/>
              <a:cxnLst/>
              <a:rect l="l" t="t" r="r" b="b"/>
              <a:pathLst>
                <a:path w="11919" h="1547" extrusionOk="0">
                  <a:moveTo>
                    <a:pt x="4729" y="0"/>
                  </a:moveTo>
                  <a:cubicBezTo>
                    <a:pt x="3158" y="0"/>
                    <a:pt x="1586" y="198"/>
                    <a:pt x="60" y="594"/>
                  </a:cubicBezTo>
                  <a:cubicBezTo>
                    <a:pt x="12" y="594"/>
                    <a:pt x="1" y="630"/>
                    <a:pt x="1" y="678"/>
                  </a:cubicBezTo>
                  <a:cubicBezTo>
                    <a:pt x="12" y="713"/>
                    <a:pt x="48" y="725"/>
                    <a:pt x="84" y="725"/>
                  </a:cubicBezTo>
                  <a:cubicBezTo>
                    <a:pt x="1597" y="334"/>
                    <a:pt x="3155" y="140"/>
                    <a:pt x="4713" y="140"/>
                  </a:cubicBezTo>
                  <a:cubicBezTo>
                    <a:pt x="7139" y="140"/>
                    <a:pt x="9564" y="611"/>
                    <a:pt x="11812" y="1547"/>
                  </a:cubicBezTo>
                  <a:lnTo>
                    <a:pt x="11835" y="1547"/>
                  </a:lnTo>
                  <a:cubicBezTo>
                    <a:pt x="11859" y="1547"/>
                    <a:pt x="11895" y="1535"/>
                    <a:pt x="11895" y="1511"/>
                  </a:cubicBezTo>
                  <a:cubicBezTo>
                    <a:pt x="11919" y="1475"/>
                    <a:pt x="11895" y="1428"/>
                    <a:pt x="11859" y="1416"/>
                  </a:cubicBezTo>
                  <a:cubicBezTo>
                    <a:pt x="9601" y="475"/>
                    <a:pt x="7166" y="0"/>
                    <a:pt x="4729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3028650" y="3559800"/>
              <a:ext cx="779875" cy="361075"/>
            </a:xfrm>
            <a:custGeom>
              <a:avLst/>
              <a:gdLst/>
              <a:ahLst/>
              <a:cxnLst/>
              <a:rect l="l" t="t" r="r" b="b"/>
              <a:pathLst>
                <a:path w="31195" h="14443" extrusionOk="0">
                  <a:moveTo>
                    <a:pt x="24" y="0"/>
                  </a:moveTo>
                  <a:cubicBezTo>
                    <a:pt x="12" y="346"/>
                    <a:pt x="12" y="691"/>
                    <a:pt x="0" y="1048"/>
                  </a:cubicBezTo>
                  <a:cubicBezTo>
                    <a:pt x="7727" y="9251"/>
                    <a:pt x="18800" y="14407"/>
                    <a:pt x="31111" y="14442"/>
                  </a:cubicBezTo>
                  <a:lnTo>
                    <a:pt x="31194" y="28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3454000" y="3643725"/>
              <a:ext cx="5375" cy="216725"/>
            </a:xfrm>
            <a:custGeom>
              <a:avLst/>
              <a:gdLst/>
              <a:ahLst/>
              <a:cxnLst/>
              <a:rect l="l" t="t" r="r" b="b"/>
              <a:pathLst>
                <a:path w="215" h="8669" extrusionOk="0">
                  <a:moveTo>
                    <a:pt x="107" y="1"/>
                  </a:moveTo>
                  <a:cubicBezTo>
                    <a:pt x="48" y="1"/>
                    <a:pt x="0" y="60"/>
                    <a:pt x="0" y="120"/>
                  </a:cubicBezTo>
                  <a:lnTo>
                    <a:pt x="0" y="8549"/>
                  </a:lnTo>
                  <a:cubicBezTo>
                    <a:pt x="0" y="8621"/>
                    <a:pt x="48" y="8669"/>
                    <a:pt x="107" y="8669"/>
                  </a:cubicBezTo>
                  <a:cubicBezTo>
                    <a:pt x="167" y="8669"/>
                    <a:pt x="214" y="8621"/>
                    <a:pt x="214" y="8549"/>
                  </a:cubicBezTo>
                  <a:lnTo>
                    <a:pt x="214" y="120"/>
                  </a:lnTo>
                  <a:cubicBezTo>
                    <a:pt x="214" y="48"/>
                    <a:pt x="167" y="1"/>
                    <a:pt x="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3709975" y="3577650"/>
              <a:ext cx="84250" cy="248275"/>
            </a:xfrm>
            <a:custGeom>
              <a:avLst/>
              <a:gdLst/>
              <a:ahLst/>
              <a:cxnLst/>
              <a:rect l="l" t="t" r="r" b="b"/>
              <a:pathLst>
                <a:path w="3370" h="9931" extrusionOk="0">
                  <a:moveTo>
                    <a:pt x="489" y="1"/>
                  </a:moveTo>
                  <a:cubicBezTo>
                    <a:pt x="429" y="1"/>
                    <a:pt x="382" y="36"/>
                    <a:pt x="370" y="96"/>
                  </a:cubicBezTo>
                  <a:cubicBezTo>
                    <a:pt x="179" y="1656"/>
                    <a:pt x="1" y="3965"/>
                    <a:pt x="632" y="6109"/>
                  </a:cubicBezTo>
                  <a:cubicBezTo>
                    <a:pt x="1120" y="7775"/>
                    <a:pt x="2096" y="9157"/>
                    <a:pt x="3299" y="9930"/>
                  </a:cubicBezTo>
                  <a:cubicBezTo>
                    <a:pt x="3310" y="9859"/>
                    <a:pt x="3334" y="9788"/>
                    <a:pt x="3370" y="9716"/>
                  </a:cubicBezTo>
                  <a:cubicBezTo>
                    <a:pt x="2227" y="8966"/>
                    <a:pt x="1298" y="7644"/>
                    <a:pt x="822" y="6037"/>
                  </a:cubicBezTo>
                  <a:cubicBezTo>
                    <a:pt x="203" y="3942"/>
                    <a:pt x="382" y="1656"/>
                    <a:pt x="572" y="132"/>
                  </a:cubicBezTo>
                  <a:cubicBezTo>
                    <a:pt x="584" y="72"/>
                    <a:pt x="548" y="13"/>
                    <a:pt x="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3403400" y="3597600"/>
              <a:ext cx="55975" cy="252125"/>
            </a:xfrm>
            <a:custGeom>
              <a:avLst/>
              <a:gdLst/>
              <a:ahLst/>
              <a:cxnLst/>
              <a:rect l="l" t="t" r="r" b="b"/>
              <a:pathLst>
                <a:path w="2239" h="10085" extrusionOk="0">
                  <a:moveTo>
                    <a:pt x="95" y="0"/>
                  </a:moveTo>
                  <a:cubicBezTo>
                    <a:pt x="48" y="0"/>
                    <a:pt x="0" y="48"/>
                    <a:pt x="0" y="119"/>
                  </a:cubicBezTo>
                  <a:cubicBezTo>
                    <a:pt x="0" y="155"/>
                    <a:pt x="72" y="4108"/>
                    <a:pt x="393" y="7037"/>
                  </a:cubicBezTo>
                  <a:cubicBezTo>
                    <a:pt x="726" y="10049"/>
                    <a:pt x="2072" y="10085"/>
                    <a:pt x="2131" y="10085"/>
                  </a:cubicBezTo>
                  <a:cubicBezTo>
                    <a:pt x="2191" y="10085"/>
                    <a:pt x="2238" y="10025"/>
                    <a:pt x="2227" y="9966"/>
                  </a:cubicBezTo>
                  <a:cubicBezTo>
                    <a:pt x="2238" y="9906"/>
                    <a:pt x="2191" y="9859"/>
                    <a:pt x="2131" y="9859"/>
                  </a:cubicBezTo>
                  <a:cubicBezTo>
                    <a:pt x="2119" y="9859"/>
                    <a:pt x="905" y="9799"/>
                    <a:pt x="595" y="7001"/>
                  </a:cubicBezTo>
                  <a:cubicBezTo>
                    <a:pt x="274" y="4096"/>
                    <a:pt x="202" y="155"/>
                    <a:pt x="202" y="107"/>
                  </a:cubicBezTo>
                  <a:cubicBezTo>
                    <a:pt x="202" y="48"/>
                    <a:pt x="155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2563403" y="2775199"/>
              <a:ext cx="1284700" cy="987675"/>
            </a:xfrm>
            <a:custGeom>
              <a:avLst/>
              <a:gdLst/>
              <a:ahLst/>
              <a:cxnLst/>
              <a:rect l="l" t="t" r="r" b="b"/>
              <a:pathLst>
                <a:path w="51388" h="39507" extrusionOk="0">
                  <a:moveTo>
                    <a:pt x="27600" y="0"/>
                  </a:moveTo>
                  <a:cubicBezTo>
                    <a:pt x="25385" y="0"/>
                    <a:pt x="22007" y="782"/>
                    <a:pt x="18336" y="4447"/>
                  </a:cubicBezTo>
                  <a:cubicBezTo>
                    <a:pt x="16169" y="6613"/>
                    <a:pt x="13895" y="9781"/>
                    <a:pt x="11704" y="14376"/>
                  </a:cubicBezTo>
                  <a:cubicBezTo>
                    <a:pt x="11704" y="14376"/>
                    <a:pt x="10085" y="9173"/>
                    <a:pt x="7073" y="5637"/>
                  </a:cubicBezTo>
                  <a:cubicBezTo>
                    <a:pt x="4858" y="6280"/>
                    <a:pt x="2203" y="6899"/>
                    <a:pt x="143" y="8066"/>
                  </a:cubicBezTo>
                  <a:cubicBezTo>
                    <a:pt x="0" y="11257"/>
                    <a:pt x="2167" y="22163"/>
                    <a:pt x="5882" y="26866"/>
                  </a:cubicBezTo>
                  <a:cubicBezTo>
                    <a:pt x="8164" y="29764"/>
                    <a:pt x="10074" y="30825"/>
                    <a:pt x="11752" y="30825"/>
                  </a:cubicBezTo>
                  <a:cubicBezTo>
                    <a:pt x="13768" y="30825"/>
                    <a:pt x="15447" y="29291"/>
                    <a:pt x="17026" y="27568"/>
                  </a:cubicBezTo>
                  <a:lnTo>
                    <a:pt x="17026" y="27568"/>
                  </a:lnTo>
                  <a:cubicBezTo>
                    <a:pt x="16943" y="28485"/>
                    <a:pt x="16860" y="29426"/>
                    <a:pt x="16776" y="30402"/>
                  </a:cubicBezTo>
                  <a:cubicBezTo>
                    <a:pt x="19598" y="33807"/>
                    <a:pt x="22956" y="36784"/>
                    <a:pt x="26730" y="39177"/>
                  </a:cubicBezTo>
                  <a:cubicBezTo>
                    <a:pt x="29937" y="39356"/>
                    <a:pt x="33070" y="39507"/>
                    <a:pt x="33783" y="39507"/>
                  </a:cubicBezTo>
                  <a:cubicBezTo>
                    <a:pt x="33877" y="39507"/>
                    <a:pt x="33929" y="39504"/>
                    <a:pt x="33933" y="39498"/>
                  </a:cubicBezTo>
                  <a:cubicBezTo>
                    <a:pt x="33946" y="39485"/>
                    <a:pt x="34103" y="39481"/>
                    <a:pt x="34376" y="39481"/>
                  </a:cubicBezTo>
                  <a:cubicBezTo>
                    <a:pt x="34928" y="39481"/>
                    <a:pt x="35955" y="39499"/>
                    <a:pt x="37224" y="39499"/>
                  </a:cubicBezTo>
                  <a:cubicBezTo>
                    <a:pt x="41588" y="39499"/>
                    <a:pt x="48828" y="39287"/>
                    <a:pt x="49566" y="37403"/>
                  </a:cubicBezTo>
                  <a:cubicBezTo>
                    <a:pt x="49578" y="37367"/>
                    <a:pt x="51388" y="34986"/>
                    <a:pt x="50161" y="29890"/>
                  </a:cubicBezTo>
                  <a:cubicBezTo>
                    <a:pt x="50030" y="29366"/>
                    <a:pt x="50042" y="28819"/>
                    <a:pt x="49995" y="28295"/>
                  </a:cubicBezTo>
                  <a:lnTo>
                    <a:pt x="50983" y="4887"/>
                  </a:lnTo>
                  <a:cubicBezTo>
                    <a:pt x="49066" y="2482"/>
                    <a:pt x="46590" y="1589"/>
                    <a:pt x="41720" y="756"/>
                  </a:cubicBezTo>
                  <a:cubicBezTo>
                    <a:pt x="41720" y="756"/>
                    <a:pt x="36862" y="1851"/>
                    <a:pt x="35660" y="1922"/>
                  </a:cubicBezTo>
                  <a:lnTo>
                    <a:pt x="32207" y="1922"/>
                  </a:lnTo>
                  <a:cubicBezTo>
                    <a:pt x="32056" y="1941"/>
                    <a:pt x="31903" y="1949"/>
                    <a:pt x="31749" y="1949"/>
                  </a:cubicBezTo>
                  <a:cubicBezTo>
                    <a:pt x="31098" y="1949"/>
                    <a:pt x="30420" y="1796"/>
                    <a:pt x="29766" y="1565"/>
                  </a:cubicBezTo>
                  <a:cubicBezTo>
                    <a:pt x="30076" y="851"/>
                    <a:pt x="30254" y="434"/>
                    <a:pt x="30254" y="434"/>
                  </a:cubicBezTo>
                  <a:cubicBezTo>
                    <a:pt x="30254" y="434"/>
                    <a:pt x="29250" y="0"/>
                    <a:pt x="27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3325700" y="2875425"/>
              <a:ext cx="183075" cy="40275"/>
            </a:xfrm>
            <a:custGeom>
              <a:avLst/>
              <a:gdLst/>
              <a:ahLst/>
              <a:cxnLst/>
              <a:rect l="l" t="t" r="r" b="b"/>
              <a:pathLst>
                <a:path w="7323" h="1611" extrusionOk="0">
                  <a:moveTo>
                    <a:pt x="7162" y="0"/>
                  </a:moveTo>
                  <a:cubicBezTo>
                    <a:pt x="7143" y="0"/>
                    <a:pt x="7125" y="5"/>
                    <a:pt x="7109" y="15"/>
                  </a:cubicBezTo>
                  <a:cubicBezTo>
                    <a:pt x="5106" y="1038"/>
                    <a:pt x="3517" y="1321"/>
                    <a:pt x="2373" y="1321"/>
                  </a:cubicBezTo>
                  <a:cubicBezTo>
                    <a:pt x="974" y="1321"/>
                    <a:pt x="240" y="897"/>
                    <a:pt x="227" y="884"/>
                  </a:cubicBezTo>
                  <a:cubicBezTo>
                    <a:pt x="208" y="872"/>
                    <a:pt x="186" y="867"/>
                    <a:pt x="164" y="867"/>
                  </a:cubicBezTo>
                  <a:cubicBezTo>
                    <a:pt x="117" y="867"/>
                    <a:pt x="69" y="891"/>
                    <a:pt x="36" y="932"/>
                  </a:cubicBezTo>
                  <a:cubicBezTo>
                    <a:pt x="1" y="1003"/>
                    <a:pt x="24" y="1086"/>
                    <a:pt x="84" y="1122"/>
                  </a:cubicBezTo>
                  <a:cubicBezTo>
                    <a:pt x="143" y="1158"/>
                    <a:pt x="917" y="1610"/>
                    <a:pt x="2370" y="1610"/>
                  </a:cubicBezTo>
                  <a:cubicBezTo>
                    <a:pt x="3549" y="1610"/>
                    <a:pt x="5168" y="1313"/>
                    <a:pt x="7228" y="265"/>
                  </a:cubicBezTo>
                  <a:cubicBezTo>
                    <a:pt x="7299" y="229"/>
                    <a:pt x="7323" y="146"/>
                    <a:pt x="7287" y="74"/>
                  </a:cubicBezTo>
                  <a:cubicBezTo>
                    <a:pt x="7261" y="31"/>
                    <a:pt x="7210" y="0"/>
                    <a:pt x="7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3405475" y="2821300"/>
              <a:ext cx="10750" cy="944200"/>
            </a:xfrm>
            <a:custGeom>
              <a:avLst/>
              <a:gdLst/>
              <a:ahLst/>
              <a:cxnLst/>
              <a:rect l="l" t="t" r="r" b="b"/>
              <a:pathLst>
                <a:path w="430" h="37768" extrusionOk="0">
                  <a:moveTo>
                    <a:pt x="143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155" y="37636"/>
                  </a:lnTo>
                  <a:cubicBezTo>
                    <a:pt x="155" y="37708"/>
                    <a:pt x="215" y="37767"/>
                    <a:pt x="286" y="37767"/>
                  </a:cubicBezTo>
                  <a:cubicBezTo>
                    <a:pt x="370" y="37767"/>
                    <a:pt x="429" y="37708"/>
                    <a:pt x="429" y="37636"/>
                  </a:cubicBezTo>
                  <a:lnTo>
                    <a:pt x="274" y="144"/>
                  </a:lnTo>
                  <a:cubicBezTo>
                    <a:pt x="274" y="60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3195925" y="2750175"/>
              <a:ext cx="218800" cy="184550"/>
            </a:xfrm>
            <a:custGeom>
              <a:avLst/>
              <a:gdLst/>
              <a:ahLst/>
              <a:cxnLst/>
              <a:rect l="l" t="t" r="r" b="b"/>
              <a:pathLst>
                <a:path w="8752" h="7382" extrusionOk="0">
                  <a:moveTo>
                    <a:pt x="2215" y="0"/>
                  </a:moveTo>
                  <a:cubicBezTo>
                    <a:pt x="2215" y="0"/>
                    <a:pt x="1227" y="1453"/>
                    <a:pt x="620" y="2810"/>
                  </a:cubicBezTo>
                  <a:cubicBezTo>
                    <a:pt x="0" y="4179"/>
                    <a:pt x="4477" y="6644"/>
                    <a:pt x="6525" y="7370"/>
                  </a:cubicBezTo>
                  <a:cubicBezTo>
                    <a:pt x="6555" y="7378"/>
                    <a:pt x="6586" y="7382"/>
                    <a:pt x="6616" y="7382"/>
                  </a:cubicBezTo>
                  <a:cubicBezTo>
                    <a:pt x="7661" y="7382"/>
                    <a:pt x="8752" y="2929"/>
                    <a:pt x="8752" y="2929"/>
                  </a:cubicBezTo>
                  <a:cubicBezTo>
                    <a:pt x="8752" y="2929"/>
                    <a:pt x="4739" y="1881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3409050" y="2749875"/>
              <a:ext cx="218500" cy="181900"/>
            </a:xfrm>
            <a:custGeom>
              <a:avLst/>
              <a:gdLst/>
              <a:ahLst/>
              <a:cxnLst/>
              <a:rect l="l" t="t" r="r" b="b"/>
              <a:pathLst>
                <a:path w="8740" h="7276" extrusionOk="0">
                  <a:moveTo>
                    <a:pt x="6584" y="0"/>
                  </a:moveTo>
                  <a:cubicBezTo>
                    <a:pt x="4287" y="2013"/>
                    <a:pt x="0" y="3001"/>
                    <a:pt x="0" y="3001"/>
                  </a:cubicBezTo>
                  <a:cubicBezTo>
                    <a:pt x="0" y="3001"/>
                    <a:pt x="1548" y="7275"/>
                    <a:pt x="2630" y="7275"/>
                  </a:cubicBezTo>
                  <a:cubicBezTo>
                    <a:pt x="2663" y="7275"/>
                    <a:pt x="2695" y="7271"/>
                    <a:pt x="2727" y="7263"/>
                  </a:cubicBezTo>
                  <a:cubicBezTo>
                    <a:pt x="4799" y="6537"/>
                    <a:pt x="8739" y="4275"/>
                    <a:pt x="8132" y="2906"/>
                  </a:cubicBezTo>
                  <a:cubicBezTo>
                    <a:pt x="7513" y="1548"/>
                    <a:pt x="6584" y="0"/>
                    <a:pt x="6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2563400" y="2879650"/>
              <a:ext cx="222375" cy="155700"/>
            </a:xfrm>
            <a:custGeom>
              <a:avLst/>
              <a:gdLst/>
              <a:ahLst/>
              <a:cxnLst/>
              <a:rect l="l" t="t" r="r" b="b"/>
              <a:pathLst>
                <a:path w="8895" h="6228" extrusionOk="0">
                  <a:moveTo>
                    <a:pt x="6930" y="1"/>
                  </a:moveTo>
                  <a:lnTo>
                    <a:pt x="1" y="2537"/>
                  </a:lnTo>
                  <a:lnTo>
                    <a:pt x="346" y="6227"/>
                  </a:lnTo>
                  <a:lnTo>
                    <a:pt x="8895" y="3811"/>
                  </a:lnTo>
                  <a:cubicBezTo>
                    <a:pt x="8895" y="3811"/>
                    <a:pt x="7740" y="691"/>
                    <a:pt x="6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3714150" y="3112975"/>
              <a:ext cx="103900" cy="372725"/>
            </a:xfrm>
            <a:custGeom>
              <a:avLst/>
              <a:gdLst/>
              <a:ahLst/>
              <a:cxnLst/>
              <a:rect l="l" t="t" r="r" b="b"/>
              <a:pathLst>
                <a:path w="4156" h="14909" extrusionOk="0">
                  <a:moveTo>
                    <a:pt x="150" y="0"/>
                  </a:moveTo>
                  <a:cubicBezTo>
                    <a:pt x="144" y="0"/>
                    <a:pt x="137" y="1"/>
                    <a:pt x="131" y="2"/>
                  </a:cubicBezTo>
                  <a:cubicBezTo>
                    <a:pt x="60" y="2"/>
                    <a:pt x="0" y="73"/>
                    <a:pt x="12" y="145"/>
                  </a:cubicBezTo>
                  <a:cubicBezTo>
                    <a:pt x="465" y="4610"/>
                    <a:pt x="3834" y="14718"/>
                    <a:pt x="3870" y="14813"/>
                  </a:cubicBezTo>
                  <a:cubicBezTo>
                    <a:pt x="3894" y="14873"/>
                    <a:pt x="3941" y="14909"/>
                    <a:pt x="4001" y="14909"/>
                  </a:cubicBezTo>
                  <a:cubicBezTo>
                    <a:pt x="4013" y="14909"/>
                    <a:pt x="4025" y="14909"/>
                    <a:pt x="4048" y="14897"/>
                  </a:cubicBezTo>
                  <a:cubicBezTo>
                    <a:pt x="4120" y="14873"/>
                    <a:pt x="4155" y="14801"/>
                    <a:pt x="4132" y="14730"/>
                  </a:cubicBezTo>
                  <a:cubicBezTo>
                    <a:pt x="4096" y="14623"/>
                    <a:pt x="738" y="4550"/>
                    <a:pt x="274" y="121"/>
                  </a:cubicBezTo>
                  <a:cubicBezTo>
                    <a:pt x="274" y="56"/>
                    <a:pt x="214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2981600" y="2965550"/>
              <a:ext cx="90825" cy="493375"/>
            </a:xfrm>
            <a:custGeom>
              <a:avLst/>
              <a:gdLst/>
              <a:ahLst/>
              <a:cxnLst/>
              <a:rect l="l" t="t" r="r" b="b"/>
              <a:pathLst>
                <a:path w="3633" h="19735" extrusionOk="0">
                  <a:moveTo>
                    <a:pt x="3469" y="1"/>
                  </a:moveTo>
                  <a:cubicBezTo>
                    <a:pt x="3419" y="1"/>
                    <a:pt x="3371" y="28"/>
                    <a:pt x="3347" y="77"/>
                  </a:cubicBezTo>
                  <a:cubicBezTo>
                    <a:pt x="3347" y="101"/>
                    <a:pt x="2287" y="2232"/>
                    <a:pt x="1144" y="7268"/>
                  </a:cubicBezTo>
                  <a:cubicBezTo>
                    <a:pt x="1" y="12305"/>
                    <a:pt x="501" y="19532"/>
                    <a:pt x="513" y="19603"/>
                  </a:cubicBezTo>
                  <a:cubicBezTo>
                    <a:pt x="513" y="19675"/>
                    <a:pt x="572" y="19734"/>
                    <a:pt x="644" y="19734"/>
                  </a:cubicBezTo>
                  <a:lnTo>
                    <a:pt x="656" y="19734"/>
                  </a:lnTo>
                  <a:cubicBezTo>
                    <a:pt x="727" y="19722"/>
                    <a:pt x="787" y="19663"/>
                    <a:pt x="787" y="19579"/>
                  </a:cubicBezTo>
                  <a:cubicBezTo>
                    <a:pt x="775" y="19508"/>
                    <a:pt x="275" y="12328"/>
                    <a:pt x="1418" y="7328"/>
                  </a:cubicBezTo>
                  <a:cubicBezTo>
                    <a:pt x="2549" y="2327"/>
                    <a:pt x="3585" y="220"/>
                    <a:pt x="3597" y="208"/>
                  </a:cubicBezTo>
                  <a:cubicBezTo>
                    <a:pt x="3632" y="136"/>
                    <a:pt x="3609" y="53"/>
                    <a:pt x="3537" y="17"/>
                  </a:cubicBezTo>
                  <a:cubicBezTo>
                    <a:pt x="3515" y="6"/>
                    <a:pt x="3492" y="1"/>
                    <a:pt x="34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3260525" y="3283525"/>
              <a:ext cx="471200" cy="323925"/>
            </a:xfrm>
            <a:custGeom>
              <a:avLst/>
              <a:gdLst/>
              <a:ahLst/>
              <a:cxnLst/>
              <a:rect l="l" t="t" r="r" b="b"/>
              <a:pathLst>
                <a:path w="18848" h="12957" extrusionOk="0">
                  <a:moveTo>
                    <a:pt x="18692" y="1"/>
                  </a:moveTo>
                  <a:cubicBezTo>
                    <a:pt x="18648" y="1"/>
                    <a:pt x="18604" y="24"/>
                    <a:pt x="18574" y="62"/>
                  </a:cubicBezTo>
                  <a:cubicBezTo>
                    <a:pt x="16478" y="3324"/>
                    <a:pt x="12895" y="5241"/>
                    <a:pt x="9704" y="6777"/>
                  </a:cubicBezTo>
                  <a:cubicBezTo>
                    <a:pt x="9358" y="6944"/>
                    <a:pt x="9013" y="7110"/>
                    <a:pt x="8668" y="7265"/>
                  </a:cubicBezTo>
                  <a:cubicBezTo>
                    <a:pt x="5596" y="8730"/>
                    <a:pt x="2429" y="10254"/>
                    <a:pt x="48" y="12718"/>
                  </a:cubicBezTo>
                  <a:cubicBezTo>
                    <a:pt x="0" y="12778"/>
                    <a:pt x="0" y="12861"/>
                    <a:pt x="48" y="12909"/>
                  </a:cubicBezTo>
                  <a:cubicBezTo>
                    <a:pt x="72" y="12944"/>
                    <a:pt x="107" y="12956"/>
                    <a:pt x="143" y="12956"/>
                  </a:cubicBezTo>
                  <a:cubicBezTo>
                    <a:pt x="179" y="12956"/>
                    <a:pt x="214" y="12932"/>
                    <a:pt x="238" y="12909"/>
                  </a:cubicBezTo>
                  <a:cubicBezTo>
                    <a:pt x="2584" y="10480"/>
                    <a:pt x="5739" y="8968"/>
                    <a:pt x="8787" y="7515"/>
                  </a:cubicBezTo>
                  <a:cubicBezTo>
                    <a:pt x="9132" y="7348"/>
                    <a:pt x="9477" y="7194"/>
                    <a:pt x="9811" y="7027"/>
                  </a:cubicBezTo>
                  <a:cubicBezTo>
                    <a:pt x="13049" y="5467"/>
                    <a:pt x="16669" y="3527"/>
                    <a:pt x="18812" y="205"/>
                  </a:cubicBezTo>
                  <a:cubicBezTo>
                    <a:pt x="18848" y="145"/>
                    <a:pt x="18836" y="62"/>
                    <a:pt x="18764" y="26"/>
                  </a:cubicBezTo>
                  <a:cubicBezTo>
                    <a:pt x="18742" y="9"/>
                    <a:pt x="18717" y="1"/>
                    <a:pt x="18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3275100" y="3442175"/>
              <a:ext cx="427150" cy="237000"/>
            </a:xfrm>
            <a:custGeom>
              <a:avLst/>
              <a:gdLst/>
              <a:ahLst/>
              <a:cxnLst/>
              <a:rect l="l" t="t" r="r" b="b"/>
              <a:pathLst>
                <a:path w="17086" h="9480" extrusionOk="0">
                  <a:moveTo>
                    <a:pt x="16942" y="0"/>
                  </a:moveTo>
                  <a:cubicBezTo>
                    <a:pt x="16872" y="0"/>
                    <a:pt x="16822" y="45"/>
                    <a:pt x="16800" y="109"/>
                  </a:cubicBezTo>
                  <a:cubicBezTo>
                    <a:pt x="16729" y="574"/>
                    <a:pt x="16276" y="907"/>
                    <a:pt x="15872" y="1181"/>
                  </a:cubicBezTo>
                  <a:cubicBezTo>
                    <a:pt x="10966" y="4491"/>
                    <a:pt x="5668" y="7194"/>
                    <a:pt x="108" y="9218"/>
                  </a:cubicBezTo>
                  <a:cubicBezTo>
                    <a:pt x="36" y="9242"/>
                    <a:pt x="0" y="9325"/>
                    <a:pt x="24" y="9396"/>
                  </a:cubicBezTo>
                  <a:cubicBezTo>
                    <a:pt x="48" y="9444"/>
                    <a:pt x="96" y="9480"/>
                    <a:pt x="155" y="9480"/>
                  </a:cubicBezTo>
                  <a:lnTo>
                    <a:pt x="203" y="9480"/>
                  </a:lnTo>
                  <a:cubicBezTo>
                    <a:pt x="5775" y="7444"/>
                    <a:pt x="11097" y="4729"/>
                    <a:pt x="16026" y="1407"/>
                  </a:cubicBezTo>
                  <a:cubicBezTo>
                    <a:pt x="16479" y="1098"/>
                    <a:pt x="16979" y="729"/>
                    <a:pt x="17074" y="157"/>
                  </a:cubicBezTo>
                  <a:cubicBezTo>
                    <a:pt x="17086" y="86"/>
                    <a:pt x="17038" y="14"/>
                    <a:pt x="16967" y="2"/>
                  </a:cubicBezTo>
                  <a:cubicBezTo>
                    <a:pt x="16958" y="1"/>
                    <a:pt x="16950" y="0"/>
                    <a:pt x="169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3448925" y="2847500"/>
              <a:ext cx="15500" cy="909950"/>
            </a:xfrm>
            <a:custGeom>
              <a:avLst/>
              <a:gdLst/>
              <a:ahLst/>
              <a:cxnLst/>
              <a:rect l="l" t="t" r="r" b="b"/>
              <a:pathLst>
                <a:path w="620" h="36398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346" y="36255"/>
                  </a:lnTo>
                  <a:cubicBezTo>
                    <a:pt x="346" y="36338"/>
                    <a:pt x="406" y="36398"/>
                    <a:pt x="477" y="36398"/>
                  </a:cubicBezTo>
                  <a:cubicBezTo>
                    <a:pt x="560" y="36398"/>
                    <a:pt x="620" y="36338"/>
                    <a:pt x="620" y="36255"/>
                  </a:cubicBezTo>
                  <a:lnTo>
                    <a:pt x="263" y="132"/>
                  </a:lnTo>
                  <a:cubicBezTo>
                    <a:pt x="263" y="60"/>
                    <a:pt x="203" y="1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4533300" y="3303225"/>
              <a:ext cx="31875" cy="134550"/>
            </a:xfrm>
            <a:custGeom>
              <a:avLst/>
              <a:gdLst/>
              <a:ahLst/>
              <a:cxnLst/>
              <a:rect l="l" t="t" r="r" b="b"/>
              <a:pathLst>
                <a:path w="1275" h="5382" extrusionOk="0">
                  <a:moveTo>
                    <a:pt x="0" y="0"/>
                  </a:moveTo>
                  <a:lnTo>
                    <a:pt x="0" y="0"/>
                  </a:lnTo>
                  <a:cubicBezTo>
                    <a:pt x="226" y="1155"/>
                    <a:pt x="536" y="2762"/>
                    <a:pt x="1274" y="53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4110925" y="2736475"/>
              <a:ext cx="199150" cy="80400"/>
            </a:xfrm>
            <a:custGeom>
              <a:avLst/>
              <a:gdLst/>
              <a:ahLst/>
              <a:cxnLst/>
              <a:rect l="l" t="t" r="r" b="b"/>
              <a:pathLst>
                <a:path w="7966" h="3216" extrusionOk="0">
                  <a:moveTo>
                    <a:pt x="7966" y="1"/>
                  </a:moveTo>
                  <a:lnTo>
                    <a:pt x="155" y="394"/>
                  </a:lnTo>
                  <a:lnTo>
                    <a:pt x="0" y="3215"/>
                  </a:lnTo>
                  <a:cubicBezTo>
                    <a:pt x="2643" y="3049"/>
                    <a:pt x="5394" y="2977"/>
                    <a:pt x="7918" y="2441"/>
                  </a:cubicBezTo>
                  <a:lnTo>
                    <a:pt x="7966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3993050" y="2797500"/>
              <a:ext cx="745650" cy="793850"/>
            </a:xfrm>
            <a:custGeom>
              <a:avLst/>
              <a:gdLst/>
              <a:ahLst/>
              <a:cxnLst/>
              <a:rect l="l" t="t" r="r" b="b"/>
              <a:pathLst>
                <a:path w="29826" h="31754" extrusionOk="0">
                  <a:moveTo>
                    <a:pt x="21063" y="17907"/>
                  </a:moveTo>
                  <a:lnTo>
                    <a:pt x="21063" y="17907"/>
                  </a:lnTo>
                  <a:cubicBezTo>
                    <a:pt x="21313" y="18586"/>
                    <a:pt x="21432" y="19253"/>
                    <a:pt x="21610" y="20229"/>
                  </a:cubicBezTo>
                  <a:lnTo>
                    <a:pt x="21063" y="17907"/>
                  </a:lnTo>
                  <a:close/>
                  <a:moveTo>
                    <a:pt x="12633" y="0"/>
                  </a:moveTo>
                  <a:cubicBezTo>
                    <a:pt x="10109" y="524"/>
                    <a:pt x="7358" y="596"/>
                    <a:pt x="4715" y="774"/>
                  </a:cubicBezTo>
                  <a:lnTo>
                    <a:pt x="4644" y="2048"/>
                  </a:lnTo>
                  <a:cubicBezTo>
                    <a:pt x="4644" y="2048"/>
                    <a:pt x="2655" y="2429"/>
                    <a:pt x="1727" y="2655"/>
                  </a:cubicBezTo>
                  <a:cubicBezTo>
                    <a:pt x="1751" y="6882"/>
                    <a:pt x="0" y="22884"/>
                    <a:pt x="489" y="27147"/>
                  </a:cubicBezTo>
                  <a:lnTo>
                    <a:pt x="13026" y="28325"/>
                  </a:lnTo>
                  <a:lnTo>
                    <a:pt x="22884" y="25611"/>
                  </a:lnTo>
                  <a:cubicBezTo>
                    <a:pt x="22146" y="22991"/>
                    <a:pt x="21836" y="21384"/>
                    <a:pt x="21610" y="20229"/>
                  </a:cubicBezTo>
                  <a:lnTo>
                    <a:pt x="21610" y="20229"/>
                  </a:lnTo>
                  <a:lnTo>
                    <a:pt x="22884" y="25611"/>
                  </a:lnTo>
                  <a:cubicBezTo>
                    <a:pt x="22947" y="25600"/>
                    <a:pt x="23009" y="25595"/>
                    <a:pt x="23070" y="25595"/>
                  </a:cubicBezTo>
                  <a:cubicBezTo>
                    <a:pt x="25144" y="25595"/>
                    <a:pt x="25618" y="31754"/>
                    <a:pt x="27631" y="31754"/>
                  </a:cubicBezTo>
                  <a:cubicBezTo>
                    <a:pt x="27702" y="31754"/>
                    <a:pt x="27774" y="31746"/>
                    <a:pt x="27849" y="31730"/>
                  </a:cubicBezTo>
                  <a:cubicBezTo>
                    <a:pt x="29492" y="29790"/>
                    <a:pt x="29826" y="21503"/>
                    <a:pt x="28992" y="19241"/>
                  </a:cubicBezTo>
                  <a:cubicBezTo>
                    <a:pt x="26456" y="9740"/>
                    <a:pt x="23837" y="6716"/>
                    <a:pt x="22456" y="5334"/>
                  </a:cubicBezTo>
                  <a:cubicBezTo>
                    <a:pt x="20396" y="3251"/>
                    <a:pt x="16002" y="2334"/>
                    <a:pt x="16002" y="2334"/>
                  </a:cubicBezTo>
                  <a:lnTo>
                    <a:pt x="12609" y="2048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3429575" y="2858500"/>
              <a:ext cx="682250" cy="694700"/>
            </a:xfrm>
            <a:custGeom>
              <a:avLst/>
              <a:gdLst/>
              <a:ahLst/>
              <a:cxnLst/>
              <a:rect l="l" t="t" r="r" b="b"/>
              <a:pathLst>
                <a:path w="27290" h="27788" extrusionOk="0">
                  <a:moveTo>
                    <a:pt x="25042" y="0"/>
                  </a:moveTo>
                  <a:cubicBezTo>
                    <a:pt x="25040" y="0"/>
                    <a:pt x="25040" y="1"/>
                    <a:pt x="25040" y="1"/>
                  </a:cubicBezTo>
                  <a:cubicBezTo>
                    <a:pt x="25040" y="1"/>
                    <a:pt x="19444" y="847"/>
                    <a:pt x="18265" y="8562"/>
                  </a:cubicBezTo>
                  <a:cubicBezTo>
                    <a:pt x="18003" y="13717"/>
                    <a:pt x="17348" y="17789"/>
                    <a:pt x="17348" y="17789"/>
                  </a:cubicBezTo>
                  <a:lnTo>
                    <a:pt x="9252" y="13408"/>
                  </a:lnTo>
                  <a:cubicBezTo>
                    <a:pt x="9252" y="13408"/>
                    <a:pt x="8538" y="8324"/>
                    <a:pt x="7573" y="8026"/>
                  </a:cubicBezTo>
                  <a:cubicBezTo>
                    <a:pt x="7509" y="8005"/>
                    <a:pt x="7451" y="7995"/>
                    <a:pt x="7400" y="7995"/>
                  </a:cubicBezTo>
                  <a:cubicBezTo>
                    <a:pt x="6684" y="7995"/>
                    <a:pt x="7109" y="9860"/>
                    <a:pt x="7109" y="9860"/>
                  </a:cubicBezTo>
                  <a:cubicBezTo>
                    <a:pt x="7109" y="9860"/>
                    <a:pt x="4914" y="6135"/>
                    <a:pt x="4121" y="6135"/>
                  </a:cubicBezTo>
                  <a:cubicBezTo>
                    <a:pt x="4071" y="6135"/>
                    <a:pt x="4027" y="6150"/>
                    <a:pt x="3989" y="6181"/>
                  </a:cubicBezTo>
                  <a:cubicBezTo>
                    <a:pt x="3358" y="6704"/>
                    <a:pt x="5323" y="9907"/>
                    <a:pt x="5323" y="9907"/>
                  </a:cubicBezTo>
                  <a:cubicBezTo>
                    <a:pt x="5323" y="9907"/>
                    <a:pt x="3052" y="7038"/>
                    <a:pt x="2087" y="7038"/>
                  </a:cubicBezTo>
                  <a:cubicBezTo>
                    <a:pt x="1963" y="7038"/>
                    <a:pt x="1860" y="7085"/>
                    <a:pt x="1787" y="7193"/>
                  </a:cubicBezTo>
                  <a:cubicBezTo>
                    <a:pt x="1430" y="7764"/>
                    <a:pt x="4204" y="10598"/>
                    <a:pt x="4204" y="10598"/>
                  </a:cubicBezTo>
                  <a:cubicBezTo>
                    <a:pt x="4204" y="10598"/>
                    <a:pt x="1780" y="8445"/>
                    <a:pt x="1000" y="8445"/>
                  </a:cubicBezTo>
                  <a:cubicBezTo>
                    <a:pt x="916" y="8445"/>
                    <a:pt x="851" y="8470"/>
                    <a:pt x="810" y="8526"/>
                  </a:cubicBezTo>
                  <a:cubicBezTo>
                    <a:pt x="394" y="9109"/>
                    <a:pt x="3370" y="11514"/>
                    <a:pt x="3370" y="11514"/>
                  </a:cubicBezTo>
                  <a:cubicBezTo>
                    <a:pt x="3370" y="11514"/>
                    <a:pt x="1488" y="10202"/>
                    <a:pt x="687" y="10202"/>
                  </a:cubicBezTo>
                  <a:cubicBezTo>
                    <a:pt x="547" y="10202"/>
                    <a:pt x="440" y="10242"/>
                    <a:pt x="382" y="10336"/>
                  </a:cubicBezTo>
                  <a:cubicBezTo>
                    <a:pt x="1" y="10967"/>
                    <a:pt x="3870" y="14432"/>
                    <a:pt x="5299" y="15277"/>
                  </a:cubicBezTo>
                  <a:cubicBezTo>
                    <a:pt x="5299" y="15277"/>
                    <a:pt x="13159" y="27788"/>
                    <a:pt x="19913" y="27788"/>
                  </a:cubicBezTo>
                  <a:cubicBezTo>
                    <a:pt x="20019" y="27788"/>
                    <a:pt x="20124" y="27785"/>
                    <a:pt x="20230" y="27778"/>
                  </a:cubicBezTo>
                  <a:cubicBezTo>
                    <a:pt x="26135" y="27421"/>
                    <a:pt x="25575" y="15420"/>
                    <a:pt x="25325" y="12229"/>
                  </a:cubicBezTo>
                  <a:lnTo>
                    <a:pt x="25325" y="12229"/>
                  </a:lnTo>
                  <a:lnTo>
                    <a:pt x="27266" y="12491"/>
                  </a:lnTo>
                  <a:cubicBezTo>
                    <a:pt x="26778" y="8228"/>
                    <a:pt x="27290" y="4716"/>
                    <a:pt x="27266" y="477"/>
                  </a:cubicBezTo>
                  <a:lnTo>
                    <a:pt x="27266" y="477"/>
                  </a:lnTo>
                  <a:cubicBezTo>
                    <a:pt x="27249" y="482"/>
                    <a:pt x="27227" y="484"/>
                    <a:pt x="27199" y="484"/>
                  </a:cubicBezTo>
                  <a:cubicBezTo>
                    <a:pt x="26768" y="484"/>
                    <a:pt x="25114" y="0"/>
                    <a:pt x="25042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3590325" y="3199625"/>
              <a:ext cx="107775" cy="122950"/>
            </a:xfrm>
            <a:custGeom>
              <a:avLst/>
              <a:gdLst/>
              <a:ahLst/>
              <a:cxnLst/>
              <a:rect l="l" t="t" r="r" b="b"/>
              <a:pathLst>
                <a:path w="4311" h="4918" extrusionOk="0">
                  <a:moveTo>
                    <a:pt x="3263" y="1"/>
                  </a:moveTo>
                  <a:cubicBezTo>
                    <a:pt x="3263" y="1"/>
                    <a:pt x="726" y="1477"/>
                    <a:pt x="0" y="3311"/>
                  </a:cubicBezTo>
                  <a:cubicBezTo>
                    <a:pt x="0" y="3311"/>
                    <a:pt x="238" y="3942"/>
                    <a:pt x="738" y="4918"/>
                  </a:cubicBezTo>
                  <a:cubicBezTo>
                    <a:pt x="1762" y="3227"/>
                    <a:pt x="2965" y="1715"/>
                    <a:pt x="4310" y="346"/>
                  </a:cubicBezTo>
                  <a:cubicBezTo>
                    <a:pt x="3965" y="215"/>
                    <a:pt x="3608" y="96"/>
                    <a:pt x="32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3608775" y="2858525"/>
              <a:ext cx="446800" cy="719125"/>
            </a:xfrm>
            <a:custGeom>
              <a:avLst/>
              <a:gdLst/>
              <a:ahLst/>
              <a:cxnLst/>
              <a:rect l="l" t="t" r="r" b="b"/>
              <a:pathLst>
                <a:path w="17872" h="28765" extrusionOk="0">
                  <a:moveTo>
                    <a:pt x="17872" y="0"/>
                  </a:moveTo>
                  <a:cubicBezTo>
                    <a:pt x="17871" y="0"/>
                    <a:pt x="12883" y="548"/>
                    <a:pt x="10883" y="7846"/>
                  </a:cubicBezTo>
                  <a:cubicBezTo>
                    <a:pt x="10204" y="10311"/>
                    <a:pt x="9859" y="13538"/>
                    <a:pt x="10180" y="17788"/>
                  </a:cubicBezTo>
                  <a:cubicBezTo>
                    <a:pt x="10180" y="17788"/>
                    <a:pt x="7227" y="15300"/>
                    <a:pt x="3572" y="13990"/>
                  </a:cubicBezTo>
                  <a:cubicBezTo>
                    <a:pt x="2227" y="15359"/>
                    <a:pt x="1024" y="16871"/>
                    <a:pt x="0" y="18562"/>
                  </a:cubicBezTo>
                  <a:cubicBezTo>
                    <a:pt x="1227" y="20943"/>
                    <a:pt x="4001" y="25325"/>
                    <a:pt x="8632" y="27206"/>
                  </a:cubicBezTo>
                  <a:cubicBezTo>
                    <a:pt x="11230" y="28258"/>
                    <a:pt x="12884" y="28765"/>
                    <a:pt x="13983" y="28765"/>
                  </a:cubicBezTo>
                  <a:cubicBezTo>
                    <a:pt x="15646" y="28765"/>
                    <a:pt x="16041" y="27606"/>
                    <a:pt x="16514" y="25420"/>
                  </a:cubicBezTo>
                  <a:cubicBezTo>
                    <a:pt x="17312" y="21789"/>
                    <a:pt x="17872" y="0"/>
                    <a:pt x="17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3885600" y="3432400"/>
              <a:ext cx="756350" cy="485800"/>
            </a:xfrm>
            <a:custGeom>
              <a:avLst/>
              <a:gdLst/>
              <a:ahLst/>
              <a:cxnLst/>
              <a:rect l="l" t="t" r="r" b="b"/>
              <a:pathLst>
                <a:path w="30254" h="19432" extrusionOk="0">
                  <a:moveTo>
                    <a:pt x="27182" y="0"/>
                  </a:moveTo>
                  <a:cubicBezTo>
                    <a:pt x="22332" y="1362"/>
                    <a:pt x="17195" y="1770"/>
                    <a:pt x="12155" y="1770"/>
                  </a:cubicBezTo>
                  <a:cubicBezTo>
                    <a:pt x="9659" y="1770"/>
                    <a:pt x="7188" y="1670"/>
                    <a:pt x="4787" y="1536"/>
                  </a:cubicBezTo>
                  <a:cubicBezTo>
                    <a:pt x="4513" y="2358"/>
                    <a:pt x="1393" y="6632"/>
                    <a:pt x="0" y="19431"/>
                  </a:cubicBezTo>
                  <a:cubicBezTo>
                    <a:pt x="12264" y="18574"/>
                    <a:pt x="23086" y="12621"/>
                    <a:pt x="30254" y="3715"/>
                  </a:cubicBezTo>
                  <a:cubicBezTo>
                    <a:pt x="28742" y="1012"/>
                    <a:pt x="27361" y="286"/>
                    <a:pt x="27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8"/>
            <p:cNvSpPr/>
            <p:nvPr/>
          </p:nvSpPr>
          <p:spPr>
            <a:xfrm>
              <a:off x="3523350" y="3102100"/>
              <a:ext cx="72950" cy="79400"/>
            </a:xfrm>
            <a:custGeom>
              <a:avLst/>
              <a:gdLst/>
              <a:ahLst/>
              <a:cxnLst/>
              <a:rect l="l" t="t" r="r" b="b"/>
              <a:pathLst>
                <a:path w="2918" h="3176" extrusionOk="0">
                  <a:moveTo>
                    <a:pt x="2830" y="1"/>
                  </a:moveTo>
                  <a:cubicBezTo>
                    <a:pt x="2820" y="1"/>
                    <a:pt x="2809" y="3"/>
                    <a:pt x="2798" y="8"/>
                  </a:cubicBezTo>
                  <a:cubicBezTo>
                    <a:pt x="2774" y="20"/>
                    <a:pt x="0" y="925"/>
                    <a:pt x="96" y="3092"/>
                  </a:cubicBezTo>
                  <a:cubicBezTo>
                    <a:pt x="96" y="3140"/>
                    <a:pt x="131" y="3175"/>
                    <a:pt x="179" y="3175"/>
                  </a:cubicBezTo>
                  <a:lnTo>
                    <a:pt x="191" y="3175"/>
                  </a:lnTo>
                  <a:cubicBezTo>
                    <a:pt x="238" y="3164"/>
                    <a:pt x="274" y="3128"/>
                    <a:pt x="262" y="3080"/>
                  </a:cubicBezTo>
                  <a:cubicBezTo>
                    <a:pt x="179" y="1044"/>
                    <a:pt x="2822" y="175"/>
                    <a:pt x="2846" y="175"/>
                  </a:cubicBezTo>
                  <a:cubicBezTo>
                    <a:pt x="2894" y="151"/>
                    <a:pt x="2917" y="104"/>
                    <a:pt x="2905" y="56"/>
                  </a:cubicBezTo>
                  <a:cubicBezTo>
                    <a:pt x="2896" y="28"/>
                    <a:pt x="2866" y="1"/>
                    <a:pt x="28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3851075" y="3301075"/>
              <a:ext cx="14300" cy="165575"/>
            </a:xfrm>
            <a:custGeom>
              <a:avLst/>
              <a:gdLst/>
              <a:ahLst/>
              <a:cxnLst/>
              <a:rect l="l" t="t" r="r" b="b"/>
              <a:pathLst>
                <a:path w="572" h="6623" extrusionOk="0">
                  <a:moveTo>
                    <a:pt x="470" y="0"/>
                  </a:moveTo>
                  <a:cubicBezTo>
                    <a:pt x="432" y="0"/>
                    <a:pt x="403" y="33"/>
                    <a:pt x="393" y="74"/>
                  </a:cubicBezTo>
                  <a:cubicBezTo>
                    <a:pt x="393" y="122"/>
                    <a:pt x="0" y="3979"/>
                    <a:pt x="0" y="6539"/>
                  </a:cubicBezTo>
                  <a:cubicBezTo>
                    <a:pt x="0" y="6587"/>
                    <a:pt x="36" y="6623"/>
                    <a:pt x="83" y="6623"/>
                  </a:cubicBezTo>
                  <a:cubicBezTo>
                    <a:pt x="131" y="6623"/>
                    <a:pt x="179" y="6587"/>
                    <a:pt x="179" y="6539"/>
                  </a:cubicBezTo>
                  <a:cubicBezTo>
                    <a:pt x="179" y="3991"/>
                    <a:pt x="560" y="134"/>
                    <a:pt x="572" y="98"/>
                  </a:cubicBezTo>
                  <a:cubicBezTo>
                    <a:pt x="572" y="50"/>
                    <a:pt x="536" y="3"/>
                    <a:pt x="488" y="3"/>
                  </a:cubicBezTo>
                  <a:cubicBezTo>
                    <a:pt x="482" y="1"/>
                    <a:pt x="476" y="0"/>
                    <a:pt x="4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4160925" y="3425225"/>
              <a:ext cx="555500" cy="480000"/>
            </a:xfrm>
            <a:custGeom>
              <a:avLst/>
              <a:gdLst/>
              <a:ahLst/>
              <a:cxnLst/>
              <a:rect l="l" t="t" r="r" b="b"/>
              <a:pathLst>
                <a:path w="22220" h="19200" extrusionOk="0">
                  <a:moveTo>
                    <a:pt x="17763" y="1"/>
                  </a:moveTo>
                  <a:cubicBezTo>
                    <a:pt x="17247" y="1"/>
                    <a:pt x="16709" y="96"/>
                    <a:pt x="16169" y="287"/>
                  </a:cubicBezTo>
                  <a:cubicBezTo>
                    <a:pt x="11085" y="4752"/>
                    <a:pt x="5108" y="12075"/>
                    <a:pt x="5108" y="12075"/>
                  </a:cubicBezTo>
                  <a:cubicBezTo>
                    <a:pt x="5108" y="12075"/>
                    <a:pt x="1346" y="12408"/>
                    <a:pt x="953" y="13337"/>
                  </a:cubicBezTo>
                  <a:cubicBezTo>
                    <a:pt x="710" y="13912"/>
                    <a:pt x="1452" y="14021"/>
                    <a:pt x="2053" y="14021"/>
                  </a:cubicBezTo>
                  <a:cubicBezTo>
                    <a:pt x="2423" y="14021"/>
                    <a:pt x="2739" y="13980"/>
                    <a:pt x="2739" y="13980"/>
                  </a:cubicBezTo>
                  <a:lnTo>
                    <a:pt x="2739" y="13980"/>
                  </a:lnTo>
                  <a:cubicBezTo>
                    <a:pt x="2739" y="13980"/>
                    <a:pt x="0" y="15361"/>
                    <a:pt x="465" y="16051"/>
                  </a:cubicBezTo>
                  <a:cubicBezTo>
                    <a:pt x="677" y="16361"/>
                    <a:pt x="987" y="16445"/>
                    <a:pt x="1263" y="16445"/>
                  </a:cubicBezTo>
                  <a:cubicBezTo>
                    <a:pt x="1591" y="16445"/>
                    <a:pt x="1870" y="16325"/>
                    <a:pt x="1870" y="16325"/>
                  </a:cubicBezTo>
                  <a:lnTo>
                    <a:pt x="1870" y="16325"/>
                  </a:lnTo>
                  <a:cubicBezTo>
                    <a:pt x="1869" y="16325"/>
                    <a:pt x="751" y="16861"/>
                    <a:pt x="1632" y="17587"/>
                  </a:cubicBezTo>
                  <a:cubicBezTo>
                    <a:pt x="1778" y="17700"/>
                    <a:pt x="1912" y="17741"/>
                    <a:pt x="2029" y="17741"/>
                  </a:cubicBezTo>
                  <a:cubicBezTo>
                    <a:pt x="2259" y="17741"/>
                    <a:pt x="2425" y="17584"/>
                    <a:pt x="2492" y="17508"/>
                  </a:cubicBezTo>
                  <a:lnTo>
                    <a:pt x="2492" y="17508"/>
                  </a:lnTo>
                  <a:cubicBezTo>
                    <a:pt x="2384" y="17649"/>
                    <a:pt x="2072" y="18135"/>
                    <a:pt x="2525" y="18528"/>
                  </a:cubicBezTo>
                  <a:cubicBezTo>
                    <a:pt x="2661" y="18646"/>
                    <a:pt x="2795" y="18690"/>
                    <a:pt x="2918" y="18690"/>
                  </a:cubicBezTo>
                  <a:cubicBezTo>
                    <a:pt x="3261" y="18690"/>
                    <a:pt x="3523" y="18348"/>
                    <a:pt x="3547" y="18316"/>
                  </a:cubicBezTo>
                  <a:lnTo>
                    <a:pt x="3547" y="18316"/>
                  </a:lnTo>
                  <a:cubicBezTo>
                    <a:pt x="3524" y="18348"/>
                    <a:pt x="3290" y="18703"/>
                    <a:pt x="3846" y="19123"/>
                  </a:cubicBezTo>
                  <a:cubicBezTo>
                    <a:pt x="3913" y="19175"/>
                    <a:pt x="3999" y="19200"/>
                    <a:pt x="4101" y="19200"/>
                  </a:cubicBezTo>
                  <a:cubicBezTo>
                    <a:pt x="4881" y="19200"/>
                    <a:pt x="6583" y="17760"/>
                    <a:pt x="7847" y="16349"/>
                  </a:cubicBezTo>
                  <a:cubicBezTo>
                    <a:pt x="7847" y="16349"/>
                    <a:pt x="15443" y="10801"/>
                    <a:pt x="21134" y="6621"/>
                  </a:cubicBezTo>
                  <a:cubicBezTo>
                    <a:pt x="22220" y="2239"/>
                    <a:pt x="20262" y="1"/>
                    <a:pt x="17763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8"/>
            <p:cNvSpPr/>
            <p:nvPr/>
          </p:nvSpPr>
          <p:spPr>
            <a:xfrm>
              <a:off x="4338325" y="2563525"/>
              <a:ext cx="306925" cy="234225"/>
            </a:xfrm>
            <a:custGeom>
              <a:avLst/>
              <a:gdLst/>
              <a:ahLst/>
              <a:cxnLst/>
              <a:rect l="l" t="t" r="r" b="b"/>
              <a:pathLst>
                <a:path w="12277" h="9369" extrusionOk="0">
                  <a:moveTo>
                    <a:pt x="9960" y="1"/>
                  </a:moveTo>
                  <a:cubicBezTo>
                    <a:pt x="9904" y="1"/>
                    <a:pt x="9846" y="5"/>
                    <a:pt x="9788" y="13"/>
                  </a:cubicBezTo>
                  <a:cubicBezTo>
                    <a:pt x="8061" y="263"/>
                    <a:pt x="1846" y="2787"/>
                    <a:pt x="2001" y="4049"/>
                  </a:cubicBezTo>
                  <a:cubicBezTo>
                    <a:pt x="2001" y="4049"/>
                    <a:pt x="1" y="7395"/>
                    <a:pt x="3156" y="8836"/>
                  </a:cubicBezTo>
                  <a:cubicBezTo>
                    <a:pt x="3960" y="9201"/>
                    <a:pt x="4859" y="9368"/>
                    <a:pt x="5764" y="9368"/>
                  </a:cubicBezTo>
                  <a:cubicBezTo>
                    <a:pt x="8420" y="9368"/>
                    <a:pt x="11124" y="7928"/>
                    <a:pt x="11621" y="5859"/>
                  </a:cubicBezTo>
                  <a:cubicBezTo>
                    <a:pt x="12277" y="3180"/>
                    <a:pt x="11555" y="1"/>
                    <a:pt x="996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3804025" y="2127175"/>
              <a:ext cx="884375" cy="637700"/>
            </a:xfrm>
            <a:custGeom>
              <a:avLst/>
              <a:gdLst/>
              <a:ahLst/>
              <a:cxnLst/>
              <a:rect l="l" t="t" r="r" b="b"/>
              <a:pathLst>
                <a:path w="35375" h="25508" extrusionOk="0">
                  <a:moveTo>
                    <a:pt x="15652" y="0"/>
                  </a:moveTo>
                  <a:cubicBezTo>
                    <a:pt x="10636" y="0"/>
                    <a:pt x="5915" y="603"/>
                    <a:pt x="3418" y="2001"/>
                  </a:cubicBezTo>
                  <a:cubicBezTo>
                    <a:pt x="3418" y="2001"/>
                    <a:pt x="1823" y="6692"/>
                    <a:pt x="906" y="9954"/>
                  </a:cubicBezTo>
                  <a:cubicBezTo>
                    <a:pt x="1" y="13216"/>
                    <a:pt x="4871" y="20241"/>
                    <a:pt x="6573" y="21551"/>
                  </a:cubicBezTo>
                  <a:cubicBezTo>
                    <a:pt x="7852" y="22536"/>
                    <a:pt x="14264" y="25507"/>
                    <a:pt x="20647" y="25507"/>
                  </a:cubicBezTo>
                  <a:cubicBezTo>
                    <a:pt x="26681" y="25507"/>
                    <a:pt x="32689" y="22853"/>
                    <a:pt x="34315" y="13359"/>
                  </a:cubicBezTo>
                  <a:cubicBezTo>
                    <a:pt x="34886" y="9966"/>
                    <a:pt x="35374" y="8109"/>
                    <a:pt x="34339" y="4311"/>
                  </a:cubicBezTo>
                  <a:cubicBezTo>
                    <a:pt x="33648" y="1757"/>
                    <a:pt x="24219" y="0"/>
                    <a:pt x="1565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4449650" y="2492225"/>
              <a:ext cx="162475" cy="183900"/>
            </a:xfrm>
            <a:custGeom>
              <a:avLst/>
              <a:gdLst/>
              <a:ahLst/>
              <a:cxnLst/>
              <a:rect l="l" t="t" r="r" b="b"/>
              <a:pathLst>
                <a:path w="6499" h="7356" extrusionOk="0">
                  <a:moveTo>
                    <a:pt x="3218" y="1"/>
                  </a:moveTo>
                  <a:cubicBezTo>
                    <a:pt x="2413" y="1"/>
                    <a:pt x="1775" y="186"/>
                    <a:pt x="1775" y="186"/>
                  </a:cubicBezTo>
                  <a:lnTo>
                    <a:pt x="1" y="5151"/>
                  </a:lnTo>
                  <a:cubicBezTo>
                    <a:pt x="615" y="6563"/>
                    <a:pt x="1982" y="7356"/>
                    <a:pt x="3300" y="7356"/>
                  </a:cubicBezTo>
                  <a:cubicBezTo>
                    <a:pt x="4892" y="7356"/>
                    <a:pt x="6415" y="6199"/>
                    <a:pt x="6454" y="3579"/>
                  </a:cubicBezTo>
                  <a:cubicBezTo>
                    <a:pt x="6499" y="555"/>
                    <a:pt x="4609" y="1"/>
                    <a:pt x="3218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3882025" y="2039600"/>
              <a:ext cx="706350" cy="744300"/>
            </a:xfrm>
            <a:custGeom>
              <a:avLst/>
              <a:gdLst/>
              <a:ahLst/>
              <a:cxnLst/>
              <a:rect l="l" t="t" r="r" b="b"/>
              <a:pathLst>
                <a:path w="28254" h="29772" extrusionOk="0">
                  <a:moveTo>
                    <a:pt x="10818" y="0"/>
                  </a:moveTo>
                  <a:cubicBezTo>
                    <a:pt x="6538" y="0"/>
                    <a:pt x="2997" y="1488"/>
                    <a:pt x="1429" y="5480"/>
                  </a:cubicBezTo>
                  <a:cubicBezTo>
                    <a:pt x="1429" y="5480"/>
                    <a:pt x="798" y="11088"/>
                    <a:pt x="358" y="17743"/>
                  </a:cubicBezTo>
                  <a:cubicBezTo>
                    <a:pt x="0" y="23137"/>
                    <a:pt x="2465" y="28590"/>
                    <a:pt x="10514" y="29554"/>
                  </a:cubicBezTo>
                  <a:cubicBezTo>
                    <a:pt x="11694" y="29696"/>
                    <a:pt x="12798" y="29771"/>
                    <a:pt x="13831" y="29771"/>
                  </a:cubicBezTo>
                  <a:cubicBezTo>
                    <a:pt x="20002" y="29771"/>
                    <a:pt x="23612" y="27079"/>
                    <a:pt x="25754" y="19756"/>
                  </a:cubicBezTo>
                  <a:cubicBezTo>
                    <a:pt x="28254" y="11207"/>
                    <a:pt x="27361" y="4016"/>
                    <a:pt x="19622" y="1563"/>
                  </a:cubicBezTo>
                  <a:cubicBezTo>
                    <a:pt x="16601" y="610"/>
                    <a:pt x="13558" y="0"/>
                    <a:pt x="10818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4137700" y="2552700"/>
              <a:ext cx="76825" cy="34375"/>
            </a:xfrm>
            <a:custGeom>
              <a:avLst/>
              <a:gdLst/>
              <a:ahLst/>
              <a:cxnLst/>
              <a:rect l="l" t="t" r="r" b="b"/>
              <a:pathLst>
                <a:path w="3073" h="1375" extrusionOk="0">
                  <a:moveTo>
                    <a:pt x="2955" y="0"/>
                  </a:moveTo>
                  <a:cubicBezTo>
                    <a:pt x="2918" y="0"/>
                    <a:pt x="2886" y="21"/>
                    <a:pt x="2870" y="53"/>
                  </a:cubicBezTo>
                  <a:cubicBezTo>
                    <a:pt x="2370" y="959"/>
                    <a:pt x="1671" y="1180"/>
                    <a:pt x="1108" y="1180"/>
                  </a:cubicBezTo>
                  <a:cubicBezTo>
                    <a:pt x="598" y="1180"/>
                    <a:pt x="201" y="999"/>
                    <a:pt x="167" y="982"/>
                  </a:cubicBezTo>
                  <a:cubicBezTo>
                    <a:pt x="149" y="974"/>
                    <a:pt x="130" y="970"/>
                    <a:pt x="112" y="970"/>
                  </a:cubicBezTo>
                  <a:cubicBezTo>
                    <a:pt x="74" y="970"/>
                    <a:pt x="41" y="989"/>
                    <a:pt x="25" y="1029"/>
                  </a:cubicBezTo>
                  <a:cubicBezTo>
                    <a:pt x="1" y="1077"/>
                    <a:pt x="25" y="1137"/>
                    <a:pt x="72" y="1160"/>
                  </a:cubicBezTo>
                  <a:cubicBezTo>
                    <a:pt x="84" y="1172"/>
                    <a:pt x="525" y="1375"/>
                    <a:pt x="1108" y="1375"/>
                  </a:cubicBezTo>
                  <a:cubicBezTo>
                    <a:pt x="1727" y="1375"/>
                    <a:pt x="2501" y="1137"/>
                    <a:pt x="3049" y="148"/>
                  </a:cubicBezTo>
                  <a:cubicBezTo>
                    <a:pt x="3073" y="101"/>
                    <a:pt x="3061" y="41"/>
                    <a:pt x="3013" y="17"/>
                  </a:cubicBezTo>
                  <a:cubicBezTo>
                    <a:pt x="2993" y="5"/>
                    <a:pt x="2973" y="0"/>
                    <a:pt x="29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4149025" y="2144150"/>
              <a:ext cx="1500" cy="1800"/>
            </a:xfrm>
            <a:custGeom>
              <a:avLst/>
              <a:gdLst/>
              <a:ahLst/>
              <a:cxnLst/>
              <a:rect l="l" t="t" r="r" b="b"/>
              <a:pathLst>
                <a:path w="60" h="72" extrusionOk="0">
                  <a:moveTo>
                    <a:pt x="0" y="72"/>
                  </a:moveTo>
                  <a:cubicBezTo>
                    <a:pt x="36" y="24"/>
                    <a:pt x="60" y="0"/>
                    <a:pt x="60" y="0"/>
                  </a:cubicBezTo>
                  <a:cubicBezTo>
                    <a:pt x="60" y="0"/>
                    <a:pt x="36" y="24"/>
                    <a:pt x="0" y="72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4302300" y="2313800"/>
              <a:ext cx="146175" cy="108325"/>
            </a:xfrm>
            <a:custGeom>
              <a:avLst/>
              <a:gdLst/>
              <a:ahLst/>
              <a:cxnLst/>
              <a:rect l="l" t="t" r="r" b="b"/>
              <a:pathLst>
                <a:path w="5847" h="4333" extrusionOk="0">
                  <a:moveTo>
                    <a:pt x="1284" y="1"/>
                  </a:moveTo>
                  <a:cubicBezTo>
                    <a:pt x="839" y="1"/>
                    <a:pt x="568" y="239"/>
                    <a:pt x="382" y="572"/>
                  </a:cubicBezTo>
                  <a:cubicBezTo>
                    <a:pt x="1" y="1239"/>
                    <a:pt x="441" y="2311"/>
                    <a:pt x="1656" y="3204"/>
                  </a:cubicBezTo>
                  <a:cubicBezTo>
                    <a:pt x="2626" y="3919"/>
                    <a:pt x="3390" y="4332"/>
                    <a:pt x="3974" y="4332"/>
                  </a:cubicBezTo>
                  <a:cubicBezTo>
                    <a:pt x="4264" y="4332"/>
                    <a:pt x="4510" y="4231"/>
                    <a:pt x="4716" y="4013"/>
                  </a:cubicBezTo>
                  <a:cubicBezTo>
                    <a:pt x="4716" y="4013"/>
                    <a:pt x="5847" y="2870"/>
                    <a:pt x="3728" y="1227"/>
                  </a:cubicBezTo>
                  <a:cubicBezTo>
                    <a:pt x="2575" y="332"/>
                    <a:pt x="1808" y="1"/>
                    <a:pt x="1284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3946600" y="2278575"/>
              <a:ext cx="151850" cy="84950"/>
            </a:xfrm>
            <a:custGeom>
              <a:avLst/>
              <a:gdLst/>
              <a:ahLst/>
              <a:cxnLst/>
              <a:rect l="l" t="t" r="r" b="b"/>
              <a:pathLst>
                <a:path w="6074" h="3398" extrusionOk="0">
                  <a:moveTo>
                    <a:pt x="4663" y="0"/>
                  </a:moveTo>
                  <a:cubicBezTo>
                    <a:pt x="4165" y="0"/>
                    <a:pt x="3483" y="134"/>
                    <a:pt x="2549" y="457"/>
                  </a:cubicBezTo>
                  <a:cubicBezTo>
                    <a:pt x="1" y="1338"/>
                    <a:pt x="715" y="2779"/>
                    <a:pt x="715" y="2779"/>
                  </a:cubicBezTo>
                  <a:cubicBezTo>
                    <a:pt x="911" y="3209"/>
                    <a:pt x="1302" y="3397"/>
                    <a:pt x="1884" y="3397"/>
                  </a:cubicBezTo>
                  <a:cubicBezTo>
                    <a:pt x="2398" y="3397"/>
                    <a:pt x="3061" y="3250"/>
                    <a:pt x="3871" y="2993"/>
                  </a:cubicBezTo>
                  <a:cubicBezTo>
                    <a:pt x="5311" y="2529"/>
                    <a:pt x="6073" y="1672"/>
                    <a:pt x="5930" y="922"/>
                  </a:cubicBezTo>
                  <a:cubicBezTo>
                    <a:pt x="5832" y="401"/>
                    <a:pt x="5524" y="0"/>
                    <a:pt x="4663" y="0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4464525" y="2527025"/>
              <a:ext cx="129225" cy="100250"/>
            </a:xfrm>
            <a:custGeom>
              <a:avLst/>
              <a:gdLst/>
              <a:ahLst/>
              <a:cxnLst/>
              <a:rect l="l" t="t" r="r" b="b"/>
              <a:pathLst>
                <a:path w="5169" h="4010" extrusionOk="0">
                  <a:moveTo>
                    <a:pt x="3077" y="1"/>
                  </a:moveTo>
                  <a:cubicBezTo>
                    <a:pt x="2668" y="1"/>
                    <a:pt x="2242" y="125"/>
                    <a:pt x="1811" y="378"/>
                  </a:cubicBezTo>
                  <a:cubicBezTo>
                    <a:pt x="1" y="1413"/>
                    <a:pt x="930" y="3926"/>
                    <a:pt x="941" y="3950"/>
                  </a:cubicBezTo>
                  <a:cubicBezTo>
                    <a:pt x="953" y="3985"/>
                    <a:pt x="989" y="4009"/>
                    <a:pt x="1025" y="4009"/>
                  </a:cubicBezTo>
                  <a:lnTo>
                    <a:pt x="1061" y="4009"/>
                  </a:lnTo>
                  <a:cubicBezTo>
                    <a:pt x="1108" y="3985"/>
                    <a:pt x="1132" y="3926"/>
                    <a:pt x="1120" y="3878"/>
                  </a:cubicBezTo>
                  <a:cubicBezTo>
                    <a:pt x="1108" y="3854"/>
                    <a:pt x="239" y="1497"/>
                    <a:pt x="1906" y="544"/>
                  </a:cubicBezTo>
                  <a:cubicBezTo>
                    <a:pt x="2314" y="311"/>
                    <a:pt x="2711" y="194"/>
                    <a:pt x="3092" y="194"/>
                  </a:cubicBezTo>
                  <a:cubicBezTo>
                    <a:pt x="3255" y="194"/>
                    <a:pt x="3416" y="216"/>
                    <a:pt x="3573" y="259"/>
                  </a:cubicBezTo>
                  <a:cubicBezTo>
                    <a:pt x="4478" y="521"/>
                    <a:pt x="4978" y="1437"/>
                    <a:pt x="4978" y="1437"/>
                  </a:cubicBezTo>
                  <a:cubicBezTo>
                    <a:pt x="4995" y="1472"/>
                    <a:pt x="5032" y="1494"/>
                    <a:pt x="5069" y="1494"/>
                  </a:cubicBezTo>
                  <a:cubicBezTo>
                    <a:pt x="5082" y="1494"/>
                    <a:pt x="5096" y="1491"/>
                    <a:pt x="5109" y="1485"/>
                  </a:cubicBezTo>
                  <a:cubicBezTo>
                    <a:pt x="5156" y="1461"/>
                    <a:pt x="5168" y="1402"/>
                    <a:pt x="5144" y="1354"/>
                  </a:cubicBezTo>
                  <a:cubicBezTo>
                    <a:pt x="5132" y="1306"/>
                    <a:pt x="4620" y="366"/>
                    <a:pt x="3632" y="80"/>
                  </a:cubicBezTo>
                  <a:cubicBezTo>
                    <a:pt x="3452" y="27"/>
                    <a:pt x="3266" y="1"/>
                    <a:pt x="30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4482400" y="2564450"/>
              <a:ext cx="72350" cy="19950"/>
            </a:xfrm>
            <a:custGeom>
              <a:avLst/>
              <a:gdLst/>
              <a:ahLst/>
              <a:cxnLst/>
              <a:rect l="l" t="t" r="r" b="b"/>
              <a:pathLst>
                <a:path w="2894" h="798" extrusionOk="0">
                  <a:moveTo>
                    <a:pt x="1216" y="0"/>
                  </a:moveTo>
                  <a:cubicBezTo>
                    <a:pt x="835" y="0"/>
                    <a:pt x="430" y="117"/>
                    <a:pt x="48" y="452"/>
                  </a:cubicBezTo>
                  <a:cubicBezTo>
                    <a:pt x="0" y="488"/>
                    <a:pt x="0" y="548"/>
                    <a:pt x="36" y="595"/>
                  </a:cubicBezTo>
                  <a:cubicBezTo>
                    <a:pt x="56" y="615"/>
                    <a:pt x="82" y="624"/>
                    <a:pt x="109" y="624"/>
                  </a:cubicBezTo>
                  <a:cubicBezTo>
                    <a:pt x="130" y="624"/>
                    <a:pt x="151" y="618"/>
                    <a:pt x="167" y="607"/>
                  </a:cubicBezTo>
                  <a:cubicBezTo>
                    <a:pt x="510" y="303"/>
                    <a:pt x="877" y="197"/>
                    <a:pt x="1223" y="197"/>
                  </a:cubicBezTo>
                  <a:cubicBezTo>
                    <a:pt x="2028" y="197"/>
                    <a:pt x="2718" y="774"/>
                    <a:pt x="2727" y="774"/>
                  </a:cubicBezTo>
                  <a:cubicBezTo>
                    <a:pt x="2739" y="798"/>
                    <a:pt x="2762" y="798"/>
                    <a:pt x="2774" y="798"/>
                  </a:cubicBezTo>
                  <a:cubicBezTo>
                    <a:pt x="2810" y="798"/>
                    <a:pt x="2834" y="798"/>
                    <a:pt x="2858" y="774"/>
                  </a:cubicBezTo>
                  <a:cubicBezTo>
                    <a:pt x="2893" y="726"/>
                    <a:pt x="2882" y="667"/>
                    <a:pt x="2846" y="631"/>
                  </a:cubicBezTo>
                  <a:cubicBezTo>
                    <a:pt x="2838" y="623"/>
                    <a:pt x="2094" y="0"/>
                    <a:pt x="12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4116275" y="2284925"/>
              <a:ext cx="100925" cy="242025"/>
            </a:xfrm>
            <a:custGeom>
              <a:avLst/>
              <a:gdLst/>
              <a:ahLst/>
              <a:cxnLst/>
              <a:rect l="l" t="t" r="r" b="b"/>
              <a:pathLst>
                <a:path w="4037" h="9681" extrusionOk="0">
                  <a:moveTo>
                    <a:pt x="3918" y="1"/>
                  </a:moveTo>
                  <a:cubicBezTo>
                    <a:pt x="3870" y="1"/>
                    <a:pt x="3822" y="37"/>
                    <a:pt x="3822" y="96"/>
                  </a:cubicBezTo>
                  <a:cubicBezTo>
                    <a:pt x="3834" y="1775"/>
                    <a:pt x="3775" y="6240"/>
                    <a:pt x="3394" y="6764"/>
                  </a:cubicBezTo>
                  <a:cubicBezTo>
                    <a:pt x="3258" y="6952"/>
                    <a:pt x="3074" y="7046"/>
                    <a:pt x="2842" y="7046"/>
                  </a:cubicBezTo>
                  <a:cubicBezTo>
                    <a:pt x="2545" y="7046"/>
                    <a:pt x="2169" y="6892"/>
                    <a:pt x="1715" y="6585"/>
                  </a:cubicBezTo>
                  <a:cubicBezTo>
                    <a:pt x="1691" y="6573"/>
                    <a:pt x="1679" y="6561"/>
                    <a:pt x="1667" y="6549"/>
                  </a:cubicBezTo>
                  <a:cubicBezTo>
                    <a:pt x="1467" y="6432"/>
                    <a:pt x="1276" y="6372"/>
                    <a:pt x="1098" y="6372"/>
                  </a:cubicBezTo>
                  <a:cubicBezTo>
                    <a:pt x="915" y="6372"/>
                    <a:pt x="746" y="6435"/>
                    <a:pt x="596" y="6561"/>
                  </a:cubicBezTo>
                  <a:cubicBezTo>
                    <a:pt x="155" y="6942"/>
                    <a:pt x="1" y="7835"/>
                    <a:pt x="262" y="8466"/>
                  </a:cubicBezTo>
                  <a:cubicBezTo>
                    <a:pt x="584" y="9228"/>
                    <a:pt x="1358" y="9657"/>
                    <a:pt x="1382" y="9669"/>
                  </a:cubicBezTo>
                  <a:cubicBezTo>
                    <a:pt x="1394" y="9681"/>
                    <a:pt x="1417" y="9681"/>
                    <a:pt x="1429" y="9681"/>
                  </a:cubicBezTo>
                  <a:cubicBezTo>
                    <a:pt x="1465" y="9681"/>
                    <a:pt x="1501" y="9669"/>
                    <a:pt x="1513" y="9633"/>
                  </a:cubicBezTo>
                  <a:cubicBezTo>
                    <a:pt x="1536" y="9585"/>
                    <a:pt x="1525" y="9526"/>
                    <a:pt x="1477" y="9502"/>
                  </a:cubicBezTo>
                  <a:cubicBezTo>
                    <a:pt x="1465" y="9502"/>
                    <a:pt x="727" y="9097"/>
                    <a:pt x="441" y="8383"/>
                  </a:cubicBezTo>
                  <a:cubicBezTo>
                    <a:pt x="203" y="7835"/>
                    <a:pt x="346" y="7037"/>
                    <a:pt x="727" y="6704"/>
                  </a:cubicBezTo>
                  <a:cubicBezTo>
                    <a:pt x="838" y="6610"/>
                    <a:pt x="964" y="6563"/>
                    <a:pt x="1101" y="6563"/>
                  </a:cubicBezTo>
                  <a:cubicBezTo>
                    <a:pt x="1243" y="6563"/>
                    <a:pt x="1397" y="6613"/>
                    <a:pt x="1560" y="6716"/>
                  </a:cubicBezTo>
                  <a:cubicBezTo>
                    <a:pt x="1572" y="6716"/>
                    <a:pt x="1596" y="6728"/>
                    <a:pt x="1608" y="6740"/>
                  </a:cubicBezTo>
                  <a:cubicBezTo>
                    <a:pt x="2138" y="7097"/>
                    <a:pt x="2540" y="7227"/>
                    <a:pt x="2845" y="7227"/>
                  </a:cubicBezTo>
                  <a:cubicBezTo>
                    <a:pt x="3190" y="7227"/>
                    <a:pt x="3409" y="7060"/>
                    <a:pt x="3549" y="6871"/>
                  </a:cubicBezTo>
                  <a:cubicBezTo>
                    <a:pt x="4037" y="6204"/>
                    <a:pt x="4025" y="715"/>
                    <a:pt x="4013" y="96"/>
                  </a:cubicBezTo>
                  <a:cubicBezTo>
                    <a:pt x="4013" y="37"/>
                    <a:pt x="3977" y="1"/>
                    <a:pt x="39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4273725" y="2547700"/>
              <a:ext cx="161675" cy="85575"/>
            </a:xfrm>
            <a:custGeom>
              <a:avLst/>
              <a:gdLst/>
              <a:ahLst/>
              <a:cxnLst/>
              <a:rect l="l" t="t" r="r" b="b"/>
              <a:pathLst>
                <a:path w="6467" h="3423" extrusionOk="0">
                  <a:moveTo>
                    <a:pt x="3777" y="1"/>
                  </a:moveTo>
                  <a:cubicBezTo>
                    <a:pt x="3534" y="1"/>
                    <a:pt x="3282" y="17"/>
                    <a:pt x="3025" y="51"/>
                  </a:cubicBezTo>
                  <a:cubicBezTo>
                    <a:pt x="1299" y="277"/>
                    <a:pt x="1" y="1206"/>
                    <a:pt x="120" y="2122"/>
                  </a:cubicBezTo>
                  <a:cubicBezTo>
                    <a:pt x="221" y="2902"/>
                    <a:pt x="1320" y="3423"/>
                    <a:pt x="2700" y="3423"/>
                  </a:cubicBezTo>
                  <a:cubicBezTo>
                    <a:pt x="2944" y="3423"/>
                    <a:pt x="3196" y="3406"/>
                    <a:pt x="3454" y="3373"/>
                  </a:cubicBezTo>
                  <a:cubicBezTo>
                    <a:pt x="5168" y="3146"/>
                    <a:pt x="6466" y="2230"/>
                    <a:pt x="6347" y="1313"/>
                  </a:cubicBezTo>
                  <a:cubicBezTo>
                    <a:pt x="6246" y="523"/>
                    <a:pt x="5155" y="1"/>
                    <a:pt x="3777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3925775" y="2513325"/>
              <a:ext cx="163450" cy="93025"/>
            </a:xfrm>
            <a:custGeom>
              <a:avLst/>
              <a:gdLst/>
              <a:ahLst/>
              <a:cxnLst/>
              <a:rect l="l" t="t" r="r" b="b"/>
              <a:pathLst>
                <a:path w="6538" h="3721" extrusionOk="0">
                  <a:moveTo>
                    <a:pt x="2187" y="0"/>
                  </a:moveTo>
                  <a:cubicBezTo>
                    <a:pt x="1218" y="0"/>
                    <a:pt x="464" y="328"/>
                    <a:pt x="274" y="914"/>
                  </a:cubicBezTo>
                  <a:cubicBezTo>
                    <a:pt x="1" y="1795"/>
                    <a:pt x="1108" y="2938"/>
                    <a:pt x="2763" y="3462"/>
                  </a:cubicBezTo>
                  <a:cubicBezTo>
                    <a:pt x="3317" y="3637"/>
                    <a:pt x="3863" y="3721"/>
                    <a:pt x="4353" y="3721"/>
                  </a:cubicBezTo>
                  <a:cubicBezTo>
                    <a:pt x="5325" y="3721"/>
                    <a:pt x="6081" y="3393"/>
                    <a:pt x="6263" y="2807"/>
                  </a:cubicBezTo>
                  <a:cubicBezTo>
                    <a:pt x="6537" y="1926"/>
                    <a:pt x="5430" y="783"/>
                    <a:pt x="3775" y="259"/>
                  </a:cubicBezTo>
                  <a:cubicBezTo>
                    <a:pt x="3220" y="83"/>
                    <a:pt x="2676" y="0"/>
                    <a:pt x="2187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3825175" y="2000875"/>
              <a:ext cx="846250" cy="494775"/>
            </a:xfrm>
            <a:custGeom>
              <a:avLst/>
              <a:gdLst/>
              <a:ahLst/>
              <a:cxnLst/>
              <a:rect l="l" t="t" r="r" b="b"/>
              <a:pathLst>
                <a:path w="33850" h="19791" extrusionOk="0">
                  <a:moveTo>
                    <a:pt x="15691" y="1"/>
                  </a:moveTo>
                  <a:cubicBezTo>
                    <a:pt x="10661" y="1"/>
                    <a:pt x="6285" y="2039"/>
                    <a:pt x="4263" y="4124"/>
                  </a:cubicBezTo>
                  <a:cubicBezTo>
                    <a:pt x="1191" y="7279"/>
                    <a:pt x="0" y="17197"/>
                    <a:pt x="1441" y="18090"/>
                  </a:cubicBezTo>
                  <a:cubicBezTo>
                    <a:pt x="1495" y="18124"/>
                    <a:pt x="1575" y="18141"/>
                    <a:pt x="1679" y="18141"/>
                  </a:cubicBezTo>
                  <a:cubicBezTo>
                    <a:pt x="3768" y="18141"/>
                    <a:pt x="15430" y="11433"/>
                    <a:pt x="20467" y="9005"/>
                  </a:cubicBezTo>
                  <a:cubicBezTo>
                    <a:pt x="20730" y="8878"/>
                    <a:pt x="21005" y="8819"/>
                    <a:pt x="21274" y="8819"/>
                  </a:cubicBezTo>
                  <a:cubicBezTo>
                    <a:pt x="22064" y="8819"/>
                    <a:pt x="22805" y="9331"/>
                    <a:pt x="23063" y="10148"/>
                  </a:cubicBezTo>
                  <a:cubicBezTo>
                    <a:pt x="24622" y="15090"/>
                    <a:pt x="26849" y="17864"/>
                    <a:pt x="28432" y="19304"/>
                  </a:cubicBezTo>
                  <a:cubicBezTo>
                    <a:pt x="28791" y="19635"/>
                    <a:pt x="29233" y="19791"/>
                    <a:pt x="29672" y="19791"/>
                  </a:cubicBezTo>
                  <a:cubicBezTo>
                    <a:pt x="30369" y="19791"/>
                    <a:pt x="31056" y="19399"/>
                    <a:pt x="31385" y="18697"/>
                  </a:cubicBezTo>
                  <a:cubicBezTo>
                    <a:pt x="32433" y="16435"/>
                    <a:pt x="33850" y="12589"/>
                    <a:pt x="33373" y="9125"/>
                  </a:cubicBezTo>
                  <a:cubicBezTo>
                    <a:pt x="32695" y="4219"/>
                    <a:pt x="25146" y="2219"/>
                    <a:pt x="23896" y="1921"/>
                  </a:cubicBezTo>
                  <a:cubicBezTo>
                    <a:pt x="23765" y="1886"/>
                    <a:pt x="23646" y="1838"/>
                    <a:pt x="23539" y="1790"/>
                  </a:cubicBezTo>
                  <a:cubicBezTo>
                    <a:pt x="20902" y="514"/>
                    <a:pt x="18214" y="1"/>
                    <a:pt x="15691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4391900" y="1963525"/>
              <a:ext cx="142000" cy="133625"/>
            </a:xfrm>
            <a:custGeom>
              <a:avLst/>
              <a:gdLst/>
              <a:ahLst/>
              <a:cxnLst/>
              <a:rect l="l" t="t" r="r" b="b"/>
              <a:pathLst>
                <a:path w="5680" h="5345" extrusionOk="0">
                  <a:moveTo>
                    <a:pt x="1915" y="1"/>
                  </a:moveTo>
                  <a:cubicBezTo>
                    <a:pt x="1840" y="1"/>
                    <a:pt x="1758" y="15"/>
                    <a:pt x="1668" y="46"/>
                  </a:cubicBezTo>
                  <a:cubicBezTo>
                    <a:pt x="1" y="617"/>
                    <a:pt x="120" y="4261"/>
                    <a:pt x="1310" y="5082"/>
                  </a:cubicBezTo>
                  <a:lnTo>
                    <a:pt x="2727" y="5344"/>
                  </a:lnTo>
                  <a:cubicBezTo>
                    <a:pt x="2727" y="5344"/>
                    <a:pt x="5680" y="2689"/>
                    <a:pt x="4537" y="2189"/>
                  </a:cubicBezTo>
                  <a:cubicBezTo>
                    <a:pt x="4438" y="2146"/>
                    <a:pt x="4339" y="2126"/>
                    <a:pt x="4241" y="2126"/>
                  </a:cubicBezTo>
                  <a:cubicBezTo>
                    <a:pt x="3199" y="2126"/>
                    <a:pt x="2215" y="4332"/>
                    <a:pt x="2215" y="4332"/>
                  </a:cubicBezTo>
                  <a:cubicBezTo>
                    <a:pt x="2215" y="4332"/>
                    <a:pt x="3205" y="1"/>
                    <a:pt x="191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4020425" y="2449525"/>
              <a:ext cx="43775" cy="52150"/>
            </a:xfrm>
            <a:custGeom>
              <a:avLst/>
              <a:gdLst/>
              <a:ahLst/>
              <a:cxnLst/>
              <a:rect l="l" t="t" r="r" b="b"/>
              <a:pathLst>
                <a:path w="1751" h="2086" extrusionOk="0">
                  <a:moveTo>
                    <a:pt x="899" y="1"/>
                  </a:moveTo>
                  <a:cubicBezTo>
                    <a:pt x="431" y="1"/>
                    <a:pt x="36" y="449"/>
                    <a:pt x="25" y="1013"/>
                  </a:cubicBezTo>
                  <a:cubicBezTo>
                    <a:pt x="1" y="1596"/>
                    <a:pt x="370" y="2073"/>
                    <a:pt x="834" y="2085"/>
                  </a:cubicBezTo>
                  <a:cubicBezTo>
                    <a:pt x="846" y="2085"/>
                    <a:pt x="858" y="2086"/>
                    <a:pt x="870" y="2086"/>
                  </a:cubicBezTo>
                  <a:cubicBezTo>
                    <a:pt x="1331" y="2086"/>
                    <a:pt x="1716" y="1641"/>
                    <a:pt x="1727" y="1073"/>
                  </a:cubicBezTo>
                  <a:cubicBezTo>
                    <a:pt x="1751" y="501"/>
                    <a:pt x="1382" y="25"/>
                    <a:pt x="918" y="1"/>
                  </a:cubicBezTo>
                  <a:cubicBezTo>
                    <a:pt x="911" y="1"/>
                    <a:pt x="905" y="1"/>
                    <a:pt x="8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4282675" y="2473925"/>
              <a:ext cx="43775" cy="52150"/>
            </a:xfrm>
            <a:custGeom>
              <a:avLst/>
              <a:gdLst/>
              <a:ahLst/>
              <a:cxnLst/>
              <a:rect l="l" t="t" r="r" b="b"/>
              <a:pathLst>
                <a:path w="1751" h="2086" extrusionOk="0">
                  <a:moveTo>
                    <a:pt x="882" y="0"/>
                  </a:moveTo>
                  <a:cubicBezTo>
                    <a:pt x="432" y="0"/>
                    <a:pt x="47" y="445"/>
                    <a:pt x="24" y="1013"/>
                  </a:cubicBezTo>
                  <a:cubicBezTo>
                    <a:pt x="0" y="1585"/>
                    <a:pt x="369" y="2073"/>
                    <a:pt x="845" y="2085"/>
                  </a:cubicBezTo>
                  <a:cubicBezTo>
                    <a:pt x="852" y="2085"/>
                    <a:pt x="858" y="2085"/>
                    <a:pt x="864" y="2085"/>
                  </a:cubicBezTo>
                  <a:cubicBezTo>
                    <a:pt x="1332" y="2085"/>
                    <a:pt x="1715" y="1637"/>
                    <a:pt x="1738" y="1073"/>
                  </a:cubicBezTo>
                  <a:cubicBezTo>
                    <a:pt x="1750" y="501"/>
                    <a:pt x="1393" y="13"/>
                    <a:pt x="917" y="1"/>
                  </a:cubicBezTo>
                  <a:cubicBezTo>
                    <a:pt x="905" y="1"/>
                    <a:pt x="894" y="0"/>
                    <a:pt x="8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3848675" y="2336275"/>
              <a:ext cx="790300" cy="282800"/>
            </a:xfrm>
            <a:custGeom>
              <a:avLst/>
              <a:gdLst/>
              <a:ahLst/>
              <a:cxnLst/>
              <a:rect l="l" t="t" r="r" b="b"/>
              <a:pathLst>
                <a:path w="31612" h="11312" extrusionOk="0">
                  <a:moveTo>
                    <a:pt x="5298" y="265"/>
                  </a:moveTo>
                  <a:cubicBezTo>
                    <a:pt x="5428" y="265"/>
                    <a:pt x="5560" y="270"/>
                    <a:pt x="5692" y="281"/>
                  </a:cubicBezTo>
                  <a:cubicBezTo>
                    <a:pt x="8335" y="507"/>
                    <a:pt x="10312" y="2828"/>
                    <a:pt x="10085" y="5472"/>
                  </a:cubicBezTo>
                  <a:cubicBezTo>
                    <a:pt x="9882" y="7983"/>
                    <a:pt x="7765" y="9893"/>
                    <a:pt x="5286" y="9893"/>
                  </a:cubicBezTo>
                  <a:cubicBezTo>
                    <a:pt x="5157" y="9893"/>
                    <a:pt x="5026" y="9888"/>
                    <a:pt x="4894" y="9877"/>
                  </a:cubicBezTo>
                  <a:cubicBezTo>
                    <a:pt x="2251" y="9651"/>
                    <a:pt x="275" y="7329"/>
                    <a:pt x="501" y="4686"/>
                  </a:cubicBezTo>
                  <a:cubicBezTo>
                    <a:pt x="704" y="2164"/>
                    <a:pt x="2821" y="265"/>
                    <a:pt x="5298" y="265"/>
                  </a:cubicBezTo>
                  <a:close/>
                  <a:moveTo>
                    <a:pt x="19147" y="1408"/>
                  </a:moveTo>
                  <a:cubicBezTo>
                    <a:pt x="19277" y="1408"/>
                    <a:pt x="19407" y="1413"/>
                    <a:pt x="19539" y="1423"/>
                  </a:cubicBezTo>
                  <a:cubicBezTo>
                    <a:pt x="22182" y="1650"/>
                    <a:pt x="24159" y="3971"/>
                    <a:pt x="23932" y="6627"/>
                  </a:cubicBezTo>
                  <a:cubicBezTo>
                    <a:pt x="23729" y="9137"/>
                    <a:pt x="21613" y="11036"/>
                    <a:pt x="19136" y="11036"/>
                  </a:cubicBezTo>
                  <a:cubicBezTo>
                    <a:pt x="19005" y="11036"/>
                    <a:pt x="18874" y="11031"/>
                    <a:pt x="18741" y="11020"/>
                  </a:cubicBezTo>
                  <a:cubicBezTo>
                    <a:pt x="16098" y="10806"/>
                    <a:pt x="14122" y="8472"/>
                    <a:pt x="14348" y="5829"/>
                  </a:cubicBezTo>
                  <a:cubicBezTo>
                    <a:pt x="14551" y="3317"/>
                    <a:pt x="16669" y="1408"/>
                    <a:pt x="19147" y="1408"/>
                  </a:cubicBezTo>
                  <a:close/>
                  <a:moveTo>
                    <a:pt x="5281" y="0"/>
                  </a:moveTo>
                  <a:cubicBezTo>
                    <a:pt x="2668" y="0"/>
                    <a:pt x="453" y="2010"/>
                    <a:pt x="227" y="4662"/>
                  </a:cubicBezTo>
                  <a:cubicBezTo>
                    <a:pt x="1" y="7448"/>
                    <a:pt x="2084" y="9913"/>
                    <a:pt x="4870" y="10139"/>
                  </a:cubicBezTo>
                  <a:cubicBezTo>
                    <a:pt x="5017" y="10151"/>
                    <a:pt x="5162" y="10157"/>
                    <a:pt x="5306" y="10157"/>
                  </a:cubicBezTo>
                  <a:cubicBezTo>
                    <a:pt x="7919" y="10157"/>
                    <a:pt x="10134" y="8147"/>
                    <a:pt x="10359" y="5495"/>
                  </a:cubicBezTo>
                  <a:cubicBezTo>
                    <a:pt x="10371" y="5293"/>
                    <a:pt x="10371" y="5091"/>
                    <a:pt x="10371" y="4888"/>
                  </a:cubicBezTo>
                  <a:cubicBezTo>
                    <a:pt x="10916" y="4630"/>
                    <a:pt x="11449" y="4537"/>
                    <a:pt x="11937" y="4537"/>
                  </a:cubicBezTo>
                  <a:cubicBezTo>
                    <a:pt x="13051" y="4537"/>
                    <a:pt x="13929" y="5025"/>
                    <a:pt x="14169" y="5174"/>
                  </a:cubicBezTo>
                  <a:cubicBezTo>
                    <a:pt x="14122" y="5388"/>
                    <a:pt x="14086" y="5591"/>
                    <a:pt x="14074" y="5805"/>
                  </a:cubicBezTo>
                  <a:cubicBezTo>
                    <a:pt x="13848" y="8591"/>
                    <a:pt x="15931" y="11056"/>
                    <a:pt x="18717" y="11294"/>
                  </a:cubicBezTo>
                  <a:cubicBezTo>
                    <a:pt x="18858" y="11305"/>
                    <a:pt x="18998" y="11311"/>
                    <a:pt x="19137" y="11311"/>
                  </a:cubicBezTo>
                  <a:cubicBezTo>
                    <a:pt x="21710" y="11311"/>
                    <a:pt x="23900" y="9357"/>
                    <a:pt x="24182" y="6781"/>
                  </a:cubicBezTo>
                  <a:lnTo>
                    <a:pt x="30231" y="7305"/>
                  </a:lnTo>
                  <a:cubicBezTo>
                    <a:pt x="30386" y="7377"/>
                    <a:pt x="31326" y="7924"/>
                    <a:pt x="31279" y="8877"/>
                  </a:cubicBezTo>
                  <a:cubicBezTo>
                    <a:pt x="31279" y="8948"/>
                    <a:pt x="31338" y="9008"/>
                    <a:pt x="31410" y="9020"/>
                  </a:cubicBezTo>
                  <a:cubicBezTo>
                    <a:pt x="31481" y="9020"/>
                    <a:pt x="31552" y="8960"/>
                    <a:pt x="31552" y="8889"/>
                  </a:cubicBezTo>
                  <a:cubicBezTo>
                    <a:pt x="31612" y="7686"/>
                    <a:pt x="30386" y="7067"/>
                    <a:pt x="30326" y="7043"/>
                  </a:cubicBezTo>
                  <a:cubicBezTo>
                    <a:pt x="30314" y="7043"/>
                    <a:pt x="30302" y="7031"/>
                    <a:pt x="30278" y="7031"/>
                  </a:cubicBezTo>
                  <a:lnTo>
                    <a:pt x="24206" y="6507"/>
                  </a:lnTo>
                  <a:cubicBezTo>
                    <a:pt x="24361" y="3769"/>
                    <a:pt x="22301" y="1388"/>
                    <a:pt x="19563" y="1162"/>
                  </a:cubicBezTo>
                  <a:cubicBezTo>
                    <a:pt x="19422" y="1150"/>
                    <a:pt x="19282" y="1144"/>
                    <a:pt x="19144" y="1144"/>
                  </a:cubicBezTo>
                  <a:cubicBezTo>
                    <a:pt x="16829" y="1144"/>
                    <a:pt x="14825" y="2710"/>
                    <a:pt x="14241" y="4912"/>
                  </a:cubicBezTo>
                  <a:cubicBezTo>
                    <a:pt x="13897" y="4707"/>
                    <a:pt x="13017" y="4271"/>
                    <a:pt x="11928" y="4271"/>
                  </a:cubicBezTo>
                  <a:cubicBezTo>
                    <a:pt x="11434" y="4271"/>
                    <a:pt x="10897" y="4361"/>
                    <a:pt x="10347" y="4602"/>
                  </a:cubicBezTo>
                  <a:cubicBezTo>
                    <a:pt x="10121" y="2197"/>
                    <a:pt x="8204" y="221"/>
                    <a:pt x="5716" y="19"/>
                  </a:cubicBezTo>
                  <a:cubicBezTo>
                    <a:pt x="5570" y="6"/>
                    <a:pt x="5425" y="0"/>
                    <a:pt x="5281" y="0"/>
                  </a:cubicBezTo>
                  <a:close/>
                </a:path>
              </a:pathLst>
            </a:custGeom>
            <a:solidFill>
              <a:srgbClr val="45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4481800" y="2635275"/>
              <a:ext cx="48550" cy="67000"/>
            </a:xfrm>
            <a:custGeom>
              <a:avLst/>
              <a:gdLst/>
              <a:ahLst/>
              <a:cxnLst/>
              <a:rect l="l" t="t" r="r" b="b"/>
              <a:pathLst>
                <a:path w="1942" h="2680" extrusionOk="0">
                  <a:moveTo>
                    <a:pt x="965" y="1"/>
                  </a:moveTo>
                  <a:cubicBezTo>
                    <a:pt x="441" y="1"/>
                    <a:pt x="0" y="608"/>
                    <a:pt x="0" y="1346"/>
                  </a:cubicBezTo>
                  <a:cubicBezTo>
                    <a:pt x="0" y="2084"/>
                    <a:pt x="441" y="2679"/>
                    <a:pt x="965" y="2679"/>
                  </a:cubicBezTo>
                  <a:cubicBezTo>
                    <a:pt x="1501" y="2679"/>
                    <a:pt x="1941" y="2084"/>
                    <a:pt x="1941" y="1346"/>
                  </a:cubicBezTo>
                  <a:cubicBezTo>
                    <a:pt x="1941" y="608"/>
                    <a:pt x="1501" y="1"/>
                    <a:pt x="9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4053775" y="2849650"/>
              <a:ext cx="336975" cy="103825"/>
            </a:xfrm>
            <a:custGeom>
              <a:avLst/>
              <a:gdLst/>
              <a:ahLst/>
              <a:cxnLst/>
              <a:rect l="l" t="t" r="r" b="b"/>
              <a:pathLst>
                <a:path w="13479" h="4153" extrusionOk="0">
                  <a:moveTo>
                    <a:pt x="12214" y="1"/>
                  </a:moveTo>
                  <a:cubicBezTo>
                    <a:pt x="11622" y="1"/>
                    <a:pt x="11275" y="58"/>
                    <a:pt x="11275" y="58"/>
                  </a:cubicBezTo>
                  <a:cubicBezTo>
                    <a:pt x="11275" y="58"/>
                    <a:pt x="8564" y="2571"/>
                    <a:pt x="5351" y="2571"/>
                  </a:cubicBezTo>
                  <a:cubicBezTo>
                    <a:pt x="5314" y="2571"/>
                    <a:pt x="5276" y="2570"/>
                    <a:pt x="5239" y="2570"/>
                  </a:cubicBezTo>
                  <a:cubicBezTo>
                    <a:pt x="1977" y="2510"/>
                    <a:pt x="1715" y="58"/>
                    <a:pt x="1715" y="58"/>
                  </a:cubicBezTo>
                  <a:cubicBezTo>
                    <a:pt x="1626" y="54"/>
                    <a:pt x="1538" y="53"/>
                    <a:pt x="1453" y="53"/>
                  </a:cubicBezTo>
                  <a:cubicBezTo>
                    <a:pt x="879" y="53"/>
                    <a:pt x="394" y="121"/>
                    <a:pt x="0" y="224"/>
                  </a:cubicBezTo>
                  <a:cubicBezTo>
                    <a:pt x="822" y="2165"/>
                    <a:pt x="2346" y="3748"/>
                    <a:pt x="4394" y="4010"/>
                  </a:cubicBezTo>
                  <a:cubicBezTo>
                    <a:pt x="4973" y="4107"/>
                    <a:pt x="5525" y="4153"/>
                    <a:pt x="6053" y="4153"/>
                  </a:cubicBezTo>
                  <a:cubicBezTo>
                    <a:pt x="9303" y="4153"/>
                    <a:pt x="11624" y="2417"/>
                    <a:pt x="13478" y="81"/>
                  </a:cubicBezTo>
                  <a:cubicBezTo>
                    <a:pt x="12987" y="20"/>
                    <a:pt x="12559" y="1"/>
                    <a:pt x="122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4288625" y="3689875"/>
              <a:ext cx="133375" cy="127425"/>
            </a:xfrm>
            <a:custGeom>
              <a:avLst/>
              <a:gdLst/>
              <a:ahLst/>
              <a:cxnLst/>
              <a:rect l="l" t="t" r="r" b="b"/>
              <a:pathLst>
                <a:path w="5335" h="5097" extrusionOk="0">
                  <a:moveTo>
                    <a:pt x="953" y="0"/>
                  </a:moveTo>
                  <a:cubicBezTo>
                    <a:pt x="334" y="905"/>
                    <a:pt x="0" y="1489"/>
                    <a:pt x="0" y="1489"/>
                  </a:cubicBezTo>
                  <a:lnTo>
                    <a:pt x="3644" y="5096"/>
                  </a:lnTo>
                  <a:cubicBezTo>
                    <a:pt x="3644" y="5096"/>
                    <a:pt x="4370" y="4941"/>
                    <a:pt x="5334" y="4525"/>
                  </a:cubicBezTo>
                  <a:cubicBezTo>
                    <a:pt x="4036" y="2882"/>
                    <a:pt x="2489" y="1393"/>
                    <a:pt x="9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3923700" y="2851675"/>
              <a:ext cx="836425" cy="951325"/>
            </a:xfrm>
            <a:custGeom>
              <a:avLst/>
              <a:gdLst/>
              <a:ahLst/>
              <a:cxnLst/>
              <a:rect l="l" t="t" r="r" b="b"/>
              <a:pathLst>
                <a:path w="33457" h="38053" extrusionOk="0">
                  <a:moveTo>
                    <a:pt x="18681" y="0"/>
                  </a:moveTo>
                  <a:cubicBezTo>
                    <a:pt x="16827" y="2336"/>
                    <a:pt x="14506" y="4072"/>
                    <a:pt x="11256" y="4072"/>
                  </a:cubicBezTo>
                  <a:cubicBezTo>
                    <a:pt x="10728" y="4072"/>
                    <a:pt x="10176" y="4026"/>
                    <a:pt x="9597" y="3929"/>
                  </a:cubicBezTo>
                  <a:cubicBezTo>
                    <a:pt x="7549" y="3667"/>
                    <a:pt x="6025" y="2084"/>
                    <a:pt x="5203" y="143"/>
                  </a:cubicBezTo>
                  <a:cubicBezTo>
                    <a:pt x="4191" y="381"/>
                    <a:pt x="3715" y="810"/>
                    <a:pt x="3715" y="810"/>
                  </a:cubicBezTo>
                  <a:cubicBezTo>
                    <a:pt x="2346" y="3751"/>
                    <a:pt x="0" y="10847"/>
                    <a:pt x="72" y="17169"/>
                  </a:cubicBezTo>
                  <a:cubicBezTo>
                    <a:pt x="131" y="23491"/>
                    <a:pt x="3263" y="24980"/>
                    <a:pt x="3263" y="24980"/>
                  </a:cubicBezTo>
                  <a:cubicBezTo>
                    <a:pt x="3263" y="24980"/>
                    <a:pt x="3024" y="25503"/>
                    <a:pt x="10752" y="25694"/>
                  </a:cubicBezTo>
                  <a:cubicBezTo>
                    <a:pt x="11121" y="25703"/>
                    <a:pt x="11488" y="25707"/>
                    <a:pt x="11850" y="25707"/>
                  </a:cubicBezTo>
                  <a:cubicBezTo>
                    <a:pt x="19060" y="25707"/>
                    <a:pt x="24812" y="23992"/>
                    <a:pt x="24813" y="23991"/>
                  </a:cubicBezTo>
                  <a:lnTo>
                    <a:pt x="24813" y="23991"/>
                  </a:lnTo>
                  <a:cubicBezTo>
                    <a:pt x="20312" y="27004"/>
                    <a:pt x="17062" y="31290"/>
                    <a:pt x="15550" y="33528"/>
                  </a:cubicBezTo>
                  <a:cubicBezTo>
                    <a:pt x="17086" y="34921"/>
                    <a:pt x="18633" y="36410"/>
                    <a:pt x="19931" y="38053"/>
                  </a:cubicBezTo>
                  <a:cubicBezTo>
                    <a:pt x="20419" y="37838"/>
                    <a:pt x="20979" y="37564"/>
                    <a:pt x="21515" y="37207"/>
                  </a:cubicBezTo>
                  <a:cubicBezTo>
                    <a:pt x="23122" y="36160"/>
                    <a:pt x="32480" y="30802"/>
                    <a:pt x="32969" y="26932"/>
                  </a:cubicBezTo>
                  <a:cubicBezTo>
                    <a:pt x="33457" y="23051"/>
                    <a:pt x="32409" y="15169"/>
                    <a:pt x="28016" y="7001"/>
                  </a:cubicBezTo>
                  <a:cubicBezTo>
                    <a:pt x="25158" y="1679"/>
                    <a:pt x="21134" y="310"/>
                    <a:pt x="186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3912375" y="3043250"/>
              <a:ext cx="95275" cy="435000"/>
            </a:xfrm>
            <a:custGeom>
              <a:avLst/>
              <a:gdLst/>
              <a:ahLst/>
              <a:cxnLst/>
              <a:rect l="l" t="t" r="r" b="b"/>
              <a:pathLst>
                <a:path w="3811" h="17400" extrusionOk="0">
                  <a:moveTo>
                    <a:pt x="1806" y="1"/>
                  </a:moveTo>
                  <a:cubicBezTo>
                    <a:pt x="1772" y="1"/>
                    <a:pt x="1733" y="16"/>
                    <a:pt x="1715" y="53"/>
                  </a:cubicBezTo>
                  <a:cubicBezTo>
                    <a:pt x="1703" y="88"/>
                    <a:pt x="1" y="3898"/>
                    <a:pt x="429" y="10066"/>
                  </a:cubicBezTo>
                  <a:cubicBezTo>
                    <a:pt x="858" y="16269"/>
                    <a:pt x="3573" y="17352"/>
                    <a:pt x="3680" y="17400"/>
                  </a:cubicBezTo>
                  <a:lnTo>
                    <a:pt x="3716" y="17400"/>
                  </a:lnTo>
                  <a:cubicBezTo>
                    <a:pt x="3751" y="17400"/>
                    <a:pt x="3787" y="17376"/>
                    <a:pt x="3799" y="17340"/>
                  </a:cubicBezTo>
                  <a:cubicBezTo>
                    <a:pt x="3811" y="17305"/>
                    <a:pt x="3787" y="17257"/>
                    <a:pt x="3739" y="17233"/>
                  </a:cubicBezTo>
                  <a:cubicBezTo>
                    <a:pt x="3716" y="17221"/>
                    <a:pt x="1025" y="16138"/>
                    <a:pt x="608" y="10054"/>
                  </a:cubicBezTo>
                  <a:cubicBezTo>
                    <a:pt x="179" y="3934"/>
                    <a:pt x="1858" y="160"/>
                    <a:pt x="1882" y="124"/>
                  </a:cubicBezTo>
                  <a:cubicBezTo>
                    <a:pt x="1894" y="76"/>
                    <a:pt x="1882" y="29"/>
                    <a:pt x="1834" y="5"/>
                  </a:cubicBezTo>
                  <a:cubicBezTo>
                    <a:pt x="1826" y="2"/>
                    <a:pt x="1816" y="1"/>
                    <a:pt x="18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4413050" y="3043275"/>
              <a:ext cx="133375" cy="410275"/>
            </a:xfrm>
            <a:custGeom>
              <a:avLst/>
              <a:gdLst/>
              <a:ahLst/>
              <a:cxnLst/>
              <a:rect l="l" t="t" r="r" b="b"/>
              <a:pathLst>
                <a:path w="5335" h="16411" extrusionOk="0">
                  <a:moveTo>
                    <a:pt x="548" y="1"/>
                  </a:moveTo>
                  <a:cubicBezTo>
                    <a:pt x="512" y="1"/>
                    <a:pt x="486" y="24"/>
                    <a:pt x="476" y="63"/>
                  </a:cubicBezTo>
                  <a:cubicBezTo>
                    <a:pt x="453" y="159"/>
                    <a:pt x="0" y="2492"/>
                    <a:pt x="1584" y="8172"/>
                  </a:cubicBezTo>
                  <a:cubicBezTo>
                    <a:pt x="3167" y="13851"/>
                    <a:pt x="5155" y="16363"/>
                    <a:pt x="5167" y="16387"/>
                  </a:cubicBezTo>
                  <a:cubicBezTo>
                    <a:pt x="5191" y="16399"/>
                    <a:pt x="5215" y="16411"/>
                    <a:pt x="5239" y="16411"/>
                  </a:cubicBezTo>
                  <a:cubicBezTo>
                    <a:pt x="5263" y="16411"/>
                    <a:pt x="5275" y="16411"/>
                    <a:pt x="5298" y="16399"/>
                  </a:cubicBezTo>
                  <a:cubicBezTo>
                    <a:pt x="5334" y="16363"/>
                    <a:pt x="5334" y="16304"/>
                    <a:pt x="5310" y="16268"/>
                  </a:cubicBezTo>
                  <a:cubicBezTo>
                    <a:pt x="5286" y="16244"/>
                    <a:pt x="3322" y="13768"/>
                    <a:pt x="1750" y="8124"/>
                  </a:cubicBezTo>
                  <a:cubicBezTo>
                    <a:pt x="179" y="2504"/>
                    <a:pt x="643" y="123"/>
                    <a:pt x="643" y="99"/>
                  </a:cubicBezTo>
                  <a:cubicBezTo>
                    <a:pt x="655" y="52"/>
                    <a:pt x="619" y="4"/>
                    <a:pt x="572" y="4"/>
                  </a:cubicBezTo>
                  <a:cubicBezTo>
                    <a:pt x="563" y="2"/>
                    <a:pt x="556" y="1"/>
                    <a:pt x="5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4327025" y="2815675"/>
              <a:ext cx="230100" cy="121250"/>
            </a:xfrm>
            <a:custGeom>
              <a:avLst/>
              <a:gdLst/>
              <a:ahLst/>
              <a:cxnLst/>
              <a:rect l="l" t="t" r="r" b="b"/>
              <a:pathLst>
                <a:path w="9204" h="4850" extrusionOk="0">
                  <a:moveTo>
                    <a:pt x="1941" y="1"/>
                  </a:moveTo>
                  <a:cubicBezTo>
                    <a:pt x="1665" y="1"/>
                    <a:pt x="1441" y="143"/>
                    <a:pt x="1441" y="143"/>
                  </a:cubicBezTo>
                  <a:cubicBezTo>
                    <a:pt x="1441" y="143"/>
                    <a:pt x="0" y="1988"/>
                    <a:pt x="1036" y="2738"/>
                  </a:cubicBezTo>
                  <a:cubicBezTo>
                    <a:pt x="1173" y="2839"/>
                    <a:pt x="1303" y="2883"/>
                    <a:pt x="1425" y="2883"/>
                  </a:cubicBezTo>
                  <a:cubicBezTo>
                    <a:pt x="1948" y="2883"/>
                    <a:pt x="2329" y="2077"/>
                    <a:pt x="2529" y="1520"/>
                  </a:cubicBezTo>
                  <a:lnTo>
                    <a:pt x="2529" y="1520"/>
                  </a:lnTo>
                  <a:cubicBezTo>
                    <a:pt x="2369" y="2153"/>
                    <a:pt x="2244" y="3168"/>
                    <a:pt x="3001" y="3393"/>
                  </a:cubicBezTo>
                  <a:cubicBezTo>
                    <a:pt x="3072" y="3414"/>
                    <a:pt x="3141" y="3424"/>
                    <a:pt x="3207" y="3424"/>
                  </a:cubicBezTo>
                  <a:cubicBezTo>
                    <a:pt x="3834" y="3424"/>
                    <a:pt x="4198" y="2521"/>
                    <a:pt x="4376" y="1891"/>
                  </a:cubicBezTo>
                  <a:lnTo>
                    <a:pt x="4376" y="1891"/>
                  </a:lnTo>
                  <a:cubicBezTo>
                    <a:pt x="4252" y="2512"/>
                    <a:pt x="4125" y="3435"/>
                    <a:pt x="4394" y="3726"/>
                  </a:cubicBezTo>
                  <a:cubicBezTo>
                    <a:pt x="4542" y="3887"/>
                    <a:pt x="4784" y="4016"/>
                    <a:pt x="5074" y="4016"/>
                  </a:cubicBezTo>
                  <a:cubicBezTo>
                    <a:pt x="5528" y="4016"/>
                    <a:pt x="6099" y="3699"/>
                    <a:pt x="6602" y="2687"/>
                  </a:cubicBezTo>
                  <a:lnTo>
                    <a:pt x="6602" y="2687"/>
                  </a:lnTo>
                  <a:cubicBezTo>
                    <a:pt x="6376" y="3277"/>
                    <a:pt x="6125" y="4198"/>
                    <a:pt x="6561" y="4595"/>
                  </a:cubicBezTo>
                  <a:cubicBezTo>
                    <a:pt x="6749" y="4767"/>
                    <a:pt x="6945" y="4849"/>
                    <a:pt x="7144" y="4849"/>
                  </a:cubicBezTo>
                  <a:cubicBezTo>
                    <a:pt x="7647" y="4849"/>
                    <a:pt x="8159" y="4318"/>
                    <a:pt x="8561" y="3369"/>
                  </a:cubicBezTo>
                  <a:cubicBezTo>
                    <a:pt x="8561" y="3369"/>
                    <a:pt x="9204" y="2429"/>
                    <a:pt x="7930" y="1881"/>
                  </a:cubicBezTo>
                  <a:cubicBezTo>
                    <a:pt x="7722" y="1788"/>
                    <a:pt x="7548" y="1754"/>
                    <a:pt x="7405" y="1754"/>
                  </a:cubicBezTo>
                  <a:cubicBezTo>
                    <a:pt x="7056" y="1754"/>
                    <a:pt x="6894" y="1952"/>
                    <a:pt x="6894" y="1952"/>
                  </a:cubicBezTo>
                  <a:cubicBezTo>
                    <a:pt x="6894" y="1952"/>
                    <a:pt x="6561" y="1190"/>
                    <a:pt x="5679" y="952"/>
                  </a:cubicBezTo>
                  <a:cubicBezTo>
                    <a:pt x="5473" y="899"/>
                    <a:pt x="5301" y="879"/>
                    <a:pt x="5159" y="879"/>
                  </a:cubicBezTo>
                  <a:cubicBezTo>
                    <a:pt x="4695" y="879"/>
                    <a:pt x="4548" y="1095"/>
                    <a:pt x="4548" y="1095"/>
                  </a:cubicBezTo>
                  <a:cubicBezTo>
                    <a:pt x="4548" y="1095"/>
                    <a:pt x="4441" y="678"/>
                    <a:pt x="3667" y="452"/>
                  </a:cubicBezTo>
                  <a:cubicBezTo>
                    <a:pt x="3522" y="410"/>
                    <a:pt x="3398" y="393"/>
                    <a:pt x="3291" y="393"/>
                  </a:cubicBezTo>
                  <a:cubicBezTo>
                    <a:pt x="2818" y="393"/>
                    <a:pt x="2691" y="726"/>
                    <a:pt x="2691" y="726"/>
                  </a:cubicBezTo>
                  <a:cubicBezTo>
                    <a:pt x="2691" y="726"/>
                    <a:pt x="2536" y="143"/>
                    <a:pt x="2167" y="35"/>
                  </a:cubicBezTo>
                  <a:cubicBezTo>
                    <a:pt x="2090" y="11"/>
                    <a:pt x="2014" y="1"/>
                    <a:pt x="1941" y="1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38"/>
          <p:cNvGrpSpPr/>
          <p:nvPr/>
        </p:nvGrpSpPr>
        <p:grpSpPr>
          <a:xfrm flipH="1">
            <a:off x="615944" y="4009952"/>
            <a:ext cx="1181377" cy="1166917"/>
            <a:chOff x="-2708900" y="3174350"/>
            <a:chExt cx="350100" cy="345825"/>
          </a:xfrm>
        </p:grpSpPr>
        <p:sp>
          <p:nvSpPr>
            <p:cNvPr id="607" name="Google Shape;607;p38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8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613;p38"/>
          <p:cNvSpPr/>
          <p:nvPr/>
        </p:nvSpPr>
        <p:spPr>
          <a:xfrm>
            <a:off x="3534875" y="4382150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2"/>
          <p:cNvSpPr/>
          <p:nvPr/>
        </p:nvSpPr>
        <p:spPr>
          <a:xfrm>
            <a:off x="747490" y="1106219"/>
            <a:ext cx="1260906" cy="1231726"/>
          </a:xfrm>
          <a:custGeom>
            <a:avLst/>
            <a:gdLst/>
            <a:ahLst/>
            <a:cxnLst/>
            <a:rect l="l" t="t" r="r" b="b"/>
            <a:pathLst>
              <a:path w="46983" h="45900" extrusionOk="0">
                <a:moveTo>
                  <a:pt x="23491" y="1"/>
                </a:moveTo>
                <a:cubicBezTo>
                  <a:pt x="10514" y="1"/>
                  <a:pt x="0" y="10276"/>
                  <a:pt x="0" y="22956"/>
                </a:cubicBezTo>
                <a:cubicBezTo>
                  <a:pt x="0" y="35624"/>
                  <a:pt x="10514" y="45899"/>
                  <a:pt x="23491" y="45899"/>
                </a:cubicBezTo>
                <a:cubicBezTo>
                  <a:pt x="36469" y="45899"/>
                  <a:pt x="46982" y="35624"/>
                  <a:pt x="46982" y="22956"/>
                </a:cubicBezTo>
                <a:cubicBezTo>
                  <a:pt x="46982" y="10276"/>
                  <a:pt x="36469" y="1"/>
                  <a:pt x="234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42"/>
          <p:cNvSpPr txBox="1">
            <a:spLocks noGrp="1"/>
          </p:cNvSpPr>
          <p:nvPr>
            <p:ph type="title" idx="2"/>
          </p:nvPr>
        </p:nvSpPr>
        <p:spPr>
          <a:xfrm>
            <a:off x="753800" y="126338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68" name="Google Shape;868;p42"/>
          <p:cNvSpPr txBox="1">
            <a:spLocks noGrp="1"/>
          </p:cNvSpPr>
          <p:nvPr>
            <p:ph type="title"/>
          </p:nvPr>
        </p:nvSpPr>
        <p:spPr>
          <a:xfrm>
            <a:off x="713100" y="2427950"/>
            <a:ext cx="3858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Using AI to Enhance Our Grandparents Platform</a:t>
            </a:r>
            <a:endParaRPr lang="en-GB" sz="2400" dirty="0"/>
          </a:p>
        </p:txBody>
      </p:sp>
      <p:grpSp>
        <p:nvGrpSpPr>
          <p:cNvPr id="870" name="Google Shape;870;p42"/>
          <p:cNvGrpSpPr/>
          <p:nvPr/>
        </p:nvGrpSpPr>
        <p:grpSpPr>
          <a:xfrm>
            <a:off x="4157157" y="403696"/>
            <a:ext cx="4833538" cy="4333495"/>
            <a:chOff x="4157157" y="403696"/>
            <a:chExt cx="4833538" cy="4333495"/>
          </a:xfrm>
        </p:grpSpPr>
        <p:sp>
          <p:nvSpPr>
            <p:cNvPr id="871" name="Google Shape;871;p42"/>
            <p:cNvSpPr/>
            <p:nvPr/>
          </p:nvSpPr>
          <p:spPr>
            <a:xfrm>
              <a:off x="4422034" y="1110130"/>
              <a:ext cx="4568661" cy="3324380"/>
            </a:xfrm>
            <a:custGeom>
              <a:avLst/>
              <a:gdLst/>
              <a:ahLst/>
              <a:cxnLst/>
              <a:rect l="l" t="t" r="r" b="b"/>
              <a:pathLst>
                <a:path w="67938" h="49435" extrusionOk="0">
                  <a:moveTo>
                    <a:pt x="19861" y="0"/>
                  </a:moveTo>
                  <a:cubicBezTo>
                    <a:pt x="10467" y="0"/>
                    <a:pt x="2847" y="7608"/>
                    <a:pt x="2847" y="17014"/>
                  </a:cubicBezTo>
                  <a:cubicBezTo>
                    <a:pt x="2847" y="20848"/>
                    <a:pt x="4109" y="24384"/>
                    <a:pt x="6252" y="27230"/>
                  </a:cubicBezTo>
                  <a:cubicBezTo>
                    <a:pt x="2394" y="31135"/>
                    <a:pt x="1" y="36505"/>
                    <a:pt x="1" y="42434"/>
                  </a:cubicBezTo>
                  <a:cubicBezTo>
                    <a:pt x="1" y="44887"/>
                    <a:pt x="418" y="47244"/>
                    <a:pt x="1168" y="49435"/>
                  </a:cubicBezTo>
                  <a:lnTo>
                    <a:pt x="66628" y="49435"/>
                  </a:lnTo>
                  <a:cubicBezTo>
                    <a:pt x="67474" y="47399"/>
                    <a:pt x="67938" y="45160"/>
                    <a:pt x="67938" y="42815"/>
                  </a:cubicBezTo>
                  <a:cubicBezTo>
                    <a:pt x="67938" y="37826"/>
                    <a:pt x="65831" y="33326"/>
                    <a:pt x="62461" y="30171"/>
                  </a:cubicBezTo>
                  <a:cubicBezTo>
                    <a:pt x="63283" y="27873"/>
                    <a:pt x="63747" y="25396"/>
                    <a:pt x="63747" y="22801"/>
                  </a:cubicBezTo>
                  <a:cubicBezTo>
                    <a:pt x="63747" y="10835"/>
                    <a:pt x="54032" y="1119"/>
                    <a:pt x="42054" y="1119"/>
                  </a:cubicBezTo>
                  <a:cubicBezTo>
                    <a:pt x="38018" y="1119"/>
                    <a:pt x="34243" y="2227"/>
                    <a:pt x="31005" y="4155"/>
                  </a:cubicBezTo>
                  <a:cubicBezTo>
                    <a:pt x="28016" y="1560"/>
                    <a:pt x="24123" y="0"/>
                    <a:pt x="19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2" name="Google Shape;872;p42"/>
            <p:cNvGrpSpPr/>
            <p:nvPr/>
          </p:nvGrpSpPr>
          <p:grpSpPr>
            <a:xfrm>
              <a:off x="4711468" y="3532318"/>
              <a:ext cx="941734" cy="930235"/>
              <a:chOff x="5044343" y="3532318"/>
              <a:chExt cx="941734" cy="930235"/>
            </a:xfrm>
          </p:grpSpPr>
          <p:sp>
            <p:nvSpPr>
              <p:cNvPr id="873" name="Google Shape;873;p42"/>
              <p:cNvSpPr/>
              <p:nvPr/>
            </p:nvSpPr>
            <p:spPr>
              <a:xfrm>
                <a:off x="5044343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2"/>
              <p:cNvSpPr/>
              <p:nvPr/>
            </p:nvSpPr>
            <p:spPr>
              <a:xfrm>
                <a:off x="5125040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2"/>
              <p:cNvSpPr/>
              <p:nvPr/>
            </p:nvSpPr>
            <p:spPr>
              <a:xfrm>
                <a:off x="5540562" y="3532318"/>
                <a:ext cx="445515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2"/>
              <p:cNvSpPr/>
              <p:nvPr/>
            </p:nvSpPr>
            <p:spPr>
              <a:xfrm>
                <a:off x="5675931" y="3539311"/>
                <a:ext cx="183384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2"/>
              <p:cNvSpPr/>
              <p:nvPr/>
            </p:nvSpPr>
            <p:spPr>
              <a:xfrm>
                <a:off x="5283609" y="3596943"/>
                <a:ext cx="368315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2"/>
              <p:cNvSpPr/>
              <p:nvPr/>
            </p:nvSpPr>
            <p:spPr>
              <a:xfrm>
                <a:off x="5406874" y="3597749"/>
                <a:ext cx="166639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9" name="Google Shape;879;p42"/>
            <p:cNvGrpSpPr/>
            <p:nvPr/>
          </p:nvGrpSpPr>
          <p:grpSpPr>
            <a:xfrm>
              <a:off x="7884941" y="3532318"/>
              <a:ext cx="941734" cy="930235"/>
              <a:chOff x="7429141" y="3532318"/>
              <a:chExt cx="941734" cy="930235"/>
            </a:xfrm>
          </p:grpSpPr>
          <p:sp>
            <p:nvSpPr>
              <p:cNvPr id="880" name="Google Shape;880;p42"/>
              <p:cNvSpPr/>
              <p:nvPr/>
            </p:nvSpPr>
            <p:spPr>
              <a:xfrm>
                <a:off x="7904177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5003" y="1"/>
                    </a:moveTo>
                    <a:cubicBezTo>
                      <a:pt x="4850" y="1"/>
                      <a:pt x="4689" y="27"/>
                      <a:pt x="4525" y="80"/>
                    </a:cubicBezTo>
                    <a:cubicBezTo>
                      <a:pt x="3179" y="509"/>
                      <a:pt x="893" y="4390"/>
                      <a:pt x="0" y="8796"/>
                    </a:cubicBezTo>
                    <a:lnTo>
                      <a:pt x="2596" y="8843"/>
                    </a:lnTo>
                    <a:cubicBezTo>
                      <a:pt x="3072" y="7700"/>
                      <a:pt x="3858" y="6057"/>
                      <a:pt x="5037" y="4367"/>
                    </a:cubicBezTo>
                    <a:cubicBezTo>
                      <a:pt x="6939" y="1639"/>
                      <a:pt x="6214" y="1"/>
                      <a:pt x="50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2"/>
              <p:cNvSpPr/>
              <p:nvPr/>
            </p:nvSpPr>
            <p:spPr>
              <a:xfrm>
                <a:off x="7982655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4477" y="0"/>
                    </a:moveTo>
                    <a:cubicBezTo>
                      <a:pt x="4453" y="24"/>
                      <a:pt x="3834" y="548"/>
                      <a:pt x="2965" y="1858"/>
                    </a:cubicBezTo>
                    <a:cubicBezTo>
                      <a:pt x="2167" y="3072"/>
                      <a:pt x="1000" y="5215"/>
                      <a:pt x="0" y="8537"/>
                    </a:cubicBezTo>
                    <a:lnTo>
                      <a:pt x="143" y="8585"/>
                    </a:lnTo>
                    <a:cubicBezTo>
                      <a:pt x="2060" y="2274"/>
                      <a:pt x="4548" y="131"/>
                      <a:pt x="4572" y="119"/>
                    </a:cubicBezTo>
                    <a:lnTo>
                      <a:pt x="4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2"/>
              <p:cNvSpPr/>
              <p:nvPr/>
            </p:nvSpPr>
            <p:spPr>
              <a:xfrm>
                <a:off x="7429141" y="3532318"/>
                <a:ext cx="445447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4" h="13714" extrusionOk="0">
                    <a:moveTo>
                      <a:pt x="2474" y="1"/>
                    </a:moveTo>
                    <a:cubicBezTo>
                      <a:pt x="1112" y="1"/>
                      <a:pt x="0" y="1847"/>
                      <a:pt x="1278" y="5593"/>
                    </a:cubicBezTo>
                    <a:cubicBezTo>
                      <a:pt x="2516" y="9213"/>
                      <a:pt x="2790" y="12440"/>
                      <a:pt x="2861" y="13713"/>
                    </a:cubicBezTo>
                    <a:lnTo>
                      <a:pt x="5993" y="13666"/>
                    </a:lnTo>
                    <a:cubicBezTo>
                      <a:pt x="6624" y="7546"/>
                      <a:pt x="5100" y="1414"/>
                      <a:pt x="3504" y="343"/>
                    </a:cubicBezTo>
                    <a:cubicBezTo>
                      <a:pt x="3167" y="115"/>
                      <a:pt x="2813" y="1"/>
                      <a:pt x="2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2"/>
              <p:cNvSpPr/>
              <p:nvPr/>
            </p:nvSpPr>
            <p:spPr>
              <a:xfrm>
                <a:off x="7555902" y="3539311"/>
                <a:ext cx="187419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13729" extrusionOk="0">
                    <a:moveTo>
                      <a:pt x="131" y="1"/>
                    </a:moveTo>
                    <a:lnTo>
                      <a:pt x="0" y="84"/>
                    </a:lnTo>
                    <a:cubicBezTo>
                      <a:pt x="12" y="96"/>
                      <a:pt x="667" y="1084"/>
                      <a:pt x="1310" y="3251"/>
                    </a:cubicBezTo>
                    <a:cubicBezTo>
                      <a:pt x="1893" y="5251"/>
                      <a:pt x="2584" y="8692"/>
                      <a:pt x="2524" y="13729"/>
                    </a:cubicBezTo>
                    <a:lnTo>
                      <a:pt x="2679" y="13729"/>
                    </a:lnTo>
                    <a:cubicBezTo>
                      <a:pt x="2786" y="4049"/>
                      <a:pt x="155" y="48"/>
                      <a:pt x="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2"/>
              <p:cNvSpPr/>
              <p:nvPr/>
            </p:nvSpPr>
            <p:spPr>
              <a:xfrm>
                <a:off x="7763227" y="3596943"/>
                <a:ext cx="369189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12848" extrusionOk="0">
                    <a:moveTo>
                      <a:pt x="3151" y="1"/>
                    </a:moveTo>
                    <a:cubicBezTo>
                      <a:pt x="2185" y="1"/>
                      <a:pt x="1553" y="665"/>
                      <a:pt x="810" y="2882"/>
                    </a:cubicBezTo>
                    <a:cubicBezTo>
                      <a:pt x="120" y="4966"/>
                      <a:pt x="13" y="10717"/>
                      <a:pt x="1" y="12848"/>
                    </a:cubicBezTo>
                    <a:lnTo>
                      <a:pt x="2584" y="12824"/>
                    </a:lnTo>
                    <a:cubicBezTo>
                      <a:pt x="2918" y="11752"/>
                      <a:pt x="3454" y="9943"/>
                      <a:pt x="4132" y="7347"/>
                    </a:cubicBezTo>
                    <a:cubicBezTo>
                      <a:pt x="5490" y="2251"/>
                      <a:pt x="4775" y="227"/>
                      <a:pt x="3573" y="37"/>
                    </a:cubicBezTo>
                    <a:cubicBezTo>
                      <a:pt x="3425" y="13"/>
                      <a:pt x="3284" y="1"/>
                      <a:pt x="3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2"/>
              <p:cNvSpPr/>
              <p:nvPr/>
            </p:nvSpPr>
            <p:spPr>
              <a:xfrm>
                <a:off x="7842511" y="3597749"/>
                <a:ext cx="165832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12658" extrusionOk="0">
                    <a:moveTo>
                      <a:pt x="2322" y="1"/>
                    </a:moveTo>
                    <a:cubicBezTo>
                      <a:pt x="2298" y="72"/>
                      <a:pt x="774" y="6835"/>
                      <a:pt x="0" y="12633"/>
                    </a:cubicBezTo>
                    <a:lnTo>
                      <a:pt x="143" y="12657"/>
                    </a:lnTo>
                    <a:cubicBezTo>
                      <a:pt x="917" y="6859"/>
                      <a:pt x="2441" y="108"/>
                      <a:pt x="2465" y="37"/>
                    </a:cubicBez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6" name="Google Shape;886;p42"/>
            <p:cNvSpPr/>
            <p:nvPr/>
          </p:nvSpPr>
          <p:spPr>
            <a:xfrm>
              <a:off x="6667160" y="2188578"/>
              <a:ext cx="614171" cy="793655"/>
            </a:xfrm>
            <a:custGeom>
              <a:avLst/>
              <a:gdLst/>
              <a:ahLst/>
              <a:cxnLst/>
              <a:rect l="l" t="t" r="r" b="b"/>
              <a:pathLst>
                <a:path w="9133" h="11802" extrusionOk="0">
                  <a:moveTo>
                    <a:pt x="798" y="1"/>
                  </a:moveTo>
                  <a:lnTo>
                    <a:pt x="0" y="10478"/>
                  </a:lnTo>
                  <a:cubicBezTo>
                    <a:pt x="659" y="11194"/>
                    <a:pt x="1880" y="11802"/>
                    <a:pt x="3204" y="11802"/>
                  </a:cubicBezTo>
                  <a:cubicBezTo>
                    <a:pt x="4368" y="11802"/>
                    <a:pt x="5611" y="11331"/>
                    <a:pt x="6620" y="10050"/>
                  </a:cubicBezTo>
                  <a:cubicBezTo>
                    <a:pt x="8203" y="8038"/>
                    <a:pt x="9132" y="3358"/>
                    <a:pt x="9073" y="1989"/>
                  </a:cubicBezTo>
                  <a:cubicBezTo>
                    <a:pt x="8192" y="1501"/>
                    <a:pt x="7049" y="1227"/>
                    <a:pt x="6108" y="953"/>
                  </a:cubicBezTo>
                  <a:cubicBezTo>
                    <a:pt x="4810" y="2465"/>
                    <a:pt x="4120" y="4704"/>
                    <a:pt x="4120" y="4704"/>
                  </a:cubicBezTo>
                  <a:cubicBezTo>
                    <a:pt x="3179" y="2727"/>
                    <a:pt x="2203" y="1370"/>
                    <a:pt x="1274" y="441"/>
                  </a:cubicBezTo>
                  <a:cubicBezTo>
                    <a:pt x="1107" y="287"/>
                    <a:pt x="953" y="132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7025858" y="2211039"/>
              <a:ext cx="256280" cy="179416"/>
            </a:xfrm>
            <a:custGeom>
              <a:avLst/>
              <a:gdLst/>
              <a:ahLst/>
              <a:cxnLst/>
              <a:rect l="l" t="t" r="r" b="b"/>
              <a:pathLst>
                <a:path w="3811" h="2668" extrusionOk="0">
                  <a:moveTo>
                    <a:pt x="845" y="0"/>
                  </a:moveTo>
                  <a:cubicBezTo>
                    <a:pt x="500" y="298"/>
                    <a:pt x="0" y="1631"/>
                    <a:pt x="0" y="1631"/>
                  </a:cubicBezTo>
                  <a:lnTo>
                    <a:pt x="3667" y="2667"/>
                  </a:lnTo>
                  <a:lnTo>
                    <a:pt x="3810" y="1084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rgbClr val="E2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6522981" y="2762670"/>
              <a:ext cx="44114" cy="185805"/>
            </a:xfrm>
            <a:custGeom>
              <a:avLst/>
              <a:gdLst/>
              <a:ahLst/>
              <a:cxnLst/>
              <a:rect l="l" t="t" r="r" b="b"/>
              <a:pathLst>
                <a:path w="656" h="2763" extrusionOk="0">
                  <a:moveTo>
                    <a:pt x="1" y="1"/>
                  </a:moveTo>
                  <a:cubicBezTo>
                    <a:pt x="120" y="596"/>
                    <a:pt x="275" y="1417"/>
                    <a:pt x="656" y="276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5204325" y="1902978"/>
              <a:ext cx="996070" cy="947585"/>
            </a:xfrm>
            <a:custGeom>
              <a:avLst/>
              <a:gdLst/>
              <a:ahLst/>
              <a:cxnLst/>
              <a:rect l="l" t="t" r="r" b="b"/>
              <a:pathLst>
                <a:path w="14812" h="14091" extrusionOk="0">
                  <a:moveTo>
                    <a:pt x="1832" y="1"/>
                  </a:moveTo>
                  <a:cubicBezTo>
                    <a:pt x="1805" y="1"/>
                    <a:pt x="1778" y="7"/>
                    <a:pt x="1751" y="21"/>
                  </a:cubicBezTo>
                  <a:cubicBezTo>
                    <a:pt x="1453" y="176"/>
                    <a:pt x="1965" y="2152"/>
                    <a:pt x="1965" y="2152"/>
                  </a:cubicBezTo>
                  <a:cubicBezTo>
                    <a:pt x="1965" y="2152"/>
                    <a:pt x="1359" y="358"/>
                    <a:pt x="1016" y="358"/>
                  </a:cubicBezTo>
                  <a:cubicBezTo>
                    <a:pt x="1003" y="358"/>
                    <a:pt x="989" y="360"/>
                    <a:pt x="977" y="366"/>
                  </a:cubicBezTo>
                  <a:cubicBezTo>
                    <a:pt x="643" y="521"/>
                    <a:pt x="1358" y="2343"/>
                    <a:pt x="1358" y="2343"/>
                  </a:cubicBezTo>
                  <a:cubicBezTo>
                    <a:pt x="1358" y="2343"/>
                    <a:pt x="734" y="1042"/>
                    <a:pt x="393" y="1042"/>
                  </a:cubicBezTo>
                  <a:cubicBezTo>
                    <a:pt x="372" y="1042"/>
                    <a:pt x="352" y="1047"/>
                    <a:pt x="334" y="1057"/>
                  </a:cubicBezTo>
                  <a:cubicBezTo>
                    <a:pt x="0" y="1247"/>
                    <a:pt x="846" y="3772"/>
                    <a:pt x="1262" y="4510"/>
                  </a:cubicBezTo>
                  <a:cubicBezTo>
                    <a:pt x="1262" y="4510"/>
                    <a:pt x="1596" y="12332"/>
                    <a:pt x="4739" y="13880"/>
                  </a:cubicBezTo>
                  <a:cubicBezTo>
                    <a:pt x="5032" y="14025"/>
                    <a:pt x="5327" y="14090"/>
                    <a:pt x="5619" y="14090"/>
                  </a:cubicBezTo>
                  <a:cubicBezTo>
                    <a:pt x="8043" y="14090"/>
                    <a:pt x="10339" y="9576"/>
                    <a:pt x="10966" y="8248"/>
                  </a:cubicBezTo>
                  <a:lnTo>
                    <a:pt x="11764" y="8856"/>
                  </a:lnTo>
                  <a:cubicBezTo>
                    <a:pt x="12633" y="6832"/>
                    <a:pt x="13752" y="5391"/>
                    <a:pt x="14812" y="3498"/>
                  </a:cubicBezTo>
                  <a:cubicBezTo>
                    <a:pt x="14670" y="3462"/>
                    <a:pt x="13966" y="2724"/>
                    <a:pt x="13943" y="2724"/>
                  </a:cubicBezTo>
                  <a:cubicBezTo>
                    <a:pt x="13943" y="2724"/>
                    <a:pt x="13943" y="2724"/>
                    <a:pt x="13943" y="2724"/>
                  </a:cubicBezTo>
                  <a:cubicBezTo>
                    <a:pt x="13943" y="2724"/>
                    <a:pt x="13510" y="2556"/>
                    <a:pt x="12832" y="2556"/>
                  </a:cubicBezTo>
                  <a:cubicBezTo>
                    <a:pt x="11815" y="2556"/>
                    <a:pt x="10244" y="2933"/>
                    <a:pt x="8751" y="4819"/>
                  </a:cubicBezTo>
                  <a:cubicBezTo>
                    <a:pt x="7323" y="7046"/>
                    <a:pt x="5989" y="8701"/>
                    <a:pt x="5989" y="8701"/>
                  </a:cubicBezTo>
                  <a:lnTo>
                    <a:pt x="3501" y="4688"/>
                  </a:lnTo>
                  <a:cubicBezTo>
                    <a:pt x="3501" y="4688"/>
                    <a:pt x="4477" y="2236"/>
                    <a:pt x="4120" y="1855"/>
                  </a:cubicBezTo>
                  <a:cubicBezTo>
                    <a:pt x="4068" y="1798"/>
                    <a:pt x="4017" y="1774"/>
                    <a:pt x="3967" y="1774"/>
                  </a:cubicBezTo>
                  <a:cubicBezTo>
                    <a:pt x="3682" y="1774"/>
                    <a:pt x="3441" y="2557"/>
                    <a:pt x="3441" y="2557"/>
                  </a:cubicBezTo>
                  <a:cubicBezTo>
                    <a:pt x="3441" y="2557"/>
                    <a:pt x="3418" y="127"/>
                    <a:pt x="3007" y="127"/>
                  </a:cubicBezTo>
                  <a:cubicBezTo>
                    <a:pt x="3001" y="127"/>
                    <a:pt x="2995" y="127"/>
                    <a:pt x="2989" y="128"/>
                  </a:cubicBezTo>
                  <a:cubicBezTo>
                    <a:pt x="2572" y="200"/>
                    <a:pt x="2644" y="2129"/>
                    <a:pt x="2644" y="2129"/>
                  </a:cubicBezTo>
                  <a:cubicBezTo>
                    <a:pt x="2644" y="2129"/>
                    <a:pt x="2312" y="1"/>
                    <a:pt x="1832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5286770" y="2059261"/>
              <a:ext cx="136983" cy="53327"/>
            </a:xfrm>
            <a:custGeom>
              <a:avLst/>
              <a:gdLst/>
              <a:ahLst/>
              <a:cxnLst/>
              <a:rect l="l" t="t" r="r" b="b"/>
              <a:pathLst>
                <a:path w="2037" h="793" extrusionOk="0">
                  <a:moveTo>
                    <a:pt x="1496" y="1"/>
                  </a:moveTo>
                  <a:cubicBezTo>
                    <a:pt x="1017" y="1"/>
                    <a:pt x="325" y="117"/>
                    <a:pt x="13" y="733"/>
                  </a:cubicBezTo>
                  <a:cubicBezTo>
                    <a:pt x="1" y="757"/>
                    <a:pt x="13" y="781"/>
                    <a:pt x="25" y="793"/>
                  </a:cubicBezTo>
                  <a:lnTo>
                    <a:pt x="48" y="793"/>
                  </a:lnTo>
                  <a:cubicBezTo>
                    <a:pt x="72" y="793"/>
                    <a:pt x="84" y="793"/>
                    <a:pt x="96" y="769"/>
                  </a:cubicBezTo>
                  <a:cubicBezTo>
                    <a:pt x="391" y="194"/>
                    <a:pt x="1037" y="85"/>
                    <a:pt x="1489" y="85"/>
                  </a:cubicBezTo>
                  <a:cubicBezTo>
                    <a:pt x="1768" y="85"/>
                    <a:pt x="1973" y="126"/>
                    <a:pt x="1977" y="126"/>
                  </a:cubicBezTo>
                  <a:cubicBezTo>
                    <a:pt x="1984" y="129"/>
                    <a:pt x="1990" y="131"/>
                    <a:pt x="1996" y="131"/>
                  </a:cubicBezTo>
                  <a:cubicBezTo>
                    <a:pt x="2013" y="131"/>
                    <a:pt x="2028" y="120"/>
                    <a:pt x="2037" y="102"/>
                  </a:cubicBezTo>
                  <a:cubicBezTo>
                    <a:pt x="2037" y="78"/>
                    <a:pt x="2025" y="55"/>
                    <a:pt x="2001" y="43"/>
                  </a:cubicBezTo>
                  <a:cubicBezTo>
                    <a:pt x="1996" y="43"/>
                    <a:pt x="1785" y="1"/>
                    <a:pt x="1496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6061058" y="2035254"/>
              <a:ext cx="374770" cy="140615"/>
            </a:xfrm>
            <a:custGeom>
              <a:avLst/>
              <a:gdLst/>
              <a:ahLst/>
              <a:cxnLst/>
              <a:rect l="l" t="t" r="r" b="b"/>
              <a:pathLst>
                <a:path w="5573" h="2091" extrusionOk="0">
                  <a:moveTo>
                    <a:pt x="2741" y="0"/>
                  </a:moveTo>
                  <a:cubicBezTo>
                    <a:pt x="1090" y="0"/>
                    <a:pt x="0" y="138"/>
                    <a:pt x="0" y="138"/>
                  </a:cubicBezTo>
                  <a:cubicBezTo>
                    <a:pt x="0" y="221"/>
                    <a:pt x="71" y="2090"/>
                    <a:pt x="71" y="2090"/>
                  </a:cubicBezTo>
                  <a:lnTo>
                    <a:pt x="5572" y="2090"/>
                  </a:lnTo>
                  <a:lnTo>
                    <a:pt x="5572" y="138"/>
                  </a:lnTo>
                  <a:cubicBezTo>
                    <a:pt x="4532" y="35"/>
                    <a:pt x="3567" y="0"/>
                    <a:pt x="2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5998585" y="2078897"/>
              <a:ext cx="474835" cy="206517"/>
            </a:xfrm>
            <a:custGeom>
              <a:avLst/>
              <a:gdLst/>
              <a:ahLst/>
              <a:cxnLst/>
              <a:rect l="l" t="t" r="r" b="b"/>
              <a:pathLst>
                <a:path w="7061" h="3071" extrusionOk="0">
                  <a:moveTo>
                    <a:pt x="3283" y="0"/>
                  </a:moveTo>
                  <a:cubicBezTo>
                    <a:pt x="1799" y="0"/>
                    <a:pt x="74" y="205"/>
                    <a:pt x="0" y="215"/>
                  </a:cubicBezTo>
                  <a:cubicBezTo>
                    <a:pt x="0" y="215"/>
                    <a:pt x="1312" y="3071"/>
                    <a:pt x="3443" y="3071"/>
                  </a:cubicBezTo>
                  <a:cubicBezTo>
                    <a:pt x="3671" y="3071"/>
                    <a:pt x="3909" y="3038"/>
                    <a:pt x="4156" y="2965"/>
                  </a:cubicBezTo>
                  <a:cubicBezTo>
                    <a:pt x="6715" y="2215"/>
                    <a:pt x="7061" y="310"/>
                    <a:pt x="7061" y="310"/>
                  </a:cubicBezTo>
                  <a:cubicBezTo>
                    <a:pt x="7061" y="310"/>
                    <a:pt x="5549" y="96"/>
                    <a:pt x="3870" y="13"/>
                  </a:cubicBezTo>
                  <a:cubicBezTo>
                    <a:pt x="3682" y="4"/>
                    <a:pt x="3485" y="0"/>
                    <a:pt x="3283" y="0"/>
                  </a:cubicBezTo>
                  <a:close/>
                </a:path>
              </a:pathLst>
            </a:custGeom>
            <a:solidFill>
              <a:srgbClr val="B89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6129112" y="1896388"/>
              <a:ext cx="250631" cy="121583"/>
            </a:xfrm>
            <a:custGeom>
              <a:avLst/>
              <a:gdLst/>
              <a:ahLst/>
              <a:cxnLst/>
              <a:rect l="l" t="t" r="r" b="b"/>
              <a:pathLst>
                <a:path w="3727" h="1808" extrusionOk="0">
                  <a:moveTo>
                    <a:pt x="3727" y="0"/>
                  </a:moveTo>
                  <a:lnTo>
                    <a:pt x="0" y="393"/>
                  </a:lnTo>
                  <a:lnTo>
                    <a:pt x="95" y="1536"/>
                  </a:lnTo>
                  <a:cubicBezTo>
                    <a:pt x="772" y="1717"/>
                    <a:pt x="1463" y="1807"/>
                    <a:pt x="2144" y="1807"/>
                  </a:cubicBezTo>
                  <a:cubicBezTo>
                    <a:pt x="2674" y="1807"/>
                    <a:pt x="3198" y="1753"/>
                    <a:pt x="3703" y="1643"/>
                  </a:cubicBezTo>
                  <a:lnTo>
                    <a:pt x="3727" y="0"/>
                  </a:ln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6089840" y="2015685"/>
              <a:ext cx="319560" cy="71148"/>
            </a:xfrm>
            <a:custGeom>
              <a:avLst/>
              <a:gdLst/>
              <a:ahLst/>
              <a:cxnLst/>
              <a:rect l="l" t="t" r="r" b="b"/>
              <a:pathLst>
                <a:path w="4752" h="1058" extrusionOk="0">
                  <a:moveTo>
                    <a:pt x="1" y="0"/>
                  </a:moveTo>
                  <a:lnTo>
                    <a:pt x="84" y="774"/>
                  </a:lnTo>
                  <a:cubicBezTo>
                    <a:pt x="862" y="972"/>
                    <a:pt x="1659" y="1057"/>
                    <a:pt x="2467" y="1057"/>
                  </a:cubicBezTo>
                  <a:cubicBezTo>
                    <a:pt x="3218" y="1057"/>
                    <a:pt x="3977" y="983"/>
                    <a:pt x="4739" y="857"/>
                  </a:cubicBezTo>
                  <a:lnTo>
                    <a:pt x="4751" y="95"/>
                  </a:lnTo>
                  <a:lnTo>
                    <a:pt x="4751" y="95"/>
                  </a:lnTo>
                  <a:cubicBezTo>
                    <a:pt x="4089" y="210"/>
                    <a:pt x="3402" y="265"/>
                    <a:pt x="2705" y="265"/>
                  </a:cubicBezTo>
                  <a:cubicBezTo>
                    <a:pt x="1810" y="265"/>
                    <a:pt x="898" y="174"/>
                    <a:pt x="1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6095489" y="2067734"/>
              <a:ext cx="313104" cy="289097"/>
            </a:xfrm>
            <a:custGeom>
              <a:avLst/>
              <a:gdLst/>
              <a:ahLst/>
              <a:cxnLst/>
              <a:rect l="l" t="t" r="r" b="b"/>
              <a:pathLst>
                <a:path w="4656" h="4299" extrusionOk="0">
                  <a:moveTo>
                    <a:pt x="0" y="0"/>
                  </a:moveTo>
                  <a:lnTo>
                    <a:pt x="107" y="964"/>
                  </a:lnTo>
                  <a:cubicBezTo>
                    <a:pt x="107" y="964"/>
                    <a:pt x="405" y="4298"/>
                    <a:pt x="2274" y="4298"/>
                  </a:cubicBezTo>
                  <a:cubicBezTo>
                    <a:pt x="4370" y="4298"/>
                    <a:pt x="4643" y="964"/>
                    <a:pt x="4643" y="964"/>
                  </a:cubicBezTo>
                  <a:lnTo>
                    <a:pt x="4655" y="83"/>
                  </a:lnTo>
                  <a:lnTo>
                    <a:pt x="4655" y="83"/>
                  </a:lnTo>
                  <a:cubicBezTo>
                    <a:pt x="3893" y="209"/>
                    <a:pt x="3134" y="283"/>
                    <a:pt x="2383" y="283"/>
                  </a:cubicBezTo>
                  <a:cubicBezTo>
                    <a:pt x="1575" y="283"/>
                    <a:pt x="778" y="198"/>
                    <a:pt x="0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5772768" y="1042344"/>
              <a:ext cx="892038" cy="921022"/>
            </a:xfrm>
            <a:custGeom>
              <a:avLst/>
              <a:gdLst/>
              <a:ahLst/>
              <a:cxnLst/>
              <a:rect l="l" t="t" r="r" b="b"/>
              <a:pathLst>
                <a:path w="13265" h="13696" extrusionOk="0">
                  <a:moveTo>
                    <a:pt x="6941" y="0"/>
                  </a:moveTo>
                  <a:cubicBezTo>
                    <a:pt x="6280" y="0"/>
                    <a:pt x="5583" y="81"/>
                    <a:pt x="4859" y="258"/>
                  </a:cubicBezTo>
                  <a:cubicBezTo>
                    <a:pt x="1001" y="1211"/>
                    <a:pt x="1" y="4794"/>
                    <a:pt x="608" y="8414"/>
                  </a:cubicBezTo>
                  <a:cubicBezTo>
                    <a:pt x="1297" y="12412"/>
                    <a:pt x="4264" y="13696"/>
                    <a:pt x="7114" y="13696"/>
                  </a:cubicBezTo>
                  <a:cubicBezTo>
                    <a:pt x="7320" y="13696"/>
                    <a:pt x="7525" y="13689"/>
                    <a:pt x="7728" y="13676"/>
                  </a:cubicBezTo>
                  <a:cubicBezTo>
                    <a:pt x="10943" y="13462"/>
                    <a:pt x="12860" y="10878"/>
                    <a:pt x="13050" y="8247"/>
                  </a:cubicBezTo>
                  <a:cubicBezTo>
                    <a:pt x="13264" y="5402"/>
                    <a:pt x="13074" y="4675"/>
                    <a:pt x="12633" y="3437"/>
                  </a:cubicBezTo>
                  <a:cubicBezTo>
                    <a:pt x="11966" y="1522"/>
                    <a:pt x="9798" y="0"/>
                    <a:pt x="6941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772768" y="1325524"/>
              <a:ext cx="189840" cy="336305"/>
            </a:xfrm>
            <a:custGeom>
              <a:avLst/>
              <a:gdLst/>
              <a:ahLst/>
              <a:cxnLst/>
              <a:rect l="l" t="t" r="r" b="b"/>
              <a:pathLst>
                <a:path w="2823" h="5001" extrusionOk="0">
                  <a:moveTo>
                    <a:pt x="1451" y="1"/>
                  </a:moveTo>
                  <a:cubicBezTo>
                    <a:pt x="1116" y="1"/>
                    <a:pt x="790" y="67"/>
                    <a:pt x="632" y="250"/>
                  </a:cubicBezTo>
                  <a:cubicBezTo>
                    <a:pt x="96" y="893"/>
                    <a:pt x="120" y="2084"/>
                    <a:pt x="60" y="2929"/>
                  </a:cubicBezTo>
                  <a:cubicBezTo>
                    <a:pt x="1" y="3774"/>
                    <a:pt x="418" y="4691"/>
                    <a:pt x="1203" y="5001"/>
                  </a:cubicBezTo>
                  <a:lnTo>
                    <a:pt x="858" y="4548"/>
                  </a:lnTo>
                  <a:cubicBezTo>
                    <a:pt x="1489" y="4143"/>
                    <a:pt x="1787" y="3274"/>
                    <a:pt x="1525" y="2560"/>
                  </a:cubicBezTo>
                  <a:lnTo>
                    <a:pt x="1525" y="2560"/>
                  </a:lnTo>
                  <a:cubicBezTo>
                    <a:pt x="1606" y="2749"/>
                    <a:pt x="1816" y="2856"/>
                    <a:pt x="2022" y="2856"/>
                  </a:cubicBezTo>
                  <a:cubicBezTo>
                    <a:pt x="2088" y="2856"/>
                    <a:pt x="2154" y="2845"/>
                    <a:pt x="2215" y="2822"/>
                  </a:cubicBezTo>
                  <a:cubicBezTo>
                    <a:pt x="2465" y="2726"/>
                    <a:pt x="2644" y="2488"/>
                    <a:pt x="2727" y="2226"/>
                  </a:cubicBezTo>
                  <a:cubicBezTo>
                    <a:pt x="2811" y="1964"/>
                    <a:pt x="2811" y="1691"/>
                    <a:pt x="2823" y="1417"/>
                  </a:cubicBezTo>
                  <a:cubicBezTo>
                    <a:pt x="2823" y="1167"/>
                    <a:pt x="2823" y="905"/>
                    <a:pt x="2739" y="667"/>
                  </a:cubicBezTo>
                  <a:cubicBezTo>
                    <a:pt x="2668" y="429"/>
                    <a:pt x="2489" y="202"/>
                    <a:pt x="2251" y="119"/>
                  </a:cubicBezTo>
                  <a:cubicBezTo>
                    <a:pt x="2050" y="52"/>
                    <a:pt x="1747" y="1"/>
                    <a:pt x="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6521434" y="1331307"/>
              <a:ext cx="168993" cy="330521"/>
            </a:xfrm>
            <a:custGeom>
              <a:avLst/>
              <a:gdLst/>
              <a:ahLst/>
              <a:cxnLst/>
              <a:rect l="l" t="t" r="r" b="b"/>
              <a:pathLst>
                <a:path w="2513" h="4915" extrusionOk="0">
                  <a:moveTo>
                    <a:pt x="758" y="1"/>
                  </a:moveTo>
                  <a:cubicBezTo>
                    <a:pt x="692" y="1"/>
                    <a:pt x="626" y="11"/>
                    <a:pt x="560" y="33"/>
                  </a:cubicBezTo>
                  <a:cubicBezTo>
                    <a:pt x="322" y="116"/>
                    <a:pt x="155" y="343"/>
                    <a:pt x="72" y="581"/>
                  </a:cubicBezTo>
                  <a:cubicBezTo>
                    <a:pt x="0" y="819"/>
                    <a:pt x="0" y="1081"/>
                    <a:pt x="0" y="1331"/>
                  </a:cubicBezTo>
                  <a:cubicBezTo>
                    <a:pt x="0" y="1605"/>
                    <a:pt x="0" y="1878"/>
                    <a:pt x="83" y="2140"/>
                  </a:cubicBezTo>
                  <a:cubicBezTo>
                    <a:pt x="167" y="2402"/>
                    <a:pt x="345" y="2640"/>
                    <a:pt x="595" y="2736"/>
                  </a:cubicBezTo>
                  <a:cubicBezTo>
                    <a:pt x="659" y="2759"/>
                    <a:pt x="728" y="2770"/>
                    <a:pt x="795" y="2770"/>
                  </a:cubicBezTo>
                  <a:cubicBezTo>
                    <a:pt x="1006" y="2770"/>
                    <a:pt x="1214" y="2663"/>
                    <a:pt x="1286" y="2474"/>
                  </a:cubicBezTo>
                  <a:lnTo>
                    <a:pt x="1286" y="2474"/>
                  </a:lnTo>
                  <a:cubicBezTo>
                    <a:pt x="1036" y="3188"/>
                    <a:pt x="1322" y="4057"/>
                    <a:pt x="1953" y="4462"/>
                  </a:cubicBezTo>
                  <a:lnTo>
                    <a:pt x="1607" y="4915"/>
                  </a:lnTo>
                  <a:cubicBezTo>
                    <a:pt x="2393" y="4605"/>
                    <a:pt x="2512" y="3831"/>
                    <a:pt x="2453" y="2986"/>
                  </a:cubicBezTo>
                  <a:cubicBezTo>
                    <a:pt x="2393" y="2140"/>
                    <a:pt x="2239" y="1236"/>
                    <a:pt x="1703" y="593"/>
                  </a:cubicBezTo>
                  <a:cubicBezTo>
                    <a:pt x="1451" y="301"/>
                    <a:pt x="111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6492585" y="1547373"/>
              <a:ext cx="217680" cy="246462"/>
            </a:xfrm>
            <a:custGeom>
              <a:avLst/>
              <a:gdLst/>
              <a:ahLst/>
              <a:cxnLst/>
              <a:rect l="l" t="t" r="r" b="b"/>
              <a:pathLst>
                <a:path w="3237" h="3665" extrusionOk="0">
                  <a:moveTo>
                    <a:pt x="1631" y="1"/>
                  </a:moveTo>
                  <a:cubicBezTo>
                    <a:pt x="1165" y="1"/>
                    <a:pt x="774" y="142"/>
                    <a:pt x="774" y="142"/>
                  </a:cubicBezTo>
                  <a:cubicBezTo>
                    <a:pt x="774" y="142"/>
                    <a:pt x="1" y="1975"/>
                    <a:pt x="72" y="2618"/>
                  </a:cubicBezTo>
                  <a:cubicBezTo>
                    <a:pt x="142" y="3313"/>
                    <a:pt x="720" y="3664"/>
                    <a:pt x="1359" y="3664"/>
                  </a:cubicBezTo>
                  <a:cubicBezTo>
                    <a:pt x="2240" y="3664"/>
                    <a:pt x="3237" y="2995"/>
                    <a:pt x="3168" y="1642"/>
                  </a:cubicBezTo>
                  <a:cubicBezTo>
                    <a:pt x="3098" y="282"/>
                    <a:pt x="2289" y="1"/>
                    <a:pt x="1631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6511818" y="1596329"/>
              <a:ext cx="169800" cy="135974"/>
            </a:xfrm>
            <a:custGeom>
              <a:avLst/>
              <a:gdLst/>
              <a:ahLst/>
              <a:cxnLst/>
              <a:rect l="l" t="t" r="r" b="b"/>
              <a:pathLst>
                <a:path w="2525" h="2022" extrusionOk="0">
                  <a:moveTo>
                    <a:pt x="1528" y="1"/>
                  </a:moveTo>
                  <a:cubicBezTo>
                    <a:pt x="1304" y="1"/>
                    <a:pt x="1075" y="77"/>
                    <a:pt x="846" y="223"/>
                  </a:cubicBezTo>
                  <a:cubicBezTo>
                    <a:pt x="0" y="795"/>
                    <a:pt x="536" y="1986"/>
                    <a:pt x="536" y="1998"/>
                  </a:cubicBezTo>
                  <a:cubicBezTo>
                    <a:pt x="548" y="2009"/>
                    <a:pt x="560" y="2021"/>
                    <a:pt x="584" y="2021"/>
                  </a:cubicBezTo>
                  <a:lnTo>
                    <a:pt x="596" y="2021"/>
                  </a:lnTo>
                  <a:cubicBezTo>
                    <a:pt x="619" y="2009"/>
                    <a:pt x="631" y="1986"/>
                    <a:pt x="619" y="1962"/>
                  </a:cubicBezTo>
                  <a:cubicBezTo>
                    <a:pt x="619" y="1950"/>
                    <a:pt x="119" y="831"/>
                    <a:pt x="905" y="307"/>
                  </a:cubicBezTo>
                  <a:cubicBezTo>
                    <a:pt x="1115" y="170"/>
                    <a:pt x="1319" y="96"/>
                    <a:pt x="1520" y="96"/>
                  </a:cubicBezTo>
                  <a:cubicBezTo>
                    <a:pt x="1581" y="96"/>
                    <a:pt x="1642" y="102"/>
                    <a:pt x="1703" y="116"/>
                  </a:cubicBezTo>
                  <a:cubicBezTo>
                    <a:pt x="2155" y="212"/>
                    <a:pt x="2429" y="640"/>
                    <a:pt x="2429" y="640"/>
                  </a:cubicBezTo>
                  <a:cubicBezTo>
                    <a:pt x="2438" y="658"/>
                    <a:pt x="2453" y="669"/>
                    <a:pt x="2470" y="669"/>
                  </a:cubicBezTo>
                  <a:cubicBezTo>
                    <a:pt x="2476" y="669"/>
                    <a:pt x="2482" y="667"/>
                    <a:pt x="2489" y="664"/>
                  </a:cubicBezTo>
                  <a:cubicBezTo>
                    <a:pt x="2512" y="652"/>
                    <a:pt x="2524" y="616"/>
                    <a:pt x="2501" y="593"/>
                  </a:cubicBezTo>
                  <a:cubicBezTo>
                    <a:pt x="2489" y="581"/>
                    <a:pt x="2215" y="128"/>
                    <a:pt x="1727" y="21"/>
                  </a:cubicBezTo>
                  <a:cubicBezTo>
                    <a:pt x="1661" y="7"/>
                    <a:pt x="1595" y="1"/>
                    <a:pt x="1528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6536632" y="1648110"/>
              <a:ext cx="95357" cy="23335"/>
            </a:xfrm>
            <a:custGeom>
              <a:avLst/>
              <a:gdLst/>
              <a:ahLst/>
              <a:cxnLst/>
              <a:rect l="l" t="t" r="r" b="b"/>
              <a:pathLst>
                <a:path w="1418" h="347" extrusionOk="0">
                  <a:moveTo>
                    <a:pt x="635" y="1"/>
                  </a:moveTo>
                  <a:cubicBezTo>
                    <a:pt x="430" y="1"/>
                    <a:pt x="209" y="66"/>
                    <a:pt x="12" y="263"/>
                  </a:cubicBezTo>
                  <a:cubicBezTo>
                    <a:pt x="0" y="275"/>
                    <a:pt x="0" y="311"/>
                    <a:pt x="12" y="323"/>
                  </a:cubicBezTo>
                  <a:cubicBezTo>
                    <a:pt x="24" y="335"/>
                    <a:pt x="36" y="340"/>
                    <a:pt x="48" y="340"/>
                  </a:cubicBezTo>
                  <a:cubicBezTo>
                    <a:pt x="60" y="340"/>
                    <a:pt x="72" y="335"/>
                    <a:pt x="84" y="323"/>
                  </a:cubicBezTo>
                  <a:cubicBezTo>
                    <a:pt x="258" y="149"/>
                    <a:pt x="453" y="90"/>
                    <a:pt x="636" y="90"/>
                  </a:cubicBezTo>
                  <a:cubicBezTo>
                    <a:pt x="1005" y="90"/>
                    <a:pt x="1326" y="327"/>
                    <a:pt x="1334" y="335"/>
                  </a:cubicBezTo>
                  <a:cubicBezTo>
                    <a:pt x="1346" y="335"/>
                    <a:pt x="1346" y="346"/>
                    <a:pt x="1358" y="346"/>
                  </a:cubicBezTo>
                  <a:cubicBezTo>
                    <a:pt x="1370" y="346"/>
                    <a:pt x="1393" y="335"/>
                    <a:pt x="1393" y="323"/>
                  </a:cubicBezTo>
                  <a:cubicBezTo>
                    <a:pt x="1417" y="299"/>
                    <a:pt x="1405" y="275"/>
                    <a:pt x="1393" y="251"/>
                  </a:cubicBezTo>
                  <a:cubicBezTo>
                    <a:pt x="1386" y="251"/>
                    <a:pt x="1038" y="1"/>
                    <a:pt x="63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5805585" y="1532041"/>
              <a:ext cx="926469" cy="541342"/>
            </a:xfrm>
            <a:custGeom>
              <a:avLst/>
              <a:gdLst/>
              <a:ahLst/>
              <a:cxnLst/>
              <a:rect l="l" t="t" r="r" b="b"/>
              <a:pathLst>
                <a:path w="13777" h="8050" extrusionOk="0">
                  <a:moveTo>
                    <a:pt x="11788" y="1"/>
                  </a:moveTo>
                  <a:cubicBezTo>
                    <a:pt x="11788" y="1"/>
                    <a:pt x="11669" y="453"/>
                    <a:pt x="10026" y="2275"/>
                  </a:cubicBezTo>
                  <a:cubicBezTo>
                    <a:pt x="9729" y="2604"/>
                    <a:pt x="9418" y="2711"/>
                    <a:pt x="9091" y="2711"/>
                  </a:cubicBezTo>
                  <a:cubicBezTo>
                    <a:pt x="8477" y="2711"/>
                    <a:pt x="7811" y="2332"/>
                    <a:pt x="7093" y="2332"/>
                  </a:cubicBezTo>
                  <a:cubicBezTo>
                    <a:pt x="7058" y="2332"/>
                    <a:pt x="7024" y="2333"/>
                    <a:pt x="6990" y="2334"/>
                  </a:cubicBezTo>
                  <a:cubicBezTo>
                    <a:pt x="5835" y="2394"/>
                    <a:pt x="5335" y="2620"/>
                    <a:pt x="4073" y="2656"/>
                  </a:cubicBezTo>
                  <a:cubicBezTo>
                    <a:pt x="4066" y="2656"/>
                    <a:pt x="4060" y="2656"/>
                    <a:pt x="4053" y="2656"/>
                  </a:cubicBezTo>
                  <a:cubicBezTo>
                    <a:pt x="2805" y="2656"/>
                    <a:pt x="2450" y="405"/>
                    <a:pt x="697" y="405"/>
                  </a:cubicBezTo>
                  <a:cubicBezTo>
                    <a:pt x="683" y="405"/>
                    <a:pt x="670" y="405"/>
                    <a:pt x="656" y="406"/>
                  </a:cubicBezTo>
                  <a:cubicBezTo>
                    <a:pt x="656" y="406"/>
                    <a:pt x="1" y="8049"/>
                    <a:pt x="6752" y="8049"/>
                  </a:cubicBezTo>
                  <a:cubicBezTo>
                    <a:pt x="13776" y="8049"/>
                    <a:pt x="11788" y="1"/>
                    <a:pt x="117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6254798" y="1751200"/>
              <a:ext cx="65701" cy="43509"/>
            </a:xfrm>
            <a:custGeom>
              <a:avLst/>
              <a:gdLst/>
              <a:ahLst/>
              <a:cxnLst/>
              <a:rect l="l" t="t" r="r" b="b"/>
              <a:pathLst>
                <a:path w="977" h="647" extrusionOk="0">
                  <a:moveTo>
                    <a:pt x="50" y="1"/>
                  </a:moveTo>
                  <a:cubicBezTo>
                    <a:pt x="45" y="1"/>
                    <a:pt x="40" y="2"/>
                    <a:pt x="36" y="4"/>
                  </a:cubicBezTo>
                  <a:cubicBezTo>
                    <a:pt x="12" y="4"/>
                    <a:pt x="0" y="28"/>
                    <a:pt x="0" y="52"/>
                  </a:cubicBezTo>
                  <a:cubicBezTo>
                    <a:pt x="0" y="52"/>
                    <a:pt x="84" y="647"/>
                    <a:pt x="798" y="647"/>
                  </a:cubicBezTo>
                  <a:cubicBezTo>
                    <a:pt x="846" y="647"/>
                    <a:pt x="893" y="647"/>
                    <a:pt x="941" y="635"/>
                  </a:cubicBezTo>
                  <a:cubicBezTo>
                    <a:pt x="965" y="635"/>
                    <a:pt x="977" y="611"/>
                    <a:pt x="977" y="587"/>
                  </a:cubicBezTo>
                  <a:cubicBezTo>
                    <a:pt x="977" y="564"/>
                    <a:pt x="953" y="552"/>
                    <a:pt x="929" y="552"/>
                  </a:cubicBezTo>
                  <a:cubicBezTo>
                    <a:pt x="884" y="556"/>
                    <a:pt x="842" y="558"/>
                    <a:pt x="801" y="558"/>
                  </a:cubicBezTo>
                  <a:cubicBezTo>
                    <a:pt x="169" y="558"/>
                    <a:pt x="96" y="62"/>
                    <a:pt x="96" y="40"/>
                  </a:cubicBezTo>
                  <a:cubicBezTo>
                    <a:pt x="96" y="20"/>
                    <a:pt x="72" y="1"/>
                    <a:pt x="50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5989775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2051" y="0"/>
                  </a:moveTo>
                  <a:cubicBezTo>
                    <a:pt x="1822" y="0"/>
                    <a:pt x="1488" y="100"/>
                    <a:pt x="989" y="362"/>
                  </a:cubicBezTo>
                  <a:cubicBezTo>
                    <a:pt x="0" y="874"/>
                    <a:pt x="465" y="1291"/>
                    <a:pt x="465" y="1291"/>
                  </a:cubicBezTo>
                  <a:cubicBezTo>
                    <a:pt x="557" y="1378"/>
                    <a:pt x="676" y="1419"/>
                    <a:pt x="824" y="1419"/>
                  </a:cubicBezTo>
                  <a:cubicBezTo>
                    <a:pt x="1077" y="1419"/>
                    <a:pt x="1413" y="1299"/>
                    <a:pt x="1834" y="1088"/>
                  </a:cubicBezTo>
                  <a:cubicBezTo>
                    <a:pt x="2394" y="803"/>
                    <a:pt x="2620" y="457"/>
                    <a:pt x="2465" y="219"/>
                  </a:cubicBezTo>
                  <a:cubicBezTo>
                    <a:pt x="2389" y="91"/>
                    <a:pt x="2268" y="0"/>
                    <a:pt x="2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6105845" y="1568892"/>
              <a:ext cx="64154" cy="76931"/>
            </a:xfrm>
            <a:custGeom>
              <a:avLst/>
              <a:gdLst/>
              <a:ahLst/>
              <a:cxnLst/>
              <a:rect l="l" t="t" r="r" b="b"/>
              <a:pathLst>
                <a:path w="954" h="1144" extrusionOk="0">
                  <a:moveTo>
                    <a:pt x="477" y="0"/>
                  </a:moveTo>
                  <a:cubicBezTo>
                    <a:pt x="215" y="0"/>
                    <a:pt x="1" y="250"/>
                    <a:pt x="1" y="572"/>
                  </a:cubicBezTo>
                  <a:cubicBezTo>
                    <a:pt x="1" y="893"/>
                    <a:pt x="215" y="1143"/>
                    <a:pt x="477" y="1143"/>
                  </a:cubicBezTo>
                  <a:cubicBezTo>
                    <a:pt x="739" y="1143"/>
                    <a:pt x="953" y="893"/>
                    <a:pt x="953" y="572"/>
                  </a:cubicBezTo>
                  <a:cubicBezTo>
                    <a:pt x="953" y="250"/>
                    <a:pt x="739" y="0"/>
                    <a:pt x="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6415721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568" y="0"/>
                  </a:moveTo>
                  <a:cubicBezTo>
                    <a:pt x="349" y="0"/>
                    <a:pt x="225" y="91"/>
                    <a:pt x="143" y="219"/>
                  </a:cubicBezTo>
                  <a:cubicBezTo>
                    <a:pt x="1" y="457"/>
                    <a:pt x="227" y="803"/>
                    <a:pt x="786" y="1088"/>
                  </a:cubicBezTo>
                  <a:cubicBezTo>
                    <a:pt x="1208" y="1299"/>
                    <a:pt x="1539" y="1419"/>
                    <a:pt x="1791" y="1419"/>
                  </a:cubicBezTo>
                  <a:cubicBezTo>
                    <a:pt x="1938" y="1419"/>
                    <a:pt x="2059" y="1378"/>
                    <a:pt x="2156" y="1291"/>
                  </a:cubicBezTo>
                  <a:cubicBezTo>
                    <a:pt x="2156" y="1291"/>
                    <a:pt x="2620" y="874"/>
                    <a:pt x="1632" y="362"/>
                  </a:cubicBezTo>
                  <a:cubicBezTo>
                    <a:pt x="1132" y="100"/>
                    <a:pt x="798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6418949" y="1580123"/>
              <a:ext cx="63280" cy="76931"/>
            </a:xfrm>
            <a:custGeom>
              <a:avLst/>
              <a:gdLst/>
              <a:ahLst/>
              <a:cxnLst/>
              <a:rect l="l" t="t" r="r" b="b"/>
              <a:pathLst>
                <a:path w="941" h="1144" extrusionOk="0">
                  <a:moveTo>
                    <a:pt x="464" y="0"/>
                  </a:moveTo>
                  <a:cubicBezTo>
                    <a:pt x="214" y="0"/>
                    <a:pt x="0" y="250"/>
                    <a:pt x="0" y="572"/>
                  </a:cubicBezTo>
                  <a:cubicBezTo>
                    <a:pt x="0" y="893"/>
                    <a:pt x="214" y="1143"/>
                    <a:pt x="464" y="1143"/>
                  </a:cubicBezTo>
                  <a:cubicBezTo>
                    <a:pt x="726" y="1143"/>
                    <a:pt x="941" y="893"/>
                    <a:pt x="941" y="572"/>
                  </a:cubicBezTo>
                  <a:cubicBezTo>
                    <a:pt x="941" y="250"/>
                    <a:pt x="726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5751316" y="1580795"/>
              <a:ext cx="216873" cy="246664"/>
            </a:xfrm>
            <a:custGeom>
              <a:avLst/>
              <a:gdLst/>
              <a:ahLst/>
              <a:cxnLst/>
              <a:rect l="l" t="t" r="r" b="b"/>
              <a:pathLst>
                <a:path w="3225" h="3668" extrusionOk="0">
                  <a:moveTo>
                    <a:pt x="1588" y="0"/>
                  </a:moveTo>
                  <a:cubicBezTo>
                    <a:pt x="932" y="0"/>
                    <a:pt x="132" y="284"/>
                    <a:pt x="70" y="1645"/>
                  </a:cubicBezTo>
                  <a:cubicBezTo>
                    <a:pt x="1" y="2999"/>
                    <a:pt x="993" y="3667"/>
                    <a:pt x="1871" y="3667"/>
                  </a:cubicBezTo>
                  <a:cubicBezTo>
                    <a:pt x="2507" y="3667"/>
                    <a:pt x="3083" y="3317"/>
                    <a:pt x="3153" y="2621"/>
                  </a:cubicBezTo>
                  <a:cubicBezTo>
                    <a:pt x="3225" y="1978"/>
                    <a:pt x="2451" y="145"/>
                    <a:pt x="2451" y="145"/>
                  </a:cubicBezTo>
                  <a:cubicBezTo>
                    <a:pt x="2451" y="145"/>
                    <a:pt x="2056" y="0"/>
                    <a:pt x="1588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5779963" y="1629953"/>
              <a:ext cx="169060" cy="135974"/>
            </a:xfrm>
            <a:custGeom>
              <a:avLst/>
              <a:gdLst/>
              <a:ahLst/>
              <a:cxnLst/>
              <a:rect l="l" t="t" r="r" b="b"/>
              <a:pathLst>
                <a:path w="2514" h="2022" extrusionOk="0">
                  <a:moveTo>
                    <a:pt x="985" y="1"/>
                  </a:moveTo>
                  <a:cubicBezTo>
                    <a:pt x="919" y="1"/>
                    <a:pt x="852" y="7"/>
                    <a:pt x="787" y="21"/>
                  </a:cubicBezTo>
                  <a:cubicBezTo>
                    <a:pt x="299" y="128"/>
                    <a:pt x="25" y="569"/>
                    <a:pt x="13" y="593"/>
                  </a:cubicBezTo>
                  <a:cubicBezTo>
                    <a:pt x="1" y="616"/>
                    <a:pt x="1" y="640"/>
                    <a:pt x="25" y="652"/>
                  </a:cubicBezTo>
                  <a:cubicBezTo>
                    <a:pt x="34" y="661"/>
                    <a:pt x="43" y="665"/>
                    <a:pt x="51" y="665"/>
                  </a:cubicBezTo>
                  <a:cubicBezTo>
                    <a:pt x="65" y="665"/>
                    <a:pt x="77" y="655"/>
                    <a:pt x="84" y="640"/>
                  </a:cubicBezTo>
                  <a:cubicBezTo>
                    <a:pt x="96" y="640"/>
                    <a:pt x="358" y="212"/>
                    <a:pt x="811" y="116"/>
                  </a:cubicBezTo>
                  <a:cubicBezTo>
                    <a:pt x="875" y="102"/>
                    <a:pt x="941" y="94"/>
                    <a:pt x="1007" y="94"/>
                  </a:cubicBezTo>
                  <a:cubicBezTo>
                    <a:pt x="1208" y="94"/>
                    <a:pt x="1414" y="163"/>
                    <a:pt x="1620" y="307"/>
                  </a:cubicBezTo>
                  <a:cubicBezTo>
                    <a:pt x="2394" y="819"/>
                    <a:pt x="1894" y="1938"/>
                    <a:pt x="1894" y="1950"/>
                  </a:cubicBezTo>
                  <a:cubicBezTo>
                    <a:pt x="1882" y="1974"/>
                    <a:pt x="1894" y="2009"/>
                    <a:pt x="1918" y="2021"/>
                  </a:cubicBezTo>
                  <a:lnTo>
                    <a:pt x="1942" y="2021"/>
                  </a:lnTo>
                  <a:cubicBezTo>
                    <a:pt x="1954" y="2021"/>
                    <a:pt x="1965" y="2009"/>
                    <a:pt x="1977" y="1998"/>
                  </a:cubicBezTo>
                  <a:cubicBezTo>
                    <a:pt x="1989" y="1986"/>
                    <a:pt x="2513" y="795"/>
                    <a:pt x="1668" y="224"/>
                  </a:cubicBezTo>
                  <a:cubicBezTo>
                    <a:pt x="1439" y="77"/>
                    <a:pt x="1209" y="1"/>
                    <a:pt x="98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5829659" y="1681734"/>
              <a:ext cx="94550" cy="22931"/>
            </a:xfrm>
            <a:custGeom>
              <a:avLst/>
              <a:gdLst/>
              <a:ahLst/>
              <a:cxnLst/>
              <a:rect l="l" t="t" r="r" b="b"/>
              <a:pathLst>
                <a:path w="1406" h="341" extrusionOk="0">
                  <a:moveTo>
                    <a:pt x="771" y="1"/>
                  </a:moveTo>
                  <a:cubicBezTo>
                    <a:pt x="368" y="1"/>
                    <a:pt x="24" y="251"/>
                    <a:pt x="24" y="251"/>
                  </a:cubicBezTo>
                  <a:cubicBezTo>
                    <a:pt x="0" y="275"/>
                    <a:pt x="0" y="299"/>
                    <a:pt x="12" y="323"/>
                  </a:cubicBezTo>
                  <a:cubicBezTo>
                    <a:pt x="24" y="335"/>
                    <a:pt x="36" y="335"/>
                    <a:pt x="48" y="335"/>
                  </a:cubicBezTo>
                  <a:cubicBezTo>
                    <a:pt x="60" y="335"/>
                    <a:pt x="72" y="335"/>
                    <a:pt x="72" y="323"/>
                  </a:cubicBezTo>
                  <a:cubicBezTo>
                    <a:pt x="80" y="323"/>
                    <a:pt x="400" y="90"/>
                    <a:pt x="767" y="90"/>
                  </a:cubicBezTo>
                  <a:cubicBezTo>
                    <a:pt x="951" y="90"/>
                    <a:pt x="1147" y="148"/>
                    <a:pt x="1322" y="323"/>
                  </a:cubicBezTo>
                  <a:cubicBezTo>
                    <a:pt x="1334" y="335"/>
                    <a:pt x="1346" y="341"/>
                    <a:pt x="1357" y="341"/>
                  </a:cubicBezTo>
                  <a:cubicBezTo>
                    <a:pt x="1369" y="341"/>
                    <a:pt x="1381" y="335"/>
                    <a:pt x="1393" y="323"/>
                  </a:cubicBezTo>
                  <a:cubicBezTo>
                    <a:pt x="1405" y="311"/>
                    <a:pt x="1405" y="275"/>
                    <a:pt x="1393" y="263"/>
                  </a:cubicBezTo>
                  <a:cubicBezTo>
                    <a:pt x="1196" y="66"/>
                    <a:pt x="976" y="1"/>
                    <a:pt x="771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6241147" y="1367890"/>
              <a:ext cx="128981" cy="322788"/>
            </a:xfrm>
            <a:custGeom>
              <a:avLst/>
              <a:gdLst/>
              <a:ahLst/>
              <a:cxnLst/>
              <a:rect l="l" t="t" r="r" b="b"/>
              <a:pathLst>
                <a:path w="1918" h="4800" extrusionOk="0">
                  <a:moveTo>
                    <a:pt x="263" y="1"/>
                  </a:moveTo>
                  <a:cubicBezTo>
                    <a:pt x="227" y="1"/>
                    <a:pt x="203" y="13"/>
                    <a:pt x="203" y="49"/>
                  </a:cubicBezTo>
                  <a:cubicBezTo>
                    <a:pt x="191" y="346"/>
                    <a:pt x="1" y="3025"/>
                    <a:pt x="215" y="3359"/>
                  </a:cubicBezTo>
                  <a:cubicBezTo>
                    <a:pt x="282" y="3466"/>
                    <a:pt x="392" y="3559"/>
                    <a:pt x="579" y="3559"/>
                  </a:cubicBezTo>
                  <a:cubicBezTo>
                    <a:pt x="723" y="3559"/>
                    <a:pt x="914" y="3504"/>
                    <a:pt x="1168" y="3359"/>
                  </a:cubicBezTo>
                  <a:cubicBezTo>
                    <a:pt x="1168" y="3359"/>
                    <a:pt x="1180" y="3347"/>
                    <a:pt x="1192" y="3347"/>
                  </a:cubicBezTo>
                  <a:cubicBezTo>
                    <a:pt x="1261" y="3309"/>
                    <a:pt x="1329" y="3291"/>
                    <a:pt x="1391" y="3291"/>
                  </a:cubicBezTo>
                  <a:cubicBezTo>
                    <a:pt x="1468" y="3291"/>
                    <a:pt x="1537" y="3318"/>
                    <a:pt x="1596" y="3370"/>
                  </a:cubicBezTo>
                  <a:cubicBezTo>
                    <a:pt x="1775" y="3549"/>
                    <a:pt x="1811" y="3942"/>
                    <a:pt x="1680" y="4204"/>
                  </a:cubicBezTo>
                  <a:cubicBezTo>
                    <a:pt x="1513" y="4537"/>
                    <a:pt x="1144" y="4704"/>
                    <a:pt x="1144" y="4716"/>
                  </a:cubicBezTo>
                  <a:cubicBezTo>
                    <a:pt x="1120" y="4728"/>
                    <a:pt x="1108" y="4752"/>
                    <a:pt x="1120" y="4775"/>
                  </a:cubicBezTo>
                  <a:cubicBezTo>
                    <a:pt x="1120" y="4787"/>
                    <a:pt x="1144" y="4799"/>
                    <a:pt x="1156" y="4799"/>
                  </a:cubicBezTo>
                  <a:lnTo>
                    <a:pt x="1180" y="4799"/>
                  </a:lnTo>
                  <a:cubicBezTo>
                    <a:pt x="1192" y="4787"/>
                    <a:pt x="1584" y="4609"/>
                    <a:pt x="1763" y="4240"/>
                  </a:cubicBezTo>
                  <a:cubicBezTo>
                    <a:pt x="1918" y="3942"/>
                    <a:pt x="1870" y="3501"/>
                    <a:pt x="1668" y="3311"/>
                  </a:cubicBezTo>
                  <a:cubicBezTo>
                    <a:pt x="1593" y="3236"/>
                    <a:pt x="1498" y="3196"/>
                    <a:pt x="1392" y="3196"/>
                  </a:cubicBezTo>
                  <a:cubicBezTo>
                    <a:pt x="1314" y="3196"/>
                    <a:pt x="1230" y="3218"/>
                    <a:pt x="1144" y="3263"/>
                  </a:cubicBezTo>
                  <a:cubicBezTo>
                    <a:pt x="1144" y="3263"/>
                    <a:pt x="1132" y="3275"/>
                    <a:pt x="1120" y="3287"/>
                  </a:cubicBezTo>
                  <a:cubicBezTo>
                    <a:pt x="906" y="3409"/>
                    <a:pt x="730" y="3469"/>
                    <a:pt x="591" y="3469"/>
                  </a:cubicBezTo>
                  <a:cubicBezTo>
                    <a:pt x="460" y="3469"/>
                    <a:pt x="362" y="3415"/>
                    <a:pt x="299" y="3311"/>
                  </a:cubicBezTo>
                  <a:cubicBezTo>
                    <a:pt x="132" y="3049"/>
                    <a:pt x="239" y="870"/>
                    <a:pt x="299" y="49"/>
                  </a:cubicBezTo>
                  <a:cubicBezTo>
                    <a:pt x="299" y="25"/>
                    <a:pt x="287" y="1"/>
                    <a:pt x="26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5747146" y="1451949"/>
              <a:ext cx="913625" cy="303622"/>
            </a:xfrm>
            <a:custGeom>
              <a:avLst/>
              <a:gdLst/>
              <a:ahLst/>
              <a:cxnLst/>
              <a:rect l="l" t="t" r="r" b="b"/>
              <a:pathLst>
                <a:path w="13586" h="4515" extrusionOk="0">
                  <a:moveTo>
                    <a:pt x="5412" y="119"/>
                  </a:moveTo>
                  <a:cubicBezTo>
                    <a:pt x="5434" y="119"/>
                    <a:pt x="5456" y="120"/>
                    <a:pt x="5478" y="120"/>
                  </a:cubicBezTo>
                  <a:cubicBezTo>
                    <a:pt x="6609" y="144"/>
                    <a:pt x="7514" y="1097"/>
                    <a:pt x="7478" y="2228"/>
                  </a:cubicBezTo>
                  <a:cubicBezTo>
                    <a:pt x="7455" y="3349"/>
                    <a:pt x="6538" y="4241"/>
                    <a:pt x="5435" y="4241"/>
                  </a:cubicBezTo>
                  <a:cubicBezTo>
                    <a:pt x="5414" y="4241"/>
                    <a:pt x="5392" y="4240"/>
                    <a:pt x="5371" y="4240"/>
                  </a:cubicBezTo>
                  <a:cubicBezTo>
                    <a:pt x="4228" y="4204"/>
                    <a:pt x="3323" y="3263"/>
                    <a:pt x="3358" y="2120"/>
                  </a:cubicBezTo>
                  <a:cubicBezTo>
                    <a:pt x="3382" y="1011"/>
                    <a:pt x="4299" y="119"/>
                    <a:pt x="5412" y="119"/>
                  </a:cubicBezTo>
                  <a:close/>
                  <a:moveTo>
                    <a:pt x="11387" y="263"/>
                  </a:moveTo>
                  <a:cubicBezTo>
                    <a:pt x="11401" y="263"/>
                    <a:pt x="11416" y="263"/>
                    <a:pt x="11431" y="263"/>
                  </a:cubicBezTo>
                  <a:cubicBezTo>
                    <a:pt x="12562" y="299"/>
                    <a:pt x="13467" y="1251"/>
                    <a:pt x="13443" y="2382"/>
                  </a:cubicBezTo>
                  <a:cubicBezTo>
                    <a:pt x="13408" y="3504"/>
                    <a:pt x="12491" y="4396"/>
                    <a:pt x="11388" y="4396"/>
                  </a:cubicBezTo>
                  <a:cubicBezTo>
                    <a:pt x="11367" y="4396"/>
                    <a:pt x="11345" y="4395"/>
                    <a:pt x="11324" y="4395"/>
                  </a:cubicBezTo>
                  <a:cubicBezTo>
                    <a:pt x="10181" y="4359"/>
                    <a:pt x="9276" y="3418"/>
                    <a:pt x="9311" y="2275"/>
                  </a:cubicBezTo>
                  <a:cubicBezTo>
                    <a:pt x="9347" y="1159"/>
                    <a:pt x="10264" y="263"/>
                    <a:pt x="11387" y="263"/>
                  </a:cubicBezTo>
                  <a:close/>
                  <a:moveTo>
                    <a:pt x="5411" y="0"/>
                  </a:moveTo>
                  <a:cubicBezTo>
                    <a:pt x="4250" y="0"/>
                    <a:pt x="3298" y="916"/>
                    <a:pt x="3239" y="2061"/>
                  </a:cubicBezTo>
                  <a:lnTo>
                    <a:pt x="632" y="2001"/>
                  </a:lnTo>
                  <a:cubicBezTo>
                    <a:pt x="620" y="2001"/>
                    <a:pt x="620" y="2001"/>
                    <a:pt x="608" y="2013"/>
                  </a:cubicBezTo>
                  <a:cubicBezTo>
                    <a:pt x="584" y="2013"/>
                    <a:pt x="37" y="2216"/>
                    <a:pt x="1" y="2740"/>
                  </a:cubicBezTo>
                  <a:cubicBezTo>
                    <a:pt x="1" y="2763"/>
                    <a:pt x="25" y="2799"/>
                    <a:pt x="48" y="2799"/>
                  </a:cubicBezTo>
                  <a:lnTo>
                    <a:pt x="60" y="2799"/>
                  </a:lnTo>
                  <a:cubicBezTo>
                    <a:pt x="84" y="2799"/>
                    <a:pt x="108" y="2775"/>
                    <a:pt x="120" y="2740"/>
                  </a:cubicBezTo>
                  <a:cubicBezTo>
                    <a:pt x="144" y="2335"/>
                    <a:pt x="572" y="2144"/>
                    <a:pt x="632" y="2120"/>
                  </a:cubicBezTo>
                  <a:lnTo>
                    <a:pt x="3239" y="2180"/>
                  </a:lnTo>
                  <a:cubicBezTo>
                    <a:pt x="3239" y="3359"/>
                    <a:pt x="4180" y="4323"/>
                    <a:pt x="5359" y="4359"/>
                  </a:cubicBezTo>
                  <a:cubicBezTo>
                    <a:pt x="5373" y="4359"/>
                    <a:pt x="5388" y="4359"/>
                    <a:pt x="5403" y="4359"/>
                  </a:cubicBezTo>
                  <a:cubicBezTo>
                    <a:pt x="6585" y="4359"/>
                    <a:pt x="7562" y="3415"/>
                    <a:pt x="7597" y="2228"/>
                  </a:cubicBezTo>
                  <a:cubicBezTo>
                    <a:pt x="7597" y="2144"/>
                    <a:pt x="7597" y="2049"/>
                    <a:pt x="7585" y="1966"/>
                  </a:cubicBezTo>
                  <a:cubicBezTo>
                    <a:pt x="7679" y="1915"/>
                    <a:pt x="7990" y="1782"/>
                    <a:pt x="8382" y="1782"/>
                  </a:cubicBezTo>
                  <a:cubicBezTo>
                    <a:pt x="8638" y="1782"/>
                    <a:pt x="8929" y="1839"/>
                    <a:pt x="9216" y="2013"/>
                  </a:cubicBezTo>
                  <a:cubicBezTo>
                    <a:pt x="9204" y="2097"/>
                    <a:pt x="9192" y="2180"/>
                    <a:pt x="9192" y="2275"/>
                  </a:cubicBezTo>
                  <a:cubicBezTo>
                    <a:pt x="9157" y="3478"/>
                    <a:pt x="10121" y="4478"/>
                    <a:pt x="11312" y="4514"/>
                  </a:cubicBezTo>
                  <a:cubicBezTo>
                    <a:pt x="11326" y="4514"/>
                    <a:pt x="11341" y="4514"/>
                    <a:pt x="11356" y="4514"/>
                  </a:cubicBezTo>
                  <a:cubicBezTo>
                    <a:pt x="12539" y="4514"/>
                    <a:pt x="13515" y="3570"/>
                    <a:pt x="13550" y="2382"/>
                  </a:cubicBezTo>
                  <a:cubicBezTo>
                    <a:pt x="13586" y="1192"/>
                    <a:pt x="12633" y="180"/>
                    <a:pt x="11431" y="156"/>
                  </a:cubicBezTo>
                  <a:cubicBezTo>
                    <a:pt x="11407" y="155"/>
                    <a:pt x="11383" y="155"/>
                    <a:pt x="11359" y="155"/>
                  </a:cubicBezTo>
                  <a:cubicBezTo>
                    <a:pt x="10319" y="155"/>
                    <a:pt x="9450" y="905"/>
                    <a:pt x="9240" y="1894"/>
                  </a:cubicBezTo>
                  <a:cubicBezTo>
                    <a:pt x="8945" y="1727"/>
                    <a:pt x="8648" y="1672"/>
                    <a:pt x="8385" y="1672"/>
                  </a:cubicBezTo>
                  <a:cubicBezTo>
                    <a:pt x="8011" y="1672"/>
                    <a:pt x="7706" y="1784"/>
                    <a:pt x="7573" y="1847"/>
                  </a:cubicBezTo>
                  <a:cubicBezTo>
                    <a:pt x="7418" y="823"/>
                    <a:pt x="6549" y="25"/>
                    <a:pt x="5478" y="1"/>
                  </a:cubicBezTo>
                  <a:cubicBezTo>
                    <a:pt x="5455" y="0"/>
                    <a:pt x="5433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6081837" y="1265472"/>
              <a:ext cx="418010" cy="30463"/>
            </a:xfrm>
            <a:custGeom>
              <a:avLst/>
              <a:gdLst/>
              <a:ahLst/>
              <a:cxnLst/>
              <a:rect l="l" t="t" r="r" b="b"/>
              <a:pathLst>
                <a:path w="6216" h="453" extrusionOk="0">
                  <a:moveTo>
                    <a:pt x="2978" y="1"/>
                  </a:moveTo>
                  <a:cubicBezTo>
                    <a:pt x="1986" y="1"/>
                    <a:pt x="993" y="111"/>
                    <a:pt x="24" y="333"/>
                  </a:cubicBezTo>
                  <a:cubicBezTo>
                    <a:pt x="1" y="333"/>
                    <a:pt x="1" y="345"/>
                    <a:pt x="1" y="369"/>
                  </a:cubicBezTo>
                  <a:cubicBezTo>
                    <a:pt x="1" y="381"/>
                    <a:pt x="24" y="393"/>
                    <a:pt x="36" y="393"/>
                  </a:cubicBezTo>
                  <a:cubicBezTo>
                    <a:pt x="999" y="171"/>
                    <a:pt x="1986" y="60"/>
                    <a:pt x="2974" y="60"/>
                  </a:cubicBezTo>
                  <a:cubicBezTo>
                    <a:pt x="4052" y="60"/>
                    <a:pt x="5130" y="192"/>
                    <a:pt x="6180" y="452"/>
                  </a:cubicBezTo>
                  <a:cubicBezTo>
                    <a:pt x="6192" y="452"/>
                    <a:pt x="6204" y="441"/>
                    <a:pt x="6204" y="429"/>
                  </a:cubicBezTo>
                  <a:cubicBezTo>
                    <a:pt x="6216" y="417"/>
                    <a:pt x="6204" y="393"/>
                    <a:pt x="6192" y="393"/>
                  </a:cubicBezTo>
                  <a:cubicBezTo>
                    <a:pt x="5142" y="132"/>
                    <a:pt x="4060" y="1"/>
                    <a:pt x="2978" y="1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6118689" y="1163659"/>
              <a:ext cx="343567" cy="44989"/>
            </a:xfrm>
            <a:custGeom>
              <a:avLst/>
              <a:gdLst/>
              <a:ahLst/>
              <a:cxnLst/>
              <a:rect l="l" t="t" r="r" b="b"/>
              <a:pathLst>
                <a:path w="5109" h="669" extrusionOk="0">
                  <a:moveTo>
                    <a:pt x="2030" y="0"/>
                  </a:moveTo>
                  <a:cubicBezTo>
                    <a:pt x="1356" y="0"/>
                    <a:pt x="681" y="84"/>
                    <a:pt x="24" y="252"/>
                  </a:cubicBezTo>
                  <a:cubicBezTo>
                    <a:pt x="12" y="252"/>
                    <a:pt x="0" y="276"/>
                    <a:pt x="12" y="288"/>
                  </a:cubicBezTo>
                  <a:cubicBezTo>
                    <a:pt x="12" y="300"/>
                    <a:pt x="24" y="311"/>
                    <a:pt x="48" y="311"/>
                  </a:cubicBezTo>
                  <a:cubicBezTo>
                    <a:pt x="698" y="143"/>
                    <a:pt x="1369" y="59"/>
                    <a:pt x="2039" y="59"/>
                  </a:cubicBezTo>
                  <a:cubicBezTo>
                    <a:pt x="3075" y="59"/>
                    <a:pt x="4111" y="259"/>
                    <a:pt x="5072" y="657"/>
                  </a:cubicBezTo>
                  <a:cubicBezTo>
                    <a:pt x="5072" y="669"/>
                    <a:pt x="5072" y="669"/>
                    <a:pt x="5084" y="669"/>
                  </a:cubicBezTo>
                  <a:cubicBezTo>
                    <a:pt x="5096" y="669"/>
                    <a:pt x="5108" y="657"/>
                    <a:pt x="5108" y="645"/>
                  </a:cubicBezTo>
                  <a:cubicBezTo>
                    <a:pt x="5108" y="633"/>
                    <a:pt x="5108" y="609"/>
                    <a:pt x="5096" y="609"/>
                  </a:cubicBezTo>
                  <a:cubicBezTo>
                    <a:pt x="4125" y="203"/>
                    <a:pt x="3079" y="0"/>
                    <a:pt x="2030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6357283" y="4131829"/>
              <a:ext cx="582162" cy="463739"/>
            </a:xfrm>
            <a:custGeom>
              <a:avLst/>
              <a:gdLst/>
              <a:ahLst/>
              <a:cxnLst/>
              <a:rect l="l" t="t" r="r" b="b"/>
              <a:pathLst>
                <a:path w="8657" h="6896" extrusionOk="0">
                  <a:moveTo>
                    <a:pt x="4965" y="0"/>
                  </a:moveTo>
                  <a:cubicBezTo>
                    <a:pt x="4965" y="0"/>
                    <a:pt x="3765" y="410"/>
                    <a:pt x="2197" y="410"/>
                  </a:cubicBezTo>
                  <a:cubicBezTo>
                    <a:pt x="1512" y="410"/>
                    <a:pt x="757" y="332"/>
                    <a:pt x="0" y="107"/>
                  </a:cubicBezTo>
                  <a:lnTo>
                    <a:pt x="0" y="107"/>
                  </a:lnTo>
                  <a:cubicBezTo>
                    <a:pt x="0" y="108"/>
                    <a:pt x="286" y="5287"/>
                    <a:pt x="584" y="6001"/>
                  </a:cubicBezTo>
                  <a:cubicBezTo>
                    <a:pt x="584" y="6001"/>
                    <a:pt x="2084" y="6692"/>
                    <a:pt x="5918" y="6882"/>
                  </a:cubicBezTo>
                  <a:cubicBezTo>
                    <a:pt x="6119" y="6892"/>
                    <a:pt x="6307" y="6896"/>
                    <a:pt x="6483" y="6896"/>
                  </a:cubicBezTo>
                  <a:cubicBezTo>
                    <a:pt x="8068" y="6896"/>
                    <a:pt x="8656" y="6549"/>
                    <a:pt x="8656" y="6549"/>
                  </a:cubicBezTo>
                  <a:cubicBezTo>
                    <a:pt x="8656" y="6549"/>
                    <a:pt x="8632" y="5775"/>
                    <a:pt x="7251" y="5001"/>
                  </a:cubicBezTo>
                  <a:cubicBezTo>
                    <a:pt x="6763" y="4727"/>
                    <a:pt x="5025" y="4215"/>
                    <a:pt x="5025" y="4215"/>
                  </a:cubicBezTo>
                  <a:lnTo>
                    <a:pt x="4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5575800" y="4126987"/>
              <a:ext cx="586196" cy="468581"/>
            </a:xfrm>
            <a:custGeom>
              <a:avLst/>
              <a:gdLst/>
              <a:ahLst/>
              <a:cxnLst/>
              <a:rect l="l" t="t" r="r" b="b"/>
              <a:pathLst>
                <a:path w="8717" h="6968" extrusionOk="0">
                  <a:moveTo>
                    <a:pt x="3382" y="1"/>
                  </a:moveTo>
                  <a:lnTo>
                    <a:pt x="3358" y="4251"/>
                  </a:lnTo>
                  <a:cubicBezTo>
                    <a:pt x="3358" y="4251"/>
                    <a:pt x="1894" y="4799"/>
                    <a:pt x="1406" y="5073"/>
                  </a:cubicBezTo>
                  <a:cubicBezTo>
                    <a:pt x="25" y="5847"/>
                    <a:pt x="1" y="6609"/>
                    <a:pt x="1" y="6609"/>
                  </a:cubicBezTo>
                  <a:cubicBezTo>
                    <a:pt x="1" y="6609"/>
                    <a:pt x="592" y="6968"/>
                    <a:pt x="2187" y="6968"/>
                  </a:cubicBezTo>
                  <a:cubicBezTo>
                    <a:pt x="2359" y="6968"/>
                    <a:pt x="2543" y="6963"/>
                    <a:pt x="2739" y="6954"/>
                  </a:cubicBezTo>
                  <a:cubicBezTo>
                    <a:pt x="6573" y="6764"/>
                    <a:pt x="8061" y="6073"/>
                    <a:pt x="8061" y="6073"/>
                  </a:cubicBezTo>
                  <a:cubicBezTo>
                    <a:pt x="8371" y="5359"/>
                    <a:pt x="8716" y="168"/>
                    <a:pt x="8716" y="168"/>
                  </a:cubicBezTo>
                  <a:lnTo>
                    <a:pt x="8716" y="168"/>
                  </a:lnTo>
                  <a:cubicBezTo>
                    <a:pt x="7990" y="385"/>
                    <a:pt x="7236" y="463"/>
                    <a:pt x="6532" y="463"/>
                  </a:cubicBezTo>
                  <a:cubicBezTo>
                    <a:pt x="4809" y="463"/>
                    <a:pt x="3382" y="1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5795228" y="2978871"/>
              <a:ext cx="910397" cy="1447637"/>
            </a:xfrm>
            <a:custGeom>
              <a:avLst/>
              <a:gdLst/>
              <a:ahLst/>
              <a:cxnLst/>
              <a:rect l="l" t="t" r="r" b="b"/>
              <a:pathLst>
                <a:path w="13538" h="21527" extrusionOk="0">
                  <a:moveTo>
                    <a:pt x="167" y="0"/>
                  </a:moveTo>
                  <a:cubicBezTo>
                    <a:pt x="0" y="6382"/>
                    <a:pt x="12" y="16371"/>
                    <a:pt x="72" y="21324"/>
                  </a:cubicBezTo>
                  <a:lnTo>
                    <a:pt x="5048" y="21467"/>
                  </a:lnTo>
                  <a:lnTo>
                    <a:pt x="7096" y="6025"/>
                  </a:lnTo>
                  <a:lnTo>
                    <a:pt x="8680" y="21527"/>
                  </a:lnTo>
                  <a:lnTo>
                    <a:pt x="13395" y="21396"/>
                  </a:lnTo>
                  <a:lnTo>
                    <a:pt x="13538" y="119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5832013" y="3110138"/>
              <a:ext cx="24142" cy="1291555"/>
            </a:xfrm>
            <a:custGeom>
              <a:avLst/>
              <a:gdLst/>
              <a:ahLst/>
              <a:cxnLst/>
              <a:rect l="l" t="t" r="r" b="b"/>
              <a:pathLst>
                <a:path w="359" h="19206" extrusionOk="0">
                  <a:moveTo>
                    <a:pt x="310" y="1"/>
                  </a:moveTo>
                  <a:cubicBezTo>
                    <a:pt x="287" y="1"/>
                    <a:pt x="263" y="25"/>
                    <a:pt x="263" y="49"/>
                  </a:cubicBezTo>
                  <a:lnTo>
                    <a:pt x="1" y="19206"/>
                  </a:lnTo>
                  <a:lnTo>
                    <a:pt x="96" y="19206"/>
                  </a:lnTo>
                  <a:lnTo>
                    <a:pt x="358" y="49"/>
                  </a:lnTo>
                  <a:cubicBezTo>
                    <a:pt x="358" y="13"/>
                    <a:pt x="334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6334083" y="3385584"/>
              <a:ext cx="92129" cy="1026533"/>
            </a:xfrm>
            <a:custGeom>
              <a:avLst/>
              <a:gdLst/>
              <a:ahLst/>
              <a:cxnLst/>
              <a:rect l="l" t="t" r="r" b="b"/>
              <a:pathLst>
                <a:path w="1370" h="15265" extrusionOk="0">
                  <a:moveTo>
                    <a:pt x="36" y="1"/>
                  </a:moveTo>
                  <a:cubicBezTo>
                    <a:pt x="12" y="1"/>
                    <a:pt x="0" y="24"/>
                    <a:pt x="0" y="48"/>
                  </a:cubicBezTo>
                  <a:lnTo>
                    <a:pt x="1286" y="15264"/>
                  </a:lnTo>
                  <a:lnTo>
                    <a:pt x="1369" y="15264"/>
                  </a:lnTo>
                  <a:lnTo>
                    <a:pt x="83" y="48"/>
                  </a:lnTo>
                  <a:cubicBezTo>
                    <a:pt x="83" y="24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6098649" y="3356465"/>
              <a:ext cx="341954" cy="64423"/>
            </a:xfrm>
            <a:custGeom>
              <a:avLst/>
              <a:gdLst/>
              <a:ahLst/>
              <a:cxnLst/>
              <a:rect l="l" t="t" r="r" b="b"/>
              <a:pathLst>
                <a:path w="5085" h="958" extrusionOk="0">
                  <a:moveTo>
                    <a:pt x="5043" y="1"/>
                  </a:moveTo>
                  <a:cubicBezTo>
                    <a:pt x="5037" y="1"/>
                    <a:pt x="5031" y="2"/>
                    <a:pt x="5025" y="5"/>
                  </a:cubicBezTo>
                  <a:cubicBezTo>
                    <a:pt x="5001" y="5"/>
                    <a:pt x="2096" y="743"/>
                    <a:pt x="36" y="862"/>
                  </a:cubicBezTo>
                  <a:cubicBezTo>
                    <a:pt x="13" y="862"/>
                    <a:pt x="1" y="886"/>
                    <a:pt x="1" y="910"/>
                  </a:cubicBezTo>
                  <a:cubicBezTo>
                    <a:pt x="1" y="946"/>
                    <a:pt x="24" y="958"/>
                    <a:pt x="48" y="958"/>
                  </a:cubicBezTo>
                  <a:cubicBezTo>
                    <a:pt x="2108" y="838"/>
                    <a:pt x="5013" y="100"/>
                    <a:pt x="5049" y="100"/>
                  </a:cubicBezTo>
                  <a:cubicBezTo>
                    <a:pt x="5073" y="88"/>
                    <a:pt x="5085" y="65"/>
                    <a:pt x="5073" y="41"/>
                  </a:cubicBezTo>
                  <a:cubicBezTo>
                    <a:pt x="5073" y="14"/>
                    <a:pt x="5059" y="1"/>
                    <a:pt x="5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6296424" y="3075707"/>
              <a:ext cx="5649" cy="249892"/>
            </a:xfrm>
            <a:custGeom>
              <a:avLst/>
              <a:gdLst/>
              <a:ahLst/>
              <a:cxnLst/>
              <a:rect l="l" t="t" r="r" b="b"/>
              <a:pathLst>
                <a:path w="84" h="3716" extrusionOk="0">
                  <a:moveTo>
                    <a:pt x="36" y="1"/>
                  </a:moveTo>
                  <a:cubicBezTo>
                    <a:pt x="12" y="1"/>
                    <a:pt x="0" y="25"/>
                    <a:pt x="0" y="49"/>
                  </a:cubicBezTo>
                  <a:lnTo>
                    <a:pt x="0" y="3668"/>
                  </a:lnTo>
                  <a:cubicBezTo>
                    <a:pt x="0" y="3692"/>
                    <a:pt x="12" y="3716"/>
                    <a:pt x="36" y="3716"/>
                  </a:cubicBezTo>
                  <a:cubicBezTo>
                    <a:pt x="60" y="3716"/>
                    <a:pt x="84" y="3692"/>
                    <a:pt x="84" y="3668"/>
                  </a:cubicBezTo>
                  <a:lnTo>
                    <a:pt x="84" y="49"/>
                  </a:lnTo>
                  <a:cubicBezTo>
                    <a:pt x="84" y="25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5862476" y="3079742"/>
              <a:ext cx="116136" cy="253052"/>
            </a:xfrm>
            <a:custGeom>
              <a:avLst/>
              <a:gdLst/>
              <a:ahLst/>
              <a:cxnLst/>
              <a:rect l="l" t="t" r="r" b="b"/>
              <a:pathLst>
                <a:path w="1727" h="3763" extrusionOk="0">
                  <a:moveTo>
                    <a:pt x="1655" y="0"/>
                  </a:moveTo>
                  <a:cubicBezTo>
                    <a:pt x="1453" y="1370"/>
                    <a:pt x="881" y="2679"/>
                    <a:pt x="12" y="3680"/>
                  </a:cubicBezTo>
                  <a:cubicBezTo>
                    <a:pt x="0" y="3703"/>
                    <a:pt x="0" y="3727"/>
                    <a:pt x="12" y="3751"/>
                  </a:cubicBezTo>
                  <a:cubicBezTo>
                    <a:pt x="24" y="3751"/>
                    <a:pt x="36" y="3763"/>
                    <a:pt x="48" y="3763"/>
                  </a:cubicBezTo>
                  <a:cubicBezTo>
                    <a:pt x="60" y="3763"/>
                    <a:pt x="72" y="3751"/>
                    <a:pt x="72" y="3751"/>
                  </a:cubicBezTo>
                  <a:cubicBezTo>
                    <a:pt x="941" y="2751"/>
                    <a:pt x="1524" y="1453"/>
                    <a:pt x="1727" y="84"/>
                  </a:cubicBezTo>
                  <a:cubicBezTo>
                    <a:pt x="1703" y="72"/>
                    <a:pt x="1691" y="48"/>
                    <a:pt x="1679" y="24"/>
                  </a:cubicBezTo>
                  <a:cubicBezTo>
                    <a:pt x="1667" y="24"/>
                    <a:pt x="1655" y="12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6591035" y="2999448"/>
              <a:ext cx="97778" cy="286138"/>
            </a:xfrm>
            <a:custGeom>
              <a:avLst/>
              <a:gdLst/>
              <a:ahLst/>
              <a:cxnLst/>
              <a:rect l="l" t="t" r="r" b="b"/>
              <a:pathLst>
                <a:path w="1454" h="4255" extrusionOk="0">
                  <a:moveTo>
                    <a:pt x="202" y="1"/>
                  </a:moveTo>
                  <a:cubicBezTo>
                    <a:pt x="184" y="1"/>
                    <a:pt x="168" y="20"/>
                    <a:pt x="168" y="40"/>
                  </a:cubicBezTo>
                  <a:cubicBezTo>
                    <a:pt x="84" y="706"/>
                    <a:pt x="1" y="1695"/>
                    <a:pt x="275" y="2611"/>
                  </a:cubicBezTo>
                  <a:cubicBezTo>
                    <a:pt x="489" y="3338"/>
                    <a:pt x="906" y="3921"/>
                    <a:pt x="1418" y="4254"/>
                  </a:cubicBezTo>
                  <a:cubicBezTo>
                    <a:pt x="1430" y="4231"/>
                    <a:pt x="1442" y="4195"/>
                    <a:pt x="1454" y="4171"/>
                  </a:cubicBezTo>
                  <a:cubicBezTo>
                    <a:pt x="965" y="3850"/>
                    <a:pt x="561" y="3278"/>
                    <a:pt x="358" y="2588"/>
                  </a:cubicBezTo>
                  <a:cubicBezTo>
                    <a:pt x="96" y="1695"/>
                    <a:pt x="168" y="706"/>
                    <a:pt x="251" y="51"/>
                  </a:cubicBezTo>
                  <a:cubicBezTo>
                    <a:pt x="251" y="28"/>
                    <a:pt x="239" y="4"/>
                    <a:pt x="215" y="4"/>
                  </a:cubicBezTo>
                  <a:cubicBezTo>
                    <a:pt x="211" y="2"/>
                    <a:pt x="207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6237986" y="3022111"/>
              <a:ext cx="64087" cy="291518"/>
            </a:xfrm>
            <a:custGeom>
              <a:avLst/>
              <a:gdLst/>
              <a:ahLst/>
              <a:cxnLst/>
              <a:rect l="l" t="t" r="r" b="b"/>
              <a:pathLst>
                <a:path w="953" h="4335" extrusionOk="0">
                  <a:moveTo>
                    <a:pt x="36" y="0"/>
                  </a:moveTo>
                  <a:cubicBezTo>
                    <a:pt x="12" y="0"/>
                    <a:pt x="0" y="24"/>
                    <a:pt x="0" y="48"/>
                  </a:cubicBezTo>
                  <a:cubicBezTo>
                    <a:pt x="0" y="72"/>
                    <a:pt x="24" y="1762"/>
                    <a:pt x="167" y="3024"/>
                  </a:cubicBezTo>
                  <a:cubicBezTo>
                    <a:pt x="310" y="4310"/>
                    <a:pt x="881" y="4334"/>
                    <a:pt x="905" y="4334"/>
                  </a:cubicBezTo>
                  <a:cubicBezTo>
                    <a:pt x="929" y="4334"/>
                    <a:pt x="953" y="4310"/>
                    <a:pt x="953" y="4275"/>
                  </a:cubicBezTo>
                  <a:cubicBezTo>
                    <a:pt x="953" y="4251"/>
                    <a:pt x="941" y="4227"/>
                    <a:pt x="917" y="4227"/>
                  </a:cubicBezTo>
                  <a:cubicBezTo>
                    <a:pt x="905" y="4227"/>
                    <a:pt x="381" y="4203"/>
                    <a:pt x="250" y="3013"/>
                  </a:cubicBezTo>
                  <a:cubicBezTo>
                    <a:pt x="119" y="1762"/>
                    <a:pt x="84" y="72"/>
                    <a:pt x="84" y="48"/>
                  </a:cubicBezTo>
                  <a:cubicBezTo>
                    <a:pt x="84" y="24"/>
                    <a:pt x="7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6392521" y="4514535"/>
              <a:ext cx="550085" cy="99661"/>
            </a:xfrm>
            <a:custGeom>
              <a:avLst/>
              <a:gdLst/>
              <a:ahLst/>
              <a:cxnLst/>
              <a:rect l="l" t="t" r="r" b="b"/>
              <a:pathLst>
                <a:path w="8180" h="1482" extrusionOk="0">
                  <a:moveTo>
                    <a:pt x="36" y="0"/>
                  </a:moveTo>
                  <a:cubicBezTo>
                    <a:pt x="36" y="191"/>
                    <a:pt x="0" y="393"/>
                    <a:pt x="12" y="620"/>
                  </a:cubicBezTo>
                  <a:cubicBezTo>
                    <a:pt x="12" y="620"/>
                    <a:pt x="1155" y="1108"/>
                    <a:pt x="4227" y="1370"/>
                  </a:cubicBezTo>
                  <a:cubicBezTo>
                    <a:pt x="5172" y="1451"/>
                    <a:pt x="5896" y="1481"/>
                    <a:pt x="6450" y="1481"/>
                  </a:cubicBezTo>
                  <a:cubicBezTo>
                    <a:pt x="7911" y="1481"/>
                    <a:pt x="8180" y="1274"/>
                    <a:pt x="8180" y="1274"/>
                  </a:cubicBezTo>
                  <a:cubicBezTo>
                    <a:pt x="8180" y="1274"/>
                    <a:pt x="8180" y="1108"/>
                    <a:pt x="8132" y="846"/>
                  </a:cubicBezTo>
                  <a:cubicBezTo>
                    <a:pt x="7387" y="925"/>
                    <a:pt x="6676" y="959"/>
                    <a:pt x="6002" y="959"/>
                  </a:cubicBezTo>
                  <a:cubicBezTo>
                    <a:pt x="3326" y="959"/>
                    <a:pt x="1244" y="419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5571832" y="4514535"/>
              <a:ext cx="550892" cy="99661"/>
            </a:xfrm>
            <a:custGeom>
              <a:avLst/>
              <a:gdLst/>
              <a:ahLst/>
              <a:cxnLst/>
              <a:rect l="l" t="t" r="r" b="b"/>
              <a:pathLst>
                <a:path w="8192" h="1482" extrusionOk="0">
                  <a:moveTo>
                    <a:pt x="8156" y="0"/>
                  </a:moveTo>
                  <a:cubicBezTo>
                    <a:pt x="6948" y="419"/>
                    <a:pt x="4866" y="959"/>
                    <a:pt x="2190" y="959"/>
                  </a:cubicBezTo>
                  <a:cubicBezTo>
                    <a:pt x="1516" y="959"/>
                    <a:pt x="805" y="925"/>
                    <a:pt x="60" y="846"/>
                  </a:cubicBezTo>
                  <a:cubicBezTo>
                    <a:pt x="12" y="1108"/>
                    <a:pt x="0" y="1274"/>
                    <a:pt x="0" y="1274"/>
                  </a:cubicBezTo>
                  <a:cubicBezTo>
                    <a:pt x="0" y="1274"/>
                    <a:pt x="276" y="1481"/>
                    <a:pt x="1736" y="1481"/>
                  </a:cubicBezTo>
                  <a:cubicBezTo>
                    <a:pt x="2288" y="1481"/>
                    <a:pt x="3011" y="1451"/>
                    <a:pt x="3953" y="1370"/>
                  </a:cubicBezTo>
                  <a:cubicBezTo>
                    <a:pt x="7037" y="1108"/>
                    <a:pt x="8168" y="620"/>
                    <a:pt x="8168" y="620"/>
                  </a:cubicBezTo>
                  <a:cubicBezTo>
                    <a:pt x="8192" y="393"/>
                    <a:pt x="8156" y="191"/>
                    <a:pt x="8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269958" y="2073518"/>
              <a:ext cx="1482135" cy="1138702"/>
            </a:xfrm>
            <a:custGeom>
              <a:avLst/>
              <a:gdLst/>
              <a:ahLst/>
              <a:cxnLst/>
              <a:rect l="l" t="t" r="r" b="b"/>
              <a:pathLst>
                <a:path w="22040" h="16933" extrusionOk="0">
                  <a:moveTo>
                    <a:pt x="11826" y="0"/>
                  </a:moveTo>
                  <a:cubicBezTo>
                    <a:pt x="10877" y="0"/>
                    <a:pt x="9432" y="336"/>
                    <a:pt x="7859" y="1902"/>
                  </a:cubicBezTo>
                  <a:cubicBezTo>
                    <a:pt x="6930" y="2831"/>
                    <a:pt x="5954" y="4188"/>
                    <a:pt x="5013" y="6165"/>
                  </a:cubicBezTo>
                  <a:cubicBezTo>
                    <a:pt x="5013" y="6165"/>
                    <a:pt x="4323" y="3926"/>
                    <a:pt x="3025" y="2414"/>
                  </a:cubicBezTo>
                  <a:cubicBezTo>
                    <a:pt x="2084" y="2688"/>
                    <a:pt x="941" y="2962"/>
                    <a:pt x="60" y="3450"/>
                  </a:cubicBezTo>
                  <a:cubicBezTo>
                    <a:pt x="1" y="4819"/>
                    <a:pt x="929" y="9499"/>
                    <a:pt x="2513" y="11511"/>
                  </a:cubicBezTo>
                  <a:cubicBezTo>
                    <a:pt x="3492" y="12755"/>
                    <a:pt x="4312" y="13210"/>
                    <a:pt x="5032" y="13210"/>
                  </a:cubicBezTo>
                  <a:cubicBezTo>
                    <a:pt x="5896" y="13210"/>
                    <a:pt x="6617" y="12554"/>
                    <a:pt x="7299" y="11820"/>
                  </a:cubicBezTo>
                  <a:lnTo>
                    <a:pt x="7299" y="11820"/>
                  </a:lnTo>
                  <a:cubicBezTo>
                    <a:pt x="7240" y="12499"/>
                    <a:pt x="7180" y="13225"/>
                    <a:pt x="7109" y="13999"/>
                  </a:cubicBezTo>
                  <a:cubicBezTo>
                    <a:pt x="7002" y="15297"/>
                    <a:pt x="7299" y="16261"/>
                    <a:pt x="8073" y="16523"/>
                  </a:cubicBezTo>
                  <a:cubicBezTo>
                    <a:pt x="8483" y="16656"/>
                    <a:pt x="13698" y="16933"/>
                    <a:pt x="14458" y="16933"/>
                  </a:cubicBezTo>
                  <a:cubicBezTo>
                    <a:pt x="14516" y="16933"/>
                    <a:pt x="14548" y="16931"/>
                    <a:pt x="14550" y="16928"/>
                  </a:cubicBezTo>
                  <a:cubicBezTo>
                    <a:pt x="14555" y="16924"/>
                    <a:pt x="14605" y="16923"/>
                    <a:pt x="14691" y="16923"/>
                  </a:cubicBezTo>
                  <a:cubicBezTo>
                    <a:pt x="14917" y="16923"/>
                    <a:pt x="15395" y="16932"/>
                    <a:pt x="15995" y="16932"/>
                  </a:cubicBezTo>
                  <a:cubicBezTo>
                    <a:pt x="17870" y="16932"/>
                    <a:pt x="20940" y="16835"/>
                    <a:pt x="21253" y="16035"/>
                  </a:cubicBezTo>
                  <a:cubicBezTo>
                    <a:pt x="21265" y="16023"/>
                    <a:pt x="22039" y="14999"/>
                    <a:pt x="21503" y="12808"/>
                  </a:cubicBezTo>
                  <a:cubicBezTo>
                    <a:pt x="21456" y="12582"/>
                    <a:pt x="21456" y="12356"/>
                    <a:pt x="21432" y="12130"/>
                  </a:cubicBezTo>
                  <a:lnTo>
                    <a:pt x="21861" y="2093"/>
                  </a:lnTo>
                  <a:cubicBezTo>
                    <a:pt x="21039" y="1057"/>
                    <a:pt x="19979" y="676"/>
                    <a:pt x="17896" y="319"/>
                  </a:cubicBezTo>
                  <a:cubicBezTo>
                    <a:pt x="17896" y="319"/>
                    <a:pt x="15800" y="795"/>
                    <a:pt x="15288" y="819"/>
                  </a:cubicBezTo>
                  <a:lnTo>
                    <a:pt x="13812" y="819"/>
                  </a:lnTo>
                  <a:cubicBezTo>
                    <a:pt x="13742" y="829"/>
                    <a:pt x="13670" y="834"/>
                    <a:pt x="13597" y="834"/>
                  </a:cubicBezTo>
                  <a:cubicBezTo>
                    <a:pt x="13324" y="834"/>
                    <a:pt x="13037" y="767"/>
                    <a:pt x="12764" y="664"/>
                  </a:cubicBezTo>
                  <a:cubicBezTo>
                    <a:pt x="12895" y="366"/>
                    <a:pt x="12967" y="188"/>
                    <a:pt x="12967" y="188"/>
                  </a:cubicBezTo>
                  <a:cubicBezTo>
                    <a:pt x="12967" y="188"/>
                    <a:pt x="12535" y="0"/>
                    <a:pt x="11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148278" y="2189385"/>
              <a:ext cx="211493" cy="46535"/>
            </a:xfrm>
            <a:custGeom>
              <a:avLst/>
              <a:gdLst/>
              <a:ahLst/>
              <a:cxnLst/>
              <a:rect l="l" t="t" r="r" b="b"/>
              <a:pathLst>
                <a:path w="3145" h="692" extrusionOk="0">
                  <a:moveTo>
                    <a:pt x="3077" y="0"/>
                  </a:moveTo>
                  <a:cubicBezTo>
                    <a:pt x="3067" y="0"/>
                    <a:pt x="3057" y="4"/>
                    <a:pt x="3049" y="13"/>
                  </a:cubicBezTo>
                  <a:cubicBezTo>
                    <a:pt x="2185" y="447"/>
                    <a:pt x="1503" y="567"/>
                    <a:pt x="1013" y="567"/>
                  </a:cubicBezTo>
                  <a:cubicBezTo>
                    <a:pt x="415" y="567"/>
                    <a:pt x="103" y="388"/>
                    <a:pt x="96" y="382"/>
                  </a:cubicBezTo>
                  <a:cubicBezTo>
                    <a:pt x="87" y="377"/>
                    <a:pt x="77" y="375"/>
                    <a:pt x="66" y="375"/>
                  </a:cubicBezTo>
                  <a:cubicBezTo>
                    <a:pt x="48" y="375"/>
                    <a:pt x="28" y="383"/>
                    <a:pt x="13" y="406"/>
                  </a:cubicBezTo>
                  <a:cubicBezTo>
                    <a:pt x="1" y="429"/>
                    <a:pt x="1" y="465"/>
                    <a:pt x="37" y="477"/>
                  </a:cubicBezTo>
                  <a:cubicBezTo>
                    <a:pt x="60" y="501"/>
                    <a:pt x="394" y="691"/>
                    <a:pt x="1013" y="691"/>
                  </a:cubicBezTo>
                  <a:cubicBezTo>
                    <a:pt x="1513" y="691"/>
                    <a:pt x="2215" y="560"/>
                    <a:pt x="3096" y="108"/>
                  </a:cubicBezTo>
                  <a:cubicBezTo>
                    <a:pt x="3132" y="96"/>
                    <a:pt x="3144" y="60"/>
                    <a:pt x="3120" y="36"/>
                  </a:cubicBezTo>
                  <a:cubicBezTo>
                    <a:pt x="3113" y="13"/>
                    <a:pt x="3095" y="0"/>
                    <a:pt x="3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6240407" y="2126979"/>
              <a:ext cx="12037" cy="1089746"/>
            </a:xfrm>
            <a:custGeom>
              <a:avLst/>
              <a:gdLst/>
              <a:ahLst/>
              <a:cxnLst/>
              <a:rect l="l" t="t" r="r" b="b"/>
              <a:pathLst>
                <a:path w="179" h="16205" extrusionOk="0">
                  <a:moveTo>
                    <a:pt x="60" y="0"/>
                  </a:moveTo>
                  <a:cubicBezTo>
                    <a:pt x="24" y="0"/>
                    <a:pt x="0" y="24"/>
                    <a:pt x="0" y="60"/>
                  </a:cubicBezTo>
                  <a:lnTo>
                    <a:pt x="60" y="16145"/>
                  </a:lnTo>
                  <a:cubicBezTo>
                    <a:pt x="60" y="16169"/>
                    <a:pt x="83" y="16204"/>
                    <a:pt x="119" y="16204"/>
                  </a:cubicBezTo>
                  <a:cubicBezTo>
                    <a:pt x="155" y="16204"/>
                    <a:pt x="179" y="16169"/>
                    <a:pt x="179" y="16145"/>
                  </a:cubicBezTo>
                  <a:lnTo>
                    <a:pt x="119" y="60"/>
                  </a:lnTo>
                  <a:cubicBezTo>
                    <a:pt x="107" y="24"/>
                    <a:pt x="83" y="0"/>
                    <a:pt x="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5998585" y="2044467"/>
              <a:ext cx="252245" cy="213376"/>
            </a:xfrm>
            <a:custGeom>
              <a:avLst/>
              <a:gdLst/>
              <a:ahLst/>
              <a:cxnLst/>
              <a:rect l="l" t="t" r="r" b="b"/>
              <a:pathLst>
                <a:path w="3751" h="3173" extrusionOk="0">
                  <a:moveTo>
                    <a:pt x="953" y="1"/>
                  </a:moveTo>
                  <a:cubicBezTo>
                    <a:pt x="953" y="1"/>
                    <a:pt x="524" y="632"/>
                    <a:pt x="262" y="1215"/>
                  </a:cubicBezTo>
                  <a:cubicBezTo>
                    <a:pt x="0" y="1799"/>
                    <a:pt x="1917" y="2858"/>
                    <a:pt x="2798" y="3168"/>
                  </a:cubicBezTo>
                  <a:cubicBezTo>
                    <a:pt x="2811" y="3171"/>
                    <a:pt x="2824" y="3173"/>
                    <a:pt x="2837" y="3173"/>
                  </a:cubicBezTo>
                  <a:cubicBezTo>
                    <a:pt x="3279" y="3173"/>
                    <a:pt x="3751" y="1263"/>
                    <a:pt x="3751" y="1263"/>
                  </a:cubicBezTo>
                  <a:cubicBezTo>
                    <a:pt x="3751" y="1263"/>
                    <a:pt x="2024" y="810"/>
                    <a:pt x="9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6244374" y="2044467"/>
              <a:ext cx="252313" cy="210216"/>
            </a:xfrm>
            <a:custGeom>
              <a:avLst/>
              <a:gdLst/>
              <a:ahLst/>
              <a:cxnLst/>
              <a:rect l="l" t="t" r="r" b="b"/>
              <a:pathLst>
                <a:path w="3752" h="3126" extrusionOk="0">
                  <a:moveTo>
                    <a:pt x="2822" y="1"/>
                  </a:moveTo>
                  <a:cubicBezTo>
                    <a:pt x="1834" y="858"/>
                    <a:pt x="1" y="1287"/>
                    <a:pt x="1" y="1287"/>
                  </a:cubicBezTo>
                  <a:cubicBezTo>
                    <a:pt x="1" y="1287"/>
                    <a:pt x="662" y="3125"/>
                    <a:pt x="1126" y="3125"/>
                  </a:cubicBezTo>
                  <a:cubicBezTo>
                    <a:pt x="1140" y="3125"/>
                    <a:pt x="1154" y="3124"/>
                    <a:pt x="1167" y="3120"/>
                  </a:cubicBezTo>
                  <a:cubicBezTo>
                    <a:pt x="2060" y="2811"/>
                    <a:pt x="3751" y="1834"/>
                    <a:pt x="3489" y="1251"/>
                  </a:cubicBezTo>
                  <a:cubicBezTo>
                    <a:pt x="3215" y="667"/>
                    <a:pt x="282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5269151" y="2194227"/>
              <a:ext cx="256280" cy="180223"/>
            </a:xfrm>
            <a:custGeom>
              <a:avLst/>
              <a:gdLst/>
              <a:ahLst/>
              <a:cxnLst/>
              <a:rect l="l" t="t" r="r" b="b"/>
              <a:pathLst>
                <a:path w="3811" h="2680" extrusionOk="0">
                  <a:moveTo>
                    <a:pt x="2965" y="0"/>
                  </a:moveTo>
                  <a:lnTo>
                    <a:pt x="1" y="1096"/>
                  </a:lnTo>
                  <a:lnTo>
                    <a:pt x="144" y="2679"/>
                  </a:lnTo>
                  <a:lnTo>
                    <a:pt x="3811" y="1631"/>
                  </a:lnTo>
                  <a:cubicBezTo>
                    <a:pt x="3811" y="1631"/>
                    <a:pt x="3311" y="298"/>
                    <a:pt x="2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6595877" y="2463217"/>
              <a:ext cx="120171" cy="430048"/>
            </a:xfrm>
            <a:custGeom>
              <a:avLst/>
              <a:gdLst/>
              <a:ahLst/>
              <a:cxnLst/>
              <a:rect l="l" t="t" r="r" b="b"/>
              <a:pathLst>
                <a:path w="1787" h="6395" extrusionOk="0">
                  <a:moveTo>
                    <a:pt x="60" y="1"/>
                  </a:moveTo>
                  <a:cubicBezTo>
                    <a:pt x="24" y="1"/>
                    <a:pt x="0" y="36"/>
                    <a:pt x="12" y="72"/>
                  </a:cubicBezTo>
                  <a:cubicBezTo>
                    <a:pt x="203" y="1977"/>
                    <a:pt x="1655" y="6311"/>
                    <a:pt x="1667" y="6359"/>
                  </a:cubicBezTo>
                  <a:cubicBezTo>
                    <a:pt x="1667" y="6382"/>
                    <a:pt x="1691" y="6394"/>
                    <a:pt x="1715" y="6394"/>
                  </a:cubicBezTo>
                  <a:lnTo>
                    <a:pt x="1739" y="6394"/>
                  </a:lnTo>
                  <a:cubicBezTo>
                    <a:pt x="1774" y="6382"/>
                    <a:pt x="1786" y="6347"/>
                    <a:pt x="1774" y="6323"/>
                  </a:cubicBezTo>
                  <a:cubicBezTo>
                    <a:pt x="1763" y="6275"/>
                    <a:pt x="322" y="1953"/>
                    <a:pt x="119" y="60"/>
                  </a:cubicBezTo>
                  <a:cubicBezTo>
                    <a:pt x="119" y="25"/>
                    <a:pt x="96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5751181" y="2293215"/>
              <a:ext cx="104973" cy="569586"/>
            </a:xfrm>
            <a:custGeom>
              <a:avLst/>
              <a:gdLst/>
              <a:ahLst/>
              <a:cxnLst/>
              <a:rect l="l" t="t" r="r" b="b"/>
              <a:pathLst>
                <a:path w="1561" h="8470" extrusionOk="0">
                  <a:moveTo>
                    <a:pt x="1493" y="0"/>
                  </a:moveTo>
                  <a:cubicBezTo>
                    <a:pt x="1472" y="0"/>
                    <a:pt x="1450" y="14"/>
                    <a:pt x="1441" y="40"/>
                  </a:cubicBezTo>
                  <a:cubicBezTo>
                    <a:pt x="1429" y="40"/>
                    <a:pt x="989" y="957"/>
                    <a:pt x="488" y="3124"/>
                  </a:cubicBezTo>
                  <a:cubicBezTo>
                    <a:pt x="0" y="5279"/>
                    <a:pt x="215" y="8375"/>
                    <a:pt x="227" y="8410"/>
                  </a:cubicBezTo>
                  <a:cubicBezTo>
                    <a:pt x="227" y="8446"/>
                    <a:pt x="250" y="8470"/>
                    <a:pt x="274" y="8470"/>
                  </a:cubicBezTo>
                  <a:cubicBezTo>
                    <a:pt x="286" y="8470"/>
                    <a:pt x="286" y="8470"/>
                    <a:pt x="286" y="8458"/>
                  </a:cubicBezTo>
                  <a:cubicBezTo>
                    <a:pt x="322" y="8458"/>
                    <a:pt x="346" y="8434"/>
                    <a:pt x="334" y="8398"/>
                  </a:cubicBezTo>
                  <a:cubicBezTo>
                    <a:pt x="334" y="8375"/>
                    <a:pt x="119" y="5291"/>
                    <a:pt x="608" y="3148"/>
                  </a:cubicBezTo>
                  <a:cubicBezTo>
                    <a:pt x="1096" y="1005"/>
                    <a:pt x="1536" y="100"/>
                    <a:pt x="1548" y="88"/>
                  </a:cubicBezTo>
                  <a:cubicBezTo>
                    <a:pt x="1560" y="64"/>
                    <a:pt x="1548" y="28"/>
                    <a:pt x="1512" y="5"/>
                  </a:cubicBezTo>
                  <a:cubicBezTo>
                    <a:pt x="1506" y="2"/>
                    <a:pt x="1500" y="0"/>
                    <a:pt x="14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6073028" y="2660118"/>
              <a:ext cx="543696" cy="373224"/>
            </a:xfrm>
            <a:custGeom>
              <a:avLst/>
              <a:gdLst/>
              <a:ahLst/>
              <a:cxnLst/>
              <a:rect l="l" t="t" r="r" b="b"/>
              <a:pathLst>
                <a:path w="8085" h="5550" extrusionOk="0">
                  <a:moveTo>
                    <a:pt x="8018" y="1"/>
                  </a:moveTo>
                  <a:cubicBezTo>
                    <a:pt x="8000" y="1"/>
                    <a:pt x="7981" y="11"/>
                    <a:pt x="7966" y="25"/>
                  </a:cubicBezTo>
                  <a:cubicBezTo>
                    <a:pt x="7073" y="1430"/>
                    <a:pt x="5525" y="2252"/>
                    <a:pt x="4156" y="2907"/>
                  </a:cubicBezTo>
                  <a:cubicBezTo>
                    <a:pt x="4013" y="2978"/>
                    <a:pt x="3870" y="3050"/>
                    <a:pt x="3715" y="3121"/>
                  </a:cubicBezTo>
                  <a:cubicBezTo>
                    <a:pt x="2406" y="3752"/>
                    <a:pt x="1036" y="4395"/>
                    <a:pt x="24" y="5455"/>
                  </a:cubicBezTo>
                  <a:cubicBezTo>
                    <a:pt x="1" y="5478"/>
                    <a:pt x="1" y="5514"/>
                    <a:pt x="24" y="5538"/>
                  </a:cubicBezTo>
                  <a:cubicBezTo>
                    <a:pt x="36" y="5550"/>
                    <a:pt x="48" y="5550"/>
                    <a:pt x="60" y="5550"/>
                  </a:cubicBezTo>
                  <a:cubicBezTo>
                    <a:pt x="72" y="5550"/>
                    <a:pt x="96" y="5550"/>
                    <a:pt x="108" y="5538"/>
                  </a:cubicBezTo>
                  <a:cubicBezTo>
                    <a:pt x="1108" y="4490"/>
                    <a:pt x="2465" y="3847"/>
                    <a:pt x="3775" y="3228"/>
                  </a:cubicBezTo>
                  <a:cubicBezTo>
                    <a:pt x="3918" y="3157"/>
                    <a:pt x="4061" y="3085"/>
                    <a:pt x="4215" y="3014"/>
                  </a:cubicBezTo>
                  <a:cubicBezTo>
                    <a:pt x="5597" y="2347"/>
                    <a:pt x="7144" y="1514"/>
                    <a:pt x="8073" y="85"/>
                  </a:cubicBezTo>
                  <a:cubicBezTo>
                    <a:pt x="8085" y="61"/>
                    <a:pt x="8073" y="25"/>
                    <a:pt x="8049" y="14"/>
                  </a:cubicBezTo>
                  <a:cubicBezTo>
                    <a:pt x="8040" y="4"/>
                    <a:pt x="8029" y="1"/>
                    <a:pt x="8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6089840" y="2842762"/>
              <a:ext cx="492453" cy="273899"/>
            </a:xfrm>
            <a:custGeom>
              <a:avLst/>
              <a:gdLst/>
              <a:ahLst/>
              <a:cxnLst/>
              <a:rect l="l" t="t" r="r" b="b"/>
              <a:pathLst>
                <a:path w="7323" h="4073" extrusionOk="0">
                  <a:moveTo>
                    <a:pt x="7275" y="0"/>
                  </a:moveTo>
                  <a:cubicBezTo>
                    <a:pt x="7240" y="0"/>
                    <a:pt x="7216" y="24"/>
                    <a:pt x="7204" y="48"/>
                  </a:cubicBezTo>
                  <a:cubicBezTo>
                    <a:pt x="7168" y="250"/>
                    <a:pt x="6978" y="393"/>
                    <a:pt x="6811" y="512"/>
                  </a:cubicBezTo>
                  <a:cubicBezTo>
                    <a:pt x="4704" y="1929"/>
                    <a:pt x="2430" y="3084"/>
                    <a:pt x="48" y="3953"/>
                  </a:cubicBezTo>
                  <a:cubicBezTo>
                    <a:pt x="13" y="3965"/>
                    <a:pt x="1" y="4001"/>
                    <a:pt x="13" y="4036"/>
                  </a:cubicBezTo>
                  <a:cubicBezTo>
                    <a:pt x="24" y="4060"/>
                    <a:pt x="36" y="4072"/>
                    <a:pt x="60" y="4072"/>
                  </a:cubicBezTo>
                  <a:lnTo>
                    <a:pt x="84" y="4072"/>
                  </a:lnTo>
                  <a:cubicBezTo>
                    <a:pt x="2477" y="3203"/>
                    <a:pt x="4763" y="2036"/>
                    <a:pt x="6871" y="607"/>
                  </a:cubicBezTo>
                  <a:cubicBezTo>
                    <a:pt x="7073" y="477"/>
                    <a:pt x="7275" y="322"/>
                    <a:pt x="7323" y="72"/>
                  </a:cubicBezTo>
                  <a:cubicBezTo>
                    <a:pt x="7323" y="36"/>
                    <a:pt x="7311" y="12"/>
                    <a:pt x="7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6290036" y="2157375"/>
              <a:ext cx="17686" cy="1049733"/>
            </a:xfrm>
            <a:custGeom>
              <a:avLst/>
              <a:gdLst/>
              <a:ahLst/>
              <a:cxnLst/>
              <a:rect l="l" t="t" r="r" b="b"/>
              <a:pathLst>
                <a:path w="263" h="15610" extrusionOk="0">
                  <a:moveTo>
                    <a:pt x="60" y="1"/>
                  </a:moveTo>
                  <a:cubicBezTo>
                    <a:pt x="24" y="1"/>
                    <a:pt x="0" y="24"/>
                    <a:pt x="0" y="60"/>
                  </a:cubicBezTo>
                  <a:lnTo>
                    <a:pt x="155" y="15550"/>
                  </a:lnTo>
                  <a:cubicBezTo>
                    <a:pt x="155" y="15586"/>
                    <a:pt x="179" y="15610"/>
                    <a:pt x="215" y="15610"/>
                  </a:cubicBezTo>
                  <a:cubicBezTo>
                    <a:pt x="238" y="15610"/>
                    <a:pt x="262" y="15574"/>
                    <a:pt x="262" y="15550"/>
                  </a:cubicBezTo>
                  <a:lnTo>
                    <a:pt x="119" y="48"/>
                  </a:lnTo>
                  <a:cubicBezTo>
                    <a:pt x="119" y="24"/>
                    <a:pt x="95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41444" y="2682646"/>
              <a:ext cx="36919" cy="155342"/>
            </a:xfrm>
            <a:custGeom>
              <a:avLst/>
              <a:gdLst/>
              <a:ahLst/>
              <a:cxnLst/>
              <a:rect l="l" t="t" r="r" b="b"/>
              <a:pathLst>
                <a:path w="549" h="2310" extrusionOk="0">
                  <a:moveTo>
                    <a:pt x="1" y="0"/>
                  </a:moveTo>
                  <a:lnTo>
                    <a:pt x="1" y="0"/>
                  </a:lnTo>
                  <a:cubicBezTo>
                    <a:pt x="96" y="500"/>
                    <a:pt x="227" y="1191"/>
                    <a:pt x="548" y="231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053833" y="2029269"/>
              <a:ext cx="229852" cy="92936"/>
            </a:xfrm>
            <a:custGeom>
              <a:avLst/>
              <a:gdLst/>
              <a:ahLst/>
              <a:cxnLst/>
              <a:rect l="l" t="t" r="r" b="b"/>
              <a:pathLst>
                <a:path w="3418" h="1382" extrusionOk="0">
                  <a:moveTo>
                    <a:pt x="3418" y="1"/>
                  </a:moveTo>
                  <a:lnTo>
                    <a:pt x="72" y="167"/>
                  </a:lnTo>
                  <a:lnTo>
                    <a:pt x="1" y="1382"/>
                  </a:lnTo>
                  <a:cubicBezTo>
                    <a:pt x="1132" y="1298"/>
                    <a:pt x="2311" y="1274"/>
                    <a:pt x="3394" y="1048"/>
                  </a:cubicBezTo>
                  <a:lnTo>
                    <a:pt x="3418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6917724" y="2099744"/>
              <a:ext cx="860028" cy="915844"/>
            </a:xfrm>
            <a:custGeom>
              <a:avLst/>
              <a:gdLst/>
              <a:ahLst/>
              <a:cxnLst/>
              <a:rect l="l" t="t" r="r" b="b"/>
              <a:pathLst>
                <a:path w="12789" h="13619" extrusionOk="0">
                  <a:moveTo>
                    <a:pt x="9038" y="7680"/>
                  </a:moveTo>
                  <a:cubicBezTo>
                    <a:pt x="9145" y="7966"/>
                    <a:pt x="9192" y="8251"/>
                    <a:pt x="9276" y="8668"/>
                  </a:cubicBezTo>
                  <a:lnTo>
                    <a:pt x="9038" y="7680"/>
                  </a:lnTo>
                  <a:close/>
                  <a:moveTo>
                    <a:pt x="5418" y="0"/>
                  </a:moveTo>
                  <a:lnTo>
                    <a:pt x="5418" y="0"/>
                  </a:lnTo>
                  <a:cubicBezTo>
                    <a:pt x="4335" y="226"/>
                    <a:pt x="3156" y="250"/>
                    <a:pt x="2025" y="334"/>
                  </a:cubicBezTo>
                  <a:lnTo>
                    <a:pt x="2001" y="869"/>
                  </a:lnTo>
                  <a:cubicBezTo>
                    <a:pt x="2001" y="869"/>
                    <a:pt x="1144" y="1036"/>
                    <a:pt x="739" y="1143"/>
                  </a:cubicBezTo>
                  <a:cubicBezTo>
                    <a:pt x="751" y="2953"/>
                    <a:pt x="1" y="9811"/>
                    <a:pt x="215" y="11633"/>
                  </a:cubicBezTo>
                  <a:lnTo>
                    <a:pt x="5585" y="12145"/>
                  </a:lnTo>
                  <a:lnTo>
                    <a:pt x="9811" y="10978"/>
                  </a:lnTo>
                  <a:cubicBezTo>
                    <a:pt x="9502" y="9859"/>
                    <a:pt x="9371" y="9168"/>
                    <a:pt x="9276" y="8668"/>
                  </a:cubicBezTo>
                  <a:lnTo>
                    <a:pt x="9276" y="8668"/>
                  </a:lnTo>
                  <a:lnTo>
                    <a:pt x="9811" y="10978"/>
                  </a:lnTo>
                  <a:cubicBezTo>
                    <a:pt x="9839" y="10973"/>
                    <a:pt x="9865" y="10971"/>
                    <a:pt x="9891" y="10971"/>
                  </a:cubicBezTo>
                  <a:cubicBezTo>
                    <a:pt x="10790" y="10971"/>
                    <a:pt x="10991" y="13619"/>
                    <a:pt x="11851" y="13619"/>
                  </a:cubicBezTo>
                  <a:cubicBezTo>
                    <a:pt x="11881" y="13619"/>
                    <a:pt x="11911" y="13616"/>
                    <a:pt x="11943" y="13609"/>
                  </a:cubicBezTo>
                  <a:cubicBezTo>
                    <a:pt x="12645" y="12776"/>
                    <a:pt x="12788" y="9216"/>
                    <a:pt x="12431" y="8251"/>
                  </a:cubicBezTo>
                  <a:cubicBezTo>
                    <a:pt x="11347" y="4179"/>
                    <a:pt x="10228" y="2870"/>
                    <a:pt x="9633" y="2286"/>
                  </a:cubicBezTo>
                  <a:cubicBezTo>
                    <a:pt x="8752" y="1393"/>
                    <a:pt x="6859" y="1000"/>
                    <a:pt x="6859" y="1000"/>
                  </a:cubicBezTo>
                  <a:lnTo>
                    <a:pt x="5406" y="869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6267575" y="2170152"/>
              <a:ext cx="787132" cy="801052"/>
            </a:xfrm>
            <a:custGeom>
              <a:avLst/>
              <a:gdLst/>
              <a:ahLst/>
              <a:cxnLst/>
              <a:rect l="l" t="t" r="r" b="b"/>
              <a:pathLst>
                <a:path w="11705" h="11912" extrusionOk="0">
                  <a:moveTo>
                    <a:pt x="10742" y="1"/>
                  </a:moveTo>
                  <a:cubicBezTo>
                    <a:pt x="10741" y="1"/>
                    <a:pt x="10740" y="1"/>
                    <a:pt x="10740" y="1"/>
                  </a:cubicBezTo>
                  <a:cubicBezTo>
                    <a:pt x="10740" y="1"/>
                    <a:pt x="8347" y="358"/>
                    <a:pt x="7835" y="3668"/>
                  </a:cubicBezTo>
                  <a:cubicBezTo>
                    <a:pt x="7728" y="5883"/>
                    <a:pt x="7442" y="7621"/>
                    <a:pt x="7442" y="7621"/>
                  </a:cubicBezTo>
                  <a:lnTo>
                    <a:pt x="3966" y="5752"/>
                  </a:lnTo>
                  <a:cubicBezTo>
                    <a:pt x="3966" y="5752"/>
                    <a:pt x="3668" y="3573"/>
                    <a:pt x="3251" y="3442"/>
                  </a:cubicBezTo>
                  <a:cubicBezTo>
                    <a:pt x="3224" y="3433"/>
                    <a:pt x="3200" y="3429"/>
                    <a:pt x="3178" y="3429"/>
                  </a:cubicBezTo>
                  <a:cubicBezTo>
                    <a:pt x="2873" y="3429"/>
                    <a:pt x="3049" y="4228"/>
                    <a:pt x="3049" y="4228"/>
                  </a:cubicBezTo>
                  <a:cubicBezTo>
                    <a:pt x="3049" y="4228"/>
                    <a:pt x="2110" y="2625"/>
                    <a:pt x="1771" y="2625"/>
                  </a:cubicBezTo>
                  <a:cubicBezTo>
                    <a:pt x="1750" y="2625"/>
                    <a:pt x="1731" y="2631"/>
                    <a:pt x="1715" y="2644"/>
                  </a:cubicBezTo>
                  <a:cubicBezTo>
                    <a:pt x="1442" y="2870"/>
                    <a:pt x="2287" y="4240"/>
                    <a:pt x="2287" y="4240"/>
                  </a:cubicBezTo>
                  <a:cubicBezTo>
                    <a:pt x="2287" y="4240"/>
                    <a:pt x="1317" y="3018"/>
                    <a:pt x="904" y="3018"/>
                  </a:cubicBezTo>
                  <a:cubicBezTo>
                    <a:pt x="850" y="3018"/>
                    <a:pt x="806" y="3038"/>
                    <a:pt x="775" y="3085"/>
                  </a:cubicBezTo>
                  <a:cubicBezTo>
                    <a:pt x="620" y="3323"/>
                    <a:pt x="1811" y="4537"/>
                    <a:pt x="1811" y="4537"/>
                  </a:cubicBezTo>
                  <a:cubicBezTo>
                    <a:pt x="1811" y="4537"/>
                    <a:pt x="778" y="3620"/>
                    <a:pt x="442" y="3620"/>
                  </a:cubicBezTo>
                  <a:cubicBezTo>
                    <a:pt x="404" y="3620"/>
                    <a:pt x="376" y="3631"/>
                    <a:pt x="358" y="3656"/>
                  </a:cubicBezTo>
                  <a:cubicBezTo>
                    <a:pt x="179" y="3906"/>
                    <a:pt x="1453" y="4942"/>
                    <a:pt x="1453" y="4942"/>
                  </a:cubicBezTo>
                  <a:cubicBezTo>
                    <a:pt x="1453" y="4942"/>
                    <a:pt x="642" y="4372"/>
                    <a:pt x="298" y="4372"/>
                  </a:cubicBezTo>
                  <a:cubicBezTo>
                    <a:pt x="238" y="4372"/>
                    <a:pt x="192" y="4390"/>
                    <a:pt x="168" y="4430"/>
                  </a:cubicBezTo>
                  <a:cubicBezTo>
                    <a:pt x="1" y="4692"/>
                    <a:pt x="1668" y="6180"/>
                    <a:pt x="2275" y="6549"/>
                  </a:cubicBezTo>
                  <a:cubicBezTo>
                    <a:pt x="2275" y="6549"/>
                    <a:pt x="5642" y="11911"/>
                    <a:pt x="8541" y="11911"/>
                  </a:cubicBezTo>
                  <a:cubicBezTo>
                    <a:pt x="8587" y="11911"/>
                    <a:pt x="8634" y="11910"/>
                    <a:pt x="8681" y="11907"/>
                  </a:cubicBezTo>
                  <a:cubicBezTo>
                    <a:pt x="11217" y="11752"/>
                    <a:pt x="10978" y="6609"/>
                    <a:pt x="10859" y="5240"/>
                  </a:cubicBezTo>
                  <a:lnTo>
                    <a:pt x="10859" y="5240"/>
                  </a:lnTo>
                  <a:lnTo>
                    <a:pt x="11693" y="5359"/>
                  </a:lnTo>
                  <a:cubicBezTo>
                    <a:pt x="11490" y="3525"/>
                    <a:pt x="11705" y="2013"/>
                    <a:pt x="11693" y="203"/>
                  </a:cubicBezTo>
                  <a:lnTo>
                    <a:pt x="11693" y="203"/>
                  </a:lnTo>
                  <a:cubicBezTo>
                    <a:pt x="11685" y="206"/>
                    <a:pt x="11674" y="207"/>
                    <a:pt x="11660" y="207"/>
                  </a:cubicBezTo>
                  <a:cubicBezTo>
                    <a:pt x="11471" y="207"/>
                    <a:pt x="10776" y="1"/>
                    <a:pt x="1074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6453380" y="2563281"/>
              <a:ext cx="124139" cy="141825"/>
            </a:xfrm>
            <a:custGeom>
              <a:avLst/>
              <a:gdLst/>
              <a:ahLst/>
              <a:cxnLst/>
              <a:rect l="l" t="t" r="r" b="b"/>
              <a:pathLst>
                <a:path w="1846" h="2109" extrusionOk="0">
                  <a:moveTo>
                    <a:pt x="1393" y="1"/>
                  </a:moveTo>
                  <a:cubicBezTo>
                    <a:pt x="1393" y="1"/>
                    <a:pt x="310" y="632"/>
                    <a:pt x="0" y="1418"/>
                  </a:cubicBezTo>
                  <a:cubicBezTo>
                    <a:pt x="0" y="1418"/>
                    <a:pt x="107" y="1692"/>
                    <a:pt x="322" y="2108"/>
                  </a:cubicBezTo>
                  <a:cubicBezTo>
                    <a:pt x="750" y="1382"/>
                    <a:pt x="1274" y="739"/>
                    <a:pt x="1846" y="144"/>
                  </a:cubicBezTo>
                  <a:cubicBezTo>
                    <a:pt x="1703" y="96"/>
                    <a:pt x="1548" y="49"/>
                    <a:pt x="1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6474966" y="2170220"/>
              <a:ext cx="514914" cy="829431"/>
            </a:xfrm>
            <a:custGeom>
              <a:avLst/>
              <a:gdLst/>
              <a:ahLst/>
              <a:cxnLst/>
              <a:rect l="l" t="t" r="r" b="b"/>
              <a:pathLst>
                <a:path w="7657" h="12334" extrusionOk="0">
                  <a:moveTo>
                    <a:pt x="7656" y="0"/>
                  </a:moveTo>
                  <a:cubicBezTo>
                    <a:pt x="7656" y="0"/>
                    <a:pt x="5525" y="226"/>
                    <a:pt x="4656" y="3358"/>
                  </a:cubicBezTo>
                  <a:cubicBezTo>
                    <a:pt x="4370" y="4417"/>
                    <a:pt x="4227" y="5798"/>
                    <a:pt x="4358" y="7620"/>
                  </a:cubicBezTo>
                  <a:cubicBezTo>
                    <a:pt x="4358" y="7620"/>
                    <a:pt x="3096" y="6560"/>
                    <a:pt x="1525" y="5989"/>
                  </a:cubicBezTo>
                  <a:cubicBezTo>
                    <a:pt x="953" y="6584"/>
                    <a:pt x="429" y="7227"/>
                    <a:pt x="1" y="7953"/>
                  </a:cubicBezTo>
                  <a:cubicBezTo>
                    <a:pt x="524" y="8977"/>
                    <a:pt x="1715" y="10859"/>
                    <a:pt x="3703" y="11668"/>
                  </a:cubicBezTo>
                  <a:cubicBezTo>
                    <a:pt x="4814" y="12117"/>
                    <a:pt x="5522" y="12334"/>
                    <a:pt x="5992" y="12334"/>
                  </a:cubicBezTo>
                  <a:cubicBezTo>
                    <a:pt x="6707" y="12334"/>
                    <a:pt x="6877" y="11835"/>
                    <a:pt x="7085" y="10894"/>
                  </a:cubicBezTo>
                  <a:cubicBezTo>
                    <a:pt x="7418" y="9346"/>
                    <a:pt x="7656" y="0"/>
                    <a:pt x="7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6700783" y="4315953"/>
              <a:ext cx="505298" cy="350359"/>
            </a:xfrm>
            <a:custGeom>
              <a:avLst/>
              <a:gdLst/>
              <a:ahLst/>
              <a:cxnLst/>
              <a:rect l="l" t="t" r="r" b="b"/>
              <a:pathLst>
                <a:path w="7514" h="5210" extrusionOk="0">
                  <a:moveTo>
                    <a:pt x="7025" y="1"/>
                  </a:moveTo>
                  <a:cubicBezTo>
                    <a:pt x="5989" y="36"/>
                    <a:pt x="4953" y="84"/>
                    <a:pt x="3905" y="191"/>
                  </a:cubicBezTo>
                  <a:cubicBezTo>
                    <a:pt x="3989" y="1048"/>
                    <a:pt x="4084" y="1810"/>
                    <a:pt x="4191" y="2465"/>
                  </a:cubicBezTo>
                  <a:cubicBezTo>
                    <a:pt x="4191" y="2465"/>
                    <a:pt x="0" y="4025"/>
                    <a:pt x="24" y="4823"/>
                  </a:cubicBezTo>
                  <a:cubicBezTo>
                    <a:pt x="33" y="5117"/>
                    <a:pt x="718" y="5209"/>
                    <a:pt x="1571" y="5209"/>
                  </a:cubicBezTo>
                  <a:cubicBezTo>
                    <a:pt x="2993" y="5209"/>
                    <a:pt x="4882" y="4954"/>
                    <a:pt x="4882" y="4954"/>
                  </a:cubicBezTo>
                  <a:cubicBezTo>
                    <a:pt x="4882" y="4954"/>
                    <a:pt x="5254" y="5042"/>
                    <a:pt x="5693" y="5042"/>
                  </a:cubicBezTo>
                  <a:cubicBezTo>
                    <a:pt x="6492" y="5042"/>
                    <a:pt x="7513" y="4749"/>
                    <a:pt x="6906" y="3096"/>
                  </a:cubicBezTo>
                  <a:lnTo>
                    <a:pt x="7025" y="1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6920952" y="3173418"/>
              <a:ext cx="293132" cy="1155447"/>
            </a:xfrm>
            <a:custGeom>
              <a:avLst/>
              <a:gdLst/>
              <a:ahLst/>
              <a:cxnLst/>
              <a:rect l="l" t="t" r="r" b="b"/>
              <a:pathLst>
                <a:path w="4359" h="17182" extrusionOk="0">
                  <a:moveTo>
                    <a:pt x="0" y="1"/>
                  </a:moveTo>
                  <a:cubicBezTo>
                    <a:pt x="0" y="1"/>
                    <a:pt x="48" y="10895"/>
                    <a:pt x="643" y="17181"/>
                  </a:cubicBezTo>
                  <a:cubicBezTo>
                    <a:pt x="1679" y="17074"/>
                    <a:pt x="2715" y="17026"/>
                    <a:pt x="3751" y="16991"/>
                  </a:cubicBezTo>
                  <a:lnTo>
                    <a:pt x="4358" y="12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7282810" y="3163801"/>
              <a:ext cx="394272" cy="1137828"/>
            </a:xfrm>
            <a:custGeom>
              <a:avLst/>
              <a:gdLst/>
              <a:ahLst/>
              <a:cxnLst/>
              <a:rect l="l" t="t" r="r" b="b"/>
              <a:pathLst>
                <a:path w="5863" h="16920" extrusionOk="0">
                  <a:moveTo>
                    <a:pt x="4222" y="1"/>
                  </a:moveTo>
                  <a:cubicBezTo>
                    <a:pt x="2489" y="1"/>
                    <a:pt x="1" y="632"/>
                    <a:pt x="1" y="632"/>
                  </a:cubicBezTo>
                  <a:cubicBezTo>
                    <a:pt x="1" y="632"/>
                    <a:pt x="1204" y="10561"/>
                    <a:pt x="2096" y="16919"/>
                  </a:cubicBezTo>
                  <a:cubicBezTo>
                    <a:pt x="2227" y="16907"/>
                    <a:pt x="2370" y="16896"/>
                    <a:pt x="2513" y="16872"/>
                  </a:cubicBezTo>
                  <a:cubicBezTo>
                    <a:pt x="3537" y="16812"/>
                    <a:pt x="4513" y="16646"/>
                    <a:pt x="5466" y="16407"/>
                  </a:cubicBezTo>
                  <a:cubicBezTo>
                    <a:pt x="5609" y="12693"/>
                    <a:pt x="5799" y="6942"/>
                    <a:pt x="5859" y="739"/>
                  </a:cubicBezTo>
                  <a:cubicBezTo>
                    <a:pt x="5863" y="182"/>
                    <a:pt x="5151" y="1"/>
                    <a:pt x="4222" y="1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7182746" y="4267131"/>
              <a:ext cx="495749" cy="430182"/>
            </a:xfrm>
            <a:custGeom>
              <a:avLst/>
              <a:gdLst/>
              <a:ahLst/>
              <a:cxnLst/>
              <a:rect l="l" t="t" r="r" b="b"/>
              <a:pathLst>
                <a:path w="7372" h="6397" extrusionOk="0">
                  <a:moveTo>
                    <a:pt x="6954" y="0"/>
                  </a:moveTo>
                  <a:lnTo>
                    <a:pt x="6954" y="0"/>
                  </a:lnTo>
                  <a:cubicBezTo>
                    <a:pt x="6001" y="239"/>
                    <a:pt x="5025" y="405"/>
                    <a:pt x="4001" y="465"/>
                  </a:cubicBezTo>
                  <a:cubicBezTo>
                    <a:pt x="3858" y="489"/>
                    <a:pt x="3727" y="500"/>
                    <a:pt x="3584" y="512"/>
                  </a:cubicBezTo>
                  <a:cubicBezTo>
                    <a:pt x="3751" y="1727"/>
                    <a:pt x="3906" y="2810"/>
                    <a:pt x="4049" y="3668"/>
                  </a:cubicBezTo>
                  <a:cubicBezTo>
                    <a:pt x="4049" y="3668"/>
                    <a:pt x="1" y="5203"/>
                    <a:pt x="25" y="5989"/>
                  </a:cubicBezTo>
                  <a:cubicBezTo>
                    <a:pt x="34" y="6302"/>
                    <a:pt x="760" y="6397"/>
                    <a:pt x="1639" y="6397"/>
                  </a:cubicBezTo>
                  <a:cubicBezTo>
                    <a:pt x="3004" y="6397"/>
                    <a:pt x="4739" y="6168"/>
                    <a:pt x="4739" y="6168"/>
                  </a:cubicBezTo>
                  <a:cubicBezTo>
                    <a:pt x="4739" y="6168"/>
                    <a:pt x="5109" y="6256"/>
                    <a:pt x="5547" y="6256"/>
                  </a:cubicBezTo>
                  <a:cubicBezTo>
                    <a:pt x="6347" y="6256"/>
                    <a:pt x="7372" y="5962"/>
                    <a:pt x="6763" y="4299"/>
                  </a:cubicBezTo>
                  <a:cubicBezTo>
                    <a:pt x="6763" y="4299"/>
                    <a:pt x="6847" y="2679"/>
                    <a:pt x="6954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6721563" y="2832338"/>
              <a:ext cx="1147444" cy="1383550"/>
            </a:xfrm>
            <a:custGeom>
              <a:avLst/>
              <a:gdLst/>
              <a:ahLst/>
              <a:cxnLst/>
              <a:rect l="l" t="t" r="r" b="b"/>
              <a:pathLst>
                <a:path w="17063" h="20574" extrusionOk="0">
                  <a:moveTo>
                    <a:pt x="12740" y="0"/>
                  </a:moveTo>
                  <a:cubicBezTo>
                    <a:pt x="10655" y="581"/>
                    <a:pt x="8453" y="753"/>
                    <a:pt x="6294" y="753"/>
                  </a:cubicBezTo>
                  <a:cubicBezTo>
                    <a:pt x="5223" y="753"/>
                    <a:pt x="4163" y="711"/>
                    <a:pt x="3132" y="655"/>
                  </a:cubicBezTo>
                  <a:cubicBezTo>
                    <a:pt x="2953" y="1179"/>
                    <a:pt x="1" y="5073"/>
                    <a:pt x="989" y="19812"/>
                  </a:cubicBezTo>
                  <a:cubicBezTo>
                    <a:pt x="989" y="19812"/>
                    <a:pt x="4303" y="20574"/>
                    <a:pt x="8105" y="20574"/>
                  </a:cubicBezTo>
                  <a:cubicBezTo>
                    <a:pt x="10647" y="20574"/>
                    <a:pt x="13406" y="20233"/>
                    <a:pt x="15538" y="19098"/>
                  </a:cubicBezTo>
                  <a:cubicBezTo>
                    <a:pt x="17062" y="2060"/>
                    <a:pt x="12943" y="334"/>
                    <a:pt x="12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6375709" y="2450911"/>
              <a:ext cx="84934" cy="91658"/>
            </a:xfrm>
            <a:custGeom>
              <a:avLst/>
              <a:gdLst/>
              <a:ahLst/>
              <a:cxnLst/>
              <a:rect l="l" t="t" r="r" b="b"/>
              <a:pathLst>
                <a:path w="1263" h="1363" extrusionOk="0">
                  <a:moveTo>
                    <a:pt x="1221" y="0"/>
                  </a:moveTo>
                  <a:cubicBezTo>
                    <a:pt x="1215" y="0"/>
                    <a:pt x="1209" y="2"/>
                    <a:pt x="1203" y="5"/>
                  </a:cubicBezTo>
                  <a:cubicBezTo>
                    <a:pt x="1191" y="5"/>
                    <a:pt x="0" y="398"/>
                    <a:pt x="48" y="1327"/>
                  </a:cubicBezTo>
                  <a:cubicBezTo>
                    <a:pt x="48" y="1351"/>
                    <a:pt x="60" y="1362"/>
                    <a:pt x="84" y="1362"/>
                  </a:cubicBezTo>
                  <a:cubicBezTo>
                    <a:pt x="107" y="1362"/>
                    <a:pt x="119" y="1339"/>
                    <a:pt x="119" y="1315"/>
                  </a:cubicBezTo>
                  <a:cubicBezTo>
                    <a:pt x="84" y="446"/>
                    <a:pt x="1215" y="77"/>
                    <a:pt x="1227" y="77"/>
                  </a:cubicBezTo>
                  <a:cubicBezTo>
                    <a:pt x="1250" y="65"/>
                    <a:pt x="1262" y="41"/>
                    <a:pt x="1250" y="29"/>
                  </a:cubicBezTo>
                  <a:cubicBezTo>
                    <a:pt x="1250" y="11"/>
                    <a:pt x="1238" y="0"/>
                    <a:pt x="1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6754380" y="2680225"/>
              <a:ext cx="16072" cy="191386"/>
            </a:xfrm>
            <a:custGeom>
              <a:avLst/>
              <a:gdLst/>
              <a:ahLst/>
              <a:cxnLst/>
              <a:rect l="l" t="t" r="r" b="b"/>
              <a:pathLst>
                <a:path w="239" h="2846" extrusionOk="0">
                  <a:moveTo>
                    <a:pt x="203" y="0"/>
                  </a:moveTo>
                  <a:cubicBezTo>
                    <a:pt x="179" y="0"/>
                    <a:pt x="168" y="12"/>
                    <a:pt x="168" y="36"/>
                  </a:cubicBezTo>
                  <a:cubicBezTo>
                    <a:pt x="168" y="48"/>
                    <a:pt x="1" y="1715"/>
                    <a:pt x="1" y="2810"/>
                  </a:cubicBezTo>
                  <a:cubicBezTo>
                    <a:pt x="1" y="2822"/>
                    <a:pt x="13" y="2846"/>
                    <a:pt x="37" y="2846"/>
                  </a:cubicBezTo>
                  <a:cubicBezTo>
                    <a:pt x="60" y="2846"/>
                    <a:pt x="72" y="2822"/>
                    <a:pt x="72" y="2810"/>
                  </a:cubicBezTo>
                  <a:cubicBezTo>
                    <a:pt x="72" y="1715"/>
                    <a:pt x="239" y="60"/>
                    <a:pt x="239" y="48"/>
                  </a:cubicBezTo>
                  <a:cubicBezTo>
                    <a:pt x="239" y="24"/>
                    <a:pt x="227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7183553" y="4643448"/>
              <a:ext cx="461251" cy="60119"/>
            </a:xfrm>
            <a:custGeom>
              <a:avLst/>
              <a:gdLst/>
              <a:ahLst/>
              <a:cxnLst/>
              <a:rect l="l" t="t" r="r" b="b"/>
              <a:pathLst>
                <a:path w="6859" h="894" extrusionOk="0">
                  <a:moveTo>
                    <a:pt x="6859" y="0"/>
                  </a:moveTo>
                  <a:cubicBezTo>
                    <a:pt x="6050" y="215"/>
                    <a:pt x="4798" y="458"/>
                    <a:pt x="3229" y="458"/>
                  </a:cubicBezTo>
                  <a:cubicBezTo>
                    <a:pt x="2280" y="458"/>
                    <a:pt x="1214" y="369"/>
                    <a:pt x="60" y="131"/>
                  </a:cubicBezTo>
                  <a:cubicBezTo>
                    <a:pt x="1" y="358"/>
                    <a:pt x="13" y="500"/>
                    <a:pt x="13" y="500"/>
                  </a:cubicBezTo>
                  <a:cubicBezTo>
                    <a:pt x="13" y="500"/>
                    <a:pt x="382" y="893"/>
                    <a:pt x="3263" y="893"/>
                  </a:cubicBezTo>
                  <a:cubicBezTo>
                    <a:pt x="5847" y="893"/>
                    <a:pt x="6799" y="548"/>
                    <a:pt x="6799" y="548"/>
                  </a:cubicBezTo>
                  <a:cubicBezTo>
                    <a:pt x="6823" y="358"/>
                    <a:pt x="6847" y="179"/>
                    <a:pt x="6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7187588" y="4529733"/>
              <a:ext cx="301067" cy="160116"/>
            </a:xfrm>
            <a:custGeom>
              <a:avLst/>
              <a:gdLst/>
              <a:ahLst/>
              <a:cxnLst/>
              <a:rect l="l" t="t" r="r" b="b"/>
              <a:pathLst>
                <a:path w="4477" h="2381" extrusionOk="0">
                  <a:moveTo>
                    <a:pt x="3382" y="1"/>
                  </a:moveTo>
                  <a:cubicBezTo>
                    <a:pt x="3382" y="1"/>
                    <a:pt x="0" y="870"/>
                    <a:pt x="0" y="1822"/>
                  </a:cubicBezTo>
                  <a:cubicBezTo>
                    <a:pt x="0" y="2211"/>
                    <a:pt x="533" y="2380"/>
                    <a:pt x="1785" y="2380"/>
                  </a:cubicBezTo>
                  <a:cubicBezTo>
                    <a:pt x="2259" y="2380"/>
                    <a:pt x="2835" y="2356"/>
                    <a:pt x="3524" y="2310"/>
                  </a:cubicBezTo>
                  <a:lnTo>
                    <a:pt x="4477" y="2287"/>
                  </a:lnTo>
                  <a:cubicBezTo>
                    <a:pt x="4477" y="2287"/>
                    <a:pt x="4013" y="620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6701590" y="4608210"/>
              <a:ext cx="474028" cy="64894"/>
            </a:xfrm>
            <a:custGeom>
              <a:avLst/>
              <a:gdLst/>
              <a:ahLst/>
              <a:cxnLst/>
              <a:rect l="l" t="t" r="r" b="b"/>
              <a:pathLst>
                <a:path w="7049" h="965" extrusionOk="0">
                  <a:moveTo>
                    <a:pt x="7049" y="0"/>
                  </a:moveTo>
                  <a:lnTo>
                    <a:pt x="7049" y="0"/>
                  </a:lnTo>
                  <a:cubicBezTo>
                    <a:pt x="6202" y="226"/>
                    <a:pt x="4789" y="512"/>
                    <a:pt x="3059" y="512"/>
                  </a:cubicBezTo>
                  <a:cubicBezTo>
                    <a:pt x="2137" y="512"/>
                    <a:pt x="1124" y="430"/>
                    <a:pt x="60" y="215"/>
                  </a:cubicBezTo>
                  <a:cubicBezTo>
                    <a:pt x="0" y="429"/>
                    <a:pt x="12" y="572"/>
                    <a:pt x="12" y="572"/>
                  </a:cubicBezTo>
                  <a:cubicBezTo>
                    <a:pt x="12" y="572"/>
                    <a:pt x="381" y="965"/>
                    <a:pt x="3274" y="965"/>
                  </a:cubicBezTo>
                  <a:cubicBezTo>
                    <a:pt x="5846" y="965"/>
                    <a:pt x="6989" y="548"/>
                    <a:pt x="6989" y="548"/>
                  </a:cubicBezTo>
                  <a:cubicBezTo>
                    <a:pt x="7025" y="358"/>
                    <a:pt x="7037" y="179"/>
                    <a:pt x="7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6705558" y="4499337"/>
              <a:ext cx="301134" cy="160385"/>
            </a:xfrm>
            <a:custGeom>
              <a:avLst/>
              <a:gdLst/>
              <a:ahLst/>
              <a:cxnLst/>
              <a:rect l="l" t="t" r="r" b="b"/>
              <a:pathLst>
                <a:path w="4478" h="2385" extrusionOk="0">
                  <a:moveTo>
                    <a:pt x="3382" y="0"/>
                  </a:moveTo>
                  <a:cubicBezTo>
                    <a:pt x="3382" y="0"/>
                    <a:pt x="1" y="869"/>
                    <a:pt x="1" y="1834"/>
                  </a:cubicBezTo>
                  <a:cubicBezTo>
                    <a:pt x="1" y="2218"/>
                    <a:pt x="546" y="2385"/>
                    <a:pt x="1831" y="2385"/>
                  </a:cubicBezTo>
                  <a:cubicBezTo>
                    <a:pt x="2296" y="2385"/>
                    <a:pt x="2857" y="2363"/>
                    <a:pt x="3525" y="2322"/>
                  </a:cubicBezTo>
                  <a:lnTo>
                    <a:pt x="4477" y="2286"/>
                  </a:lnTo>
                  <a:cubicBezTo>
                    <a:pt x="4477" y="2286"/>
                    <a:pt x="4013" y="631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6948994" y="3223517"/>
              <a:ext cx="489226" cy="1513674"/>
            </a:xfrm>
            <a:custGeom>
              <a:avLst/>
              <a:gdLst/>
              <a:ahLst/>
              <a:cxnLst/>
              <a:rect l="l" t="t" r="r" b="b"/>
              <a:pathLst>
                <a:path w="7275" h="22509" extrusionOk="0">
                  <a:moveTo>
                    <a:pt x="3049" y="0"/>
                  </a:moveTo>
                  <a:cubicBezTo>
                    <a:pt x="2982" y="0"/>
                    <a:pt x="2915" y="2"/>
                    <a:pt x="2846" y="6"/>
                  </a:cubicBezTo>
                  <a:cubicBezTo>
                    <a:pt x="2024" y="41"/>
                    <a:pt x="1381" y="351"/>
                    <a:pt x="929" y="910"/>
                  </a:cubicBezTo>
                  <a:cubicBezTo>
                    <a:pt x="0" y="2089"/>
                    <a:pt x="322" y="3958"/>
                    <a:pt x="345" y="4030"/>
                  </a:cubicBezTo>
                  <a:cubicBezTo>
                    <a:pt x="388" y="4274"/>
                    <a:pt x="601" y="4442"/>
                    <a:pt x="832" y="4442"/>
                  </a:cubicBezTo>
                  <a:cubicBezTo>
                    <a:pt x="860" y="4442"/>
                    <a:pt x="888" y="4440"/>
                    <a:pt x="917" y="4435"/>
                  </a:cubicBezTo>
                  <a:cubicBezTo>
                    <a:pt x="1191" y="4387"/>
                    <a:pt x="1381" y="4125"/>
                    <a:pt x="1322" y="3851"/>
                  </a:cubicBezTo>
                  <a:cubicBezTo>
                    <a:pt x="1322" y="3839"/>
                    <a:pt x="1072" y="2351"/>
                    <a:pt x="1715" y="1530"/>
                  </a:cubicBezTo>
                  <a:cubicBezTo>
                    <a:pt x="1988" y="1196"/>
                    <a:pt x="2369" y="1030"/>
                    <a:pt x="2893" y="1006"/>
                  </a:cubicBezTo>
                  <a:cubicBezTo>
                    <a:pt x="2950" y="1002"/>
                    <a:pt x="3006" y="1001"/>
                    <a:pt x="3060" y="1001"/>
                  </a:cubicBezTo>
                  <a:cubicBezTo>
                    <a:pt x="3586" y="1001"/>
                    <a:pt x="3996" y="1157"/>
                    <a:pt x="4298" y="1470"/>
                  </a:cubicBezTo>
                  <a:cubicBezTo>
                    <a:pt x="5060" y="2232"/>
                    <a:pt x="4989" y="3673"/>
                    <a:pt x="4989" y="3685"/>
                  </a:cubicBezTo>
                  <a:cubicBezTo>
                    <a:pt x="4989" y="3708"/>
                    <a:pt x="4989" y="3732"/>
                    <a:pt x="4989" y="3756"/>
                  </a:cubicBezTo>
                  <a:lnTo>
                    <a:pt x="6251" y="22044"/>
                  </a:lnTo>
                  <a:cubicBezTo>
                    <a:pt x="6275" y="22306"/>
                    <a:pt x="6489" y="22508"/>
                    <a:pt x="6751" y="22508"/>
                  </a:cubicBezTo>
                  <a:lnTo>
                    <a:pt x="6787" y="22508"/>
                  </a:lnTo>
                  <a:cubicBezTo>
                    <a:pt x="7060" y="22496"/>
                    <a:pt x="7275" y="22258"/>
                    <a:pt x="7251" y="21973"/>
                  </a:cubicBezTo>
                  <a:lnTo>
                    <a:pt x="6001" y="3708"/>
                  </a:lnTo>
                  <a:cubicBezTo>
                    <a:pt x="6001" y="3447"/>
                    <a:pt x="6025" y="1780"/>
                    <a:pt x="5013" y="768"/>
                  </a:cubicBezTo>
                  <a:cubicBezTo>
                    <a:pt x="4507" y="262"/>
                    <a:pt x="3850" y="0"/>
                    <a:pt x="30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7111531" y="2823798"/>
              <a:ext cx="640465" cy="553581"/>
            </a:xfrm>
            <a:custGeom>
              <a:avLst/>
              <a:gdLst/>
              <a:ahLst/>
              <a:cxnLst/>
              <a:rect l="l" t="t" r="r" b="b"/>
              <a:pathLst>
                <a:path w="9524" h="8232" extrusionOk="0">
                  <a:moveTo>
                    <a:pt x="7622" y="1"/>
                  </a:moveTo>
                  <a:cubicBezTo>
                    <a:pt x="7398" y="1"/>
                    <a:pt x="7164" y="43"/>
                    <a:pt x="6929" y="127"/>
                  </a:cubicBezTo>
                  <a:cubicBezTo>
                    <a:pt x="4751" y="2032"/>
                    <a:pt x="2191" y="5176"/>
                    <a:pt x="2191" y="5176"/>
                  </a:cubicBezTo>
                  <a:cubicBezTo>
                    <a:pt x="2191" y="5176"/>
                    <a:pt x="583" y="5319"/>
                    <a:pt x="405" y="5723"/>
                  </a:cubicBezTo>
                  <a:cubicBezTo>
                    <a:pt x="301" y="5968"/>
                    <a:pt x="627" y="6014"/>
                    <a:pt x="887" y="6014"/>
                  </a:cubicBezTo>
                  <a:cubicBezTo>
                    <a:pt x="1045" y="6014"/>
                    <a:pt x="1179" y="5997"/>
                    <a:pt x="1179" y="5997"/>
                  </a:cubicBezTo>
                  <a:lnTo>
                    <a:pt x="1179" y="5997"/>
                  </a:lnTo>
                  <a:cubicBezTo>
                    <a:pt x="1179" y="5997"/>
                    <a:pt x="0" y="6581"/>
                    <a:pt x="191" y="6878"/>
                  </a:cubicBezTo>
                  <a:cubicBezTo>
                    <a:pt x="283" y="7014"/>
                    <a:pt x="416" y="7050"/>
                    <a:pt x="535" y="7050"/>
                  </a:cubicBezTo>
                  <a:cubicBezTo>
                    <a:pt x="677" y="7050"/>
                    <a:pt x="798" y="6997"/>
                    <a:pt x="798" y="6997"/>
                  </a:cubicBezTo>
                  <a:lnTo>
                    <a:pt x="798" y="6997"/>
                  </a:lnTo>
                  <a:cubicBezTo>
                    <a:pt x="797" y="6998"/>
                    <a:pt x="322" y="7224"/>
                    <a:pt x="703" y="7545"/>
                  </a:cubicBezTo>
                  <a:cubicBezTo>
                    <a:pt x="763" y="7590"/>
                    <a:pt x="819" y="7606"/>
                    <a:pt x="868" y="7606"/>
                  </a:cubicBezTo>
                  <a:cubicBezTo>
                    <a:pt x="970" y="7606"/>
                    <a:pt x="1043" y="7535"/>
                    <a:pt x="1071" y="7502"/>
                  </a:cubicBezTo>
                  <a:lnTo>
                    <a:pt x="1071" y="7502"/>
                  </a:lnTo>
                  <a:cubicBezTo>
                    <a:pt x="1026" y="7562"/>
                    <a:pt x="891" y="7776"/>
                    <a:pt x="1084" y="7938"/>
                  </a:cubicBezTo>
                  <a:cubicBezTo>
                    <a:pt x="1143" y="7991"/>
                    <a:pt x="1201" y="8010"/>
                    <a:pt x="1255" y="8010"/>
                  </a:cubicBezTo>
                  <a:cubicBezTo>
                    <a:pt x="1395" y="8010"/>
                    <a:pt x="1506" y="7878"/>
                    <a:pt x="1522" y="7857"/>
                  </a:cubicBezTo>
                  <a:lnTo>
                    <a:pt x="1522" y="7857"/>
                  </a:lnTo>
                  <a:cubicBezTo>
                    <a:pt x="1506" y="7879"/>
                    <a:pt x="1412" y="8024"/>
                    <a:pt x="1643" y="8200"/>
                  </a:cubicBezTo>
                  <a:cubicBezTo>
                    <a:pt x="1673" y="8222"/>
                    <a:pt x="1711" y="8232"/>
                    <a:pt x="1755" y="8232"/>
                  </a:cubicBezTo>
                  <a:cubicBezTo>
                    <a:pt x="2096" y="8232"/>
                    <a:pt x="2820" y="7621"/>
                    <a:pt x="3358" y="7009"/>
                  </a:cubicBezTo>
                  <a:cubicBezTo>
                    <a:pt x="3358" y="7009"/>
                    <a:pt x="6620" y="4628"/>
                    <a:pt x="9061" y="2842"/>
                  </a:cubicBezTo>
                  <a:cubicBezTo>
                    <a:pt x="9523" y="961"/>
                    <a:pt x="8692" y="1"/>
                    <a:pt x="762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316501" y="1829544"/>
              <a:ext cx="353991" cy="270469"/>
            </a:xfrm>
            <a:custGeom>
              <a:avLst/>
              <a:gdLst/>
              <a:ahLst/>
              <a:cxnLst/>
              <a:rect l="l" t="t" r="r" b="b"/>
              <a:pathLst>
                <a:path w="5264" h="4022" extrusionOk="0">
                  <a:moveTo>
                    <a:pt x="4268" y="0"/>
                  </a:moveTo>
                  <a:cubicBezTo>
                    <a:pt x="4243" y="0"/>
                    <a:pt x="4217" y="2"/>
                    <a:pt x="4191" y="6"/>
                  </a:cubicBezTo>
                  <a:cubicBezTo>
                    <a:pt x="3453" y="113"/>
                    <a:pt x="786" y="1196"/>
                    <a:pt x="857" y="1732"/>
                  </a:cubicBezTo>
                  <a:cubicBezTo>
                    <a:pt x="857" y="1732"/>
                    <a:pt x="0" y="3173"/>
                    <a:pt x="1345" y="3792"/>
                  </a:cubicBezTo>
                  <a:cubicBezTo>
                    <a:pt x="1691" y="3950"/>
                    <a:pt x="2078" y="4022"/>
                    <a:pt x="2467" y="4022"/>
                  </a:cubicBezTo>
                  <a:cubicBezTo>
                    <a:pt x="3605" y="4022"/>
                    <a:pt x="4764" y="3405"/>
                    <a:pt x="4977" y="2518"/>
                  </a:cubicBezTo>
                  <a:cubicBezTo>
                    <a:pt x="5264" y="1370"/>
                    <a:pt x="4953" y="0"/>
                    <a:pt x="42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6699976" y="1326263"/>
              <a:ext cx="1020077" cy="735620"/>
            </a:xfrm>
            <a:custGeom>
              <a:avLst/>
              <a:gdLst/>
              <a:ahLst/>
              <a:cxnLst/>
              <a:rect l="l" t="t" r="r" b="b"/>
              <a:pathLst>
                <a:path w="15169" h="10939" extrusionOk="0">
                  <a:moveTo>
                    <a:pt x="6717" y="1"/>
                  </a:moveTo>
                  <a:cubicBezTo>
                    <a:pt x="4563" y="1"/>
                    <a:pt x="2535" y="259"/>
                    <a:pt x="1465" y="858"/>
                  </a:cubicBezTo>
                  <a:cubicBezTo>
                    <a:pt x="1465" y="858"/>
                    <a:pt x="774" y="2870"/>
                    <a:pt x="393" y="4263"/>
                  </a:cubicBezTo>
                  <a:cubicBezTo>
                    <a:pt x="0" y="5668"/>
                    <a:pt x="2084" y="8680"/>
                    <a:pt x="2810" y="9240"/>
                  </a:cubicBezTo>
                  <a:cubicBezTo>
                    <a:pt x="3361" y="9663"/>
                    <a:pt x="6113" y="10938"/>
                    <a:pt x="8852" y="10938"/>
                  </a:cubicBezTo>
                  <a:cubicBezTo>
                    <a:pt x="11440" y="10938"/>
                    <a:pt x="14016" y="9800"/>
                    <a:pt x="14716" y="5728"/>
                  </a:cubicBezTo>
                  <a:cubicBezTo>
                    <a:pt x="14966" y="4275"/>
                    <a:pt x="15169" y="3477"/>
                    <a:pt x="14728" y="1846"/>
                  </a:cubicBezTo>
                  <a:cubicBezTo>
                    <a:pt x="14428" y="751"/>
                    <a:pt x="10389" y="1"/>
                    <a:pt x="671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444608" y="1747636"/>
              <a:ext cx="187284" cy="212031"/>
            </a:xfrm>
            <a:custGeom>
              <a:avLst/>
              <a:gdLst/>
              <a:ahLst/>
              <a:cxnLst/>
              <a:rect l="l" t="t" r="r" b="b"/>
              <a:pathLst>
                <a:path w="2785" h="3153" extrusionOk="0">
                  <a:moveTo>
                    <a:pt x="1383" y="0"/>
                  </a:moveTo>
                  <a:cubicBezTo>
                    <a:pt x="1037" y="0"/>
                    <a:pt x="762" y="81"/>
                    <a:pt x="762" y="81"/>
                  </a:cubicBezTo>
                  <a:lnTo>
                    <a:pt x="0" y="2212"/>
                  </a:lnTo>
                  <a:cubicBezTo>
                    <a:pt x="264" y="2815"/>
                    <a:pt x="848" y="3152"/>
                    <a:pt x="1412" y="3152"/>
                  </a:cubicBezTo>
                  <a:cubicBezTo>
                    <a:pt x="2096" y="3152"/>
                    <a:pt x="2749" y="2656"/>
                    <a:pt x="2762" y="1533"/>
                  </a:cubicBezTo>
                  <a:cubicBezTo>
                    <a:pt x="2785" y="238"/>
                    <a:pt x="1979" y="0"/>
                    <a:pt x="1383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6789617" y="1225123"/>
              <a:ext cx="815174" cy="858616"/>
            </a:xfrm>
            <a:custGeom>
              <a:avLst/>
              <a:gdLst/>
              <a:ahLst/>
              <a:cxnLst/>
              <a:rect l="l" t="t" r="r" b="b"/>
              <a:pathLst>
                <a:path w="12122" h="12768" extrusionOk="0">
                  <a:moveTo>
                    <a:pt x="4638" y="0"/>
                  </a:moveTo>
                  <a:cubicBezTo>
                    <a:pt x="2804" y="0"/>
                    <a:pt x="1287" y="638"/>
                    <a:pt x="620" y="2350"/>
                  </a:cubicBezTo>
                  <a:cubicBezTo>
                    <a:pt x="620" y="2350"/>
                    <a:pt x="346" y="4755"/>
                    <a:pt x="156" y="7613"/>
                  </a:cubicBezTo>
                  <a:cubicBezTo>
                    <a:pt x="1" y="9923"/>
                    <a:pt x="1060" y="12268"/>
                    <a:pt x="4513" y="12673"/>
                  </a:cubicBezTo>
                  <a:cubicBezTo>
                    <a:pt x="5023" y="12735"/>
                    <a:pt x="5499" y="12767"/>
                    <a:pt x="5944" y="12767"/>
                  </a:cubicBezTo>
                  <a:cubicBezTo>
                    <a:pt x="8587" y="12767"/>
                    <a:pt x="10133" y="11609"/>
                    <a:pt x="11050" y="8470"/>
                  </a:cubicBezTo>
                  <a:cubicBezTo>
                    <a:pt x="12121" y="4803"/>
                    <a:pt x="11740" y="1719"/>
                    <a:pt x="8418" y="671"/>
                  </a:cubicBezTo>
                  <a:cubicBezTo>
                    <a:pt x="7121" y="262"/>
                    <a:pt x="5814" y="0"/>
                    <a:pt x="4638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7084296" y="1817372"/>
              <a:ext cx="88901" cy="39004"/>
            </a:xfrm>
            <a:custGeom>
              <a:avLst/>
              <a:gdLst/>
              <a:ahLst/>
              <a:cxnLst/>
              <a:rect l="l" t="t" r="r" b="b"/>
              <a:pathLst>
                <a:path w="1322" h="580" extrusionOk="0">
                  <a:moveTo>
                    <a:pt x="1269" y="0"/>
                  </a:moveTo>
                  <a:cubicBezTo>
                    <a:pt x="1257" y="0"/>
                    <a:pt x="1245" y="6"/>
                    <a:pt x="1238" y="20"/>
                  </a:cubicBezTo>
                  <a:cubicBezTo>
                    <a:pt x="1020" y="407"/>
                    <a:pt x="719" y="503"/>
                    <a:pt x="478" y="503"/>
                  </a:cubicBezTo>
                  <a:cubicBezTo>
                    <a:pt x="259" y="503"/>
                    <a:pt x="89" y="424"/>
                    <a:pt x="72" y="413"/>
                  </a:cubicBezTo>
                  <a:cubicBezTo>
                    <a:pt x="68" y="410"/>
                    <a:pt x="64" y="408"/>
                    <a:pt x="58" y="408"/>
                  </a:cubicBezTo>
                  <a:cubicBezTo>
                    <a:pt x="42" y="408"/>
                    <a:pt x="21" y="419"/>
                    <a:pt x="12" y="437"/>
                  </a:cubicBezTo>
                  <a:cubicBezTo>
                    <a:pt x="0" y="461"/>
                    <a:pt x="12" y="485"/>
                    <a:pt x="36" y="496"/>
                  </a:cubicBezTo>
                  <a:cubicBezTo>
                    <a:pt x="36" y="496"/>
                    <a:pt x="238" y="580"/>
                    <a:pt x="476" y="580"/>
                  </a:cubicBezTo>
                  <a:cubicBezTo>
                    <a:pt x="750" y="580"/>
                    <a:pt x="1084" y="485"/>
                    <a:pt x="1310" y="68"/>
                  </a:cubicBezTo>
                  <a:cubicBezTo>
                    <a:pt x="1322" y="44"/>
                    <a:pt x="1310" y="20"/>
                    <a:pt x="1298" y="8"/>
                  </a:cubicBezTo>
                  <a:cubicBezTo>
                    <a:pt x="1288" y="3"/>
                    <a:pt x="1278" y="0"/>
                    <a:pt x="1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7097880" y="1345496"/>
              <a:ext cx="1681" cy="2488"/>
            </a:xfrm>
            <a:custGeom>
              <a:avLst/>
              <a:gdLst/>
              <a:ahLst/>
              <a:cxnLst/>
              <a:rect l="l" t="t" r="r" b="b"/>
              <a:pathLst>
                <a:path w="25" h="37" extrusionOk="0">
                  <a:moveTo>
                    <a:pt x="1" y="36"/>
                  </a:moveTo>
                  <a:cubicBezTo>
                    <a:pt x="13" y="13"/>
                    <a:pt x="24" y="1"/>
                    <a:pt x="24" y="1"/>
                  </a:cubicBezTo>
                  <a:cubicBezTo>
                    <a:pt x="24" y="1"/>
                    <a:pt x="13" y="13"/>
                    <a:pt x="1" y="36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274808" y="1541388"/>
              <a:ext cx="169060" cy="125080"/>
            </a:xfrm>
            <a:custGeom>
              <a:avLst/>
              <a:gdLst/>
              <a:ahLst/>
              <a:cxnLst/>
              <a:rect l="l" t="t" r="r" b="b"/>
              <a:pathLst>
                <a:path w="2514" h="1860" extrusionOk="0">
                  <a:moveTo>
                    <a:pt x="550" y="1"/>
                  </a:moveTo>
                  <a:cubicBezTo>
                    <a:pt x="356" y="1"/>
                    <a:pt x="238" y="106"/>
                    <a:pt x="156" y="255"/>
                  </a:cubicBezTo>
                  <a:cubicBezTo>
                    <a:pt x="1" y="540"/>
                    <a:pt x="191" y="993"/>
                    <a:pt x="703" y="1374"/>
                  </a:cubicBezTo>
                  <a:cubicBezTo>
                    <a:pt x="1123" y="1683"/>
                    <a:pt x="1448" y="1860"/>
                    <a:pt x="1699" y="1860"/>
                  </a:cubicBezTo>
                  <a:cubicBezTo>
                    <a:pt x="1825" y="1860"/>
                    <a:pt x="1933" y="1815"/>
                    <a:pt x="2025" y="1719"/>
                  </a:cubicBezTo>
                  <a:cubicBezTo>
                    <a:pt x="2025" y="1719"/>
                    <a:pt x="2513" y="1231"/>
                    <a:pt x="1596" y="529"/>
                  </a:cubicBezTo>
                  <a:cubicBezTo>
                    <a:pt x="1103" y="144"/>
                    <a:pt x="775" y="1"/>
                    <a:pt x="55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6864127" y="1500703"/>
              <a:ext cx="175381" cy="98249"/>
            </a:xfrm>
            <a:custGeom>
              <a:avLst/>
              <a:gdLst/>
              <a:ahLst/>
              <a:cxnLst/>
              <a:rect l="l" t="t" r="r" b="b"/>
              <a:pathLst>
                <a:path w="2608" h="1461" extrusionOk="0">
                  <a:moveTo>
                    <a:pt x="2004" y="1"/>
                  </a:moveTo>
                  <a:cubicBezTo>
                    <a:pt x="1791" y="1"/>
                    <a:pt x="1498" y="57"/>
                    <a:pt x="1095" y="193"/>
                  </a:cubicBezTo>
                  <a:cubicBezTo>
                    <a:pt x="0" y="574"/>
                    <a:pt x="310" y="1193"/>
                    <a:pt x="310" y="1193"/>
                  </a:cubicBezTo>
                  <a:cubicBezTo>
                    <a:pt x="393" y="1378"/>
                    <a:pt x="564" y="1461"/>
                    <a:pt x="820" y="1461"/>
                  </a:cubicBezTo>
                  <a:cubicBezTo>
                    <a:pt x="1041" y="1461"/>
                    <a:pt x="1324" y="1399"/>
                    <a:pt x="1667" y="1288"/>
                  </a:cubicBezTo>
                  <a:cubicBezTo>
                    <a:pt x="2274" y="1086"/>
                    <a:pt x="2607" y="717"/>
                    <a:pt x="2548" y="395"/>
                  </a:cubicBezTo>
                  <a:cubicBezTo>
                    <a:pt x="2503" y="169"/>
                    <a:pt x="2372" y="1"/>
                    <a:pt x="2004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461420" y="1787514"/>
              <a:ext cx="149760" cy="115329"/>
            </a:xfrm>
            <a:custGeom>
              <a:avLst/>
              <a:gdLst/>
              <a:ahLst/>
              <a:cxnLst/>
              <a:rect l="l" t="t" r="r" b="b"/>
              <a:pathLst>
                <a:path w="2227" h="1715" extrusionOk="0">
                  <a:moveTo>
                    <a:pt x="1315" y="1"/>
                  </a:moveTo>
                  <a:cubicBezTo>
                    <a:pt x="1140" y="1"/>
                    <a:pt x="960" y="53"/>
                    <a:pt x="774" y="167"/>
                  </a:cubicBezTo>
                  <a:cubicBezTo>
                    <a:pt x="0" y="607"/>
                    <a:pt x="405" y="1679"/>
                    <a:pt x="405" y="1691"/>
                  </a:cubicBezTo>
                  <a:cubicBezTo>
                    <a:pt x="417" y="1714"/>
                    <a:pt x="429" y="1714"/>
                    <a:pt x="441" y="1714"/>
                  </a:cubicBezTo>
                  <a:lnTo>
                    <a:pt x="464" y="1714"/>
                  </a:lnTo>
                  <a:cubicBezTo>
                    <a:pt x="476" y="1714"/>
                    <a:pt x="488" y="1691"/>
                    <a:pt x="488" y="1667"/>
                  </a:cubicBezTo>
                  <a:cubicBezTo>
                    <a:pt x="476" y="1655"/>
                    <a:pt x="107" y="643"/>
                    <a:pt x="822" y="238"/>
                  </a:cubicBezTo>
                  <a:cubicBezTo>
                    <a:pt x="996" y="130"/>
                    <a:pt x="1165" y="80"/>
                    <a:pt x="1328" y="80"/>
                  </a:cubicBezTo>
                  <a:cubicBezTo>
                    <a:pt x="1399" y="80"/>
                    <a:pt x="1468" y="89"/>
                    <a:pt x="1536" y="107"/>
                  </a:cubicBezTo>
                  <a:cubicBezTo>
                    <a:pt x="1929" y="226"/>
                    <a:pt x="2143" y="619"/>
                    <a:pt x="2143" y="619"/>
                  </a:cubicBezTo>
                  <a:cubicBezTo>
                    <a:pt x="2150" y="633"/>
                    <a:pt x="2161" y="639"/>
                    <a:pt x="2172" y="639"/>
                  </a:cubicBezTo>
                  <a:cubicBezTo>
                    <a:pt x="2179" y="639"/>
                    <a:pt x="2186" y="636"/>
                    <a:pt x="2191" y="631"/>
                  </a:cubicBezTo>
                  <a:cubicBezTo>
                    <a:pt x="2215" y="619"/>
                    <a:pt x="2227" y="595"/>
                    <a:pt x="2215" y="583"/>
                  </a:cubicBezTo>
                  <a:cubicBezTo>
                    <a:pt x="2203" y="559"/>
                    <a:pt x="1988" y="155"/>
                    <a:pt x="1560" y="36"/>
                  </a:cubicBezTo>
                  <a:cubicBezTo>
                    <a:pt x="1479" y="13"/>
                    <a:pt x="1398" y="1"/>
                    <a:pt x="13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482199" y="1830418"/>
              <a:ext cx="83320" cy="23604"/>
            </a:xfrm>
            <a:custGeom>
              <a:avLst/>
              <a:gdLst/>
              <a:ahLst/>
              <a:cxnLst/>
              <a:rect l="l" t="t" r="r" b="b"/>
              <a:pathLst>
                <a:path w="1239" h="351" extrusionOk="0">
                  <a:moveTo>
                    <a:pt x="522" y="1"/>
                  </a:moveTo>
                  <a:cubicBezTo>
                    <a:pt x="359" y="1"/>
                    <a:pt x="186" y="51"/>
                    <a:pt x="24" y="195"/>
                  </a:cubicBezTo>
                  <a:cubicBezTo>
                    <a:pt x="1" y="219"/>
                    <a:pt x="1" y="243"/>
                    <a:pt x="13" y="255"/>
                  </a:cubicBezTo>
                  <a:cubicBezTo>
                    <a:pt x="24" y="267"/>
                    <a:pt x="36" y="273"/>
                    <a:pt x="47" y="273"/>
                  </a:cubicBezTo>
                  <a:cubicBezTo>
                    <a:pt x="57" y="273"/>
                    <a:pt x="66" y="267"/>
                    <a:pt x="72" y="255"/>
                  </a:cubicBezTo>
                  <a:cubicBezTo>
                    <a:pt x="218" y="127"/>
                    <a:pt x="375" y="82"/>
                    <a:pt x="522" y="82"/>
                  </a:cubicBezTo>
                  <a:cubicBezTo>
                    <a:pt x="869" y="82"/>
                    <a:pt x="1167" y="330"/>
                    <a:pt x="1167" y="338"/>
                  </a:cubicBezTo>
                  <a:cubicBezTo>
                    <a:pt x="1179" y="350"/>
                    <a:pt x="1191" y="350"/>
                    <a:pt x="1191" y="350"/>
                  </a:cubicBezTo>
                  <a:cubicBezTo>
                    <a:pt x="1203" y="350"/>
                    <a:pt x="1215" y="338"/>
                    <a:pt x="1227" y="326"/>
                  </a:cubicBezTo>
                  <a:cubicBezTo>
                    <a:pt x="1239" y="314"/>
                    <a:pt x="1239" y="291"/>
                    <a:pt x="1227" y="279"/>
                  </a:cubicBezTo>
                  <a:cubicBezTo>
                    <a:pt x="1219" y="270"/>
                    <a:pt x="897" y="1"/>
                    <a:pt x="5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060288" y="1508033"/>
              <a:ext cx="116136" cy="279481"/>
            </a:xfrm>
            <a:custGeom>
              <a:avLst/>
              <a:gdLst/>
              <a:ahLst/>
              <a:cxnLst/>
              <a:rect l="l" t="t" r="r" b="b"/>
              <a:pathLst>
                <a:path w="1727" h="4156" extrusionOk="0">
                  <a:moveTo>
                    <a:pt x="1679" y="1"/>
                  </a:moveTo>
                  <a:cubicBezTo>
                    <a:pt x="1655" y="1"/>
                    <a:pt x="1631" y="24"/>
                    <a:pt x="1631" y="48"/>
                  </a:cubicBezTo>
                  <a:cubicBezTo>
                    <a:pt x="1643" y="763"/>
                    <a:pt x="1619" y="2679"/>
                    <a:pt x="1453" y="2906"/>
                  </a:cubicBezTo>
                  <a:cubicBezTo>
                    <a:pt x="1396" y="2983"/>
                    <a:pt x="1318" y="3023"/>
                    <a:pt x="1220" y="3023"/>
                  </a:cubicBezTo>
                  <a:cubicBezTo>
                    <a:pt x="1094" y="3023"/>
                    <a:pt x="933" y="2957"/>
                    <a:pt x="738" y="2822"/>
                  </a:cubicBezTo>
                  <a:cubicBezTo>
                    <a:pt x="726" y="2822"/>
                    <a:pt x="714" y="2810"/>
                    <a:pt x="714" y="2810"/>
                  </a:cubicBezTo>
                  <a:cubicBezTo>
                    <a:pt x="630" y="2760"/>
                    <a:pt x="551" y="2736"/>
                    <a:pt x="477" y="2736"/>
                  </a:cubicBezTo>
                  <a:cubicBezTo>
                    <a:pt x="395" y="2736"/>
                    <a:pt x="319" y="2766"/>
                    <a:pt x="250" y="2822"/>
                  </a:cubicBezTo>
                  <a:cubicBezTo>
                    <a:pt x="60" y="2977"/>
                    <a:pt x="0" y="3358"/>
                    <a:pt x="107" y="3632"/>
                  </a:cubicBezTo>
                  <a:cubicBezTo>
                    <a:pt x="250" y="3965"/>
                    <a:pt x="572" y="4144"/>
                    <a:pt x="595" y="4156"/>
                  </a:cubicBezTo>
                  <a:lnTo>
                    <a:pt x="607" y="4156"/>
                  </a:lnTo>
                  <a:cubicBezTo>
                    <a:pt x="619" y="4156"/>
                    <a:pt x="643" y="4144"/>
                    <a:pt x="643" y="4132"/>
                  </a:cubicBezTo>
                  <a:cubicBezTo>
                    <a:pt x="655" y="4120"/>
                    <a:pt x="655" y="4084"/>
                    <a:pt x="631" y="4084"/>
                  </a:cubicBezTo>
                  <a:cubicBezTo>
                    <a:pt x="631" y="4073"/>
                    <a:pt x="310" y="3906"/>
                    <a:pt x="179" y="3596"/>
                  </a:cubicBezTo>
                  <a:cubicBezTo>
                    <a:pt x="83" y="3358"/>
                    <a:pt x="143" y="3025"/>
                    <a:pt x="310" y="2882"/>
                  </a:cubicBezTo>
                  <a:cubicBezTo>
                    <a:pt x="357" y="2840"/>
                    <a:pt x="411" y="2819"/>
                    <a:pt x="470" y="2819"/>
                  </a:cubicBezTo>
                  <a:cubicBezTo>
                    <a:pt x="530" y="2819"/>
                    <a:pt x="595" y="2840"/>
                    <a:pt x="667" y="2882"/>
                  </a:cubicBezTo>
                  <a:cubicBezTo>
                    <a:pt x="667" y="2882"/>
                    <a:pt x="679" y="2894"/>
                    <a:pt x="691" y="2894"/>
                  </a:cubicBezTo>
                  <a:cubicBezTo>
                    <a:pt x="915" y="3051"/>
                    <a:pt x="1086" y="3107"/>
                    <a:pt x="1217" y="3107"/>
                  </a:cubicBezTo>
                  <a:cubicBezTo>
                    <a:pt x="1364" y="3107"/>
                    <a:pt x="1461" y="3035"/>
                    <a:pt x="1524" y="2953"/>
                  </a:cubicBezTo>
                  <a:cubicBezTo>
                    <a:pt x="1726" y="2668"/>
                    <a:pt x="1715" y="310"/>
                    <a:pt x="1715" y="48"/>
                  </a:cubicBezTo>
                  <a:cubicBezTo>
                    <a:pt x="1715" y="24"/>
                    <a:pt x="1703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241991" y="1811656"/>
              <a:ext cx="186612" cy="98181"/>
            </a:xfrm>
            <a:custGeom>
              <a:avLst/>
              <a:gdLst/>
              <a:ahLst/>
              <a:cxnLst/>
              <a:rect l="l" t="t" r="r" b="b"/>
              <a:pathLst>
                <a:path w="2775" h="1460" extrusionOk="0">
                  <a:moveTo>
                    <a:pt x="1608" y="1"/>
                  </a:moveTo>
                  <a:cubicBezTo>
                    <a:pt x="1504" y="1"/>
                    <a:pt x="1396" y="8"/>
                    <a:pt x="1287" y="22"/>
                  </a:cubicBezTo>
                  <a:cubicBezTo>
                    <a:pt x="548" y="117"/>
                    <a:pt x="1" y="510"/>
                    <a:pt x="48" y="903"/>
                  </a:cubicBezTo>
                  <a:cubicBezTo>
                    <a:pt x="89" y="1237"/>
                    <a:pt x="561" y="1460"/>
                    <a:pt x="1156" y="1460"/>
                  </a:cubicBezTo>
                  <a:cubicBezTo>
                    <a:pt x="1260" y="1460"/>
                    <a:pt x="1367" y="1453"/>
                    <a:pt x="1477" y="1439"/>
                  </a:cubicBezTo>
                  <a:cubicBezTo>
                    <a:pt x="2215" y="1343"/>
                    <a:pt x="2775" y="951"/>
                    <a:pt x="2715" y="558"/>
                  </a:cubicBezTo>
                  <a:cubicBezTo>
                    <a:pt x="2675" y="223"/>
                    <a:pt x="2203" y="1"/>
                    <a:pt x="1608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6840053" y="1771778"/>
              <a:ext cx="189033" cy="107327"/>
            </a:xfrm>
            <a:custGeom>
              <a:avLst/>
              <a:gdLst/>
              <a:ahLst/>
              <a:cxnLst/>
              <a:rect l="l" t="t" r="r" b="b"/>
              <a:pathLst>
                <a:path w="2811" h="1596" extrusionOk="0">
                  <a:moveTo>
                    <a:pt x="930" y="1"/>
                  </a:moveTo>
                  <a:cubicBezTo>
                    <a:pt x="519" y="1"/>
                    <a:pt x="198" y="138"/>
                    <a:pt x="120" y="389"/>
                  </a:cubicBezTo>
                  <a:cubicBezTo>
                    <a:pt x="1" y="770"/>
                    <a:pt x="477" y="1258"/>
                    <a:pt x="1191" y="1484"/>
                  </a:cubicBezTo>
                  <a:cubicBezTo>
                    <a:pt x="1426" y="1559"/>
                    <a:pt x="1657" y="1595"/>
                    <a:pt x="1866" y="1595"/>
                  </a:cubicBezTo>
                  <a:cubicBezTo>
                    <a:pt x="2284" y="1595"/>
                    <a:pt x="2612" y="1452"/>
                    <a:pt x="2692" y="1198"/>
                  </a:cubicBezTo>
                  <a:cubicBezTo>
                    <a:pt x="2811" y="829"/>
                    <a:pt x="2334" y="341"/>
                    <a:pt x="1620" y="115"/>
                  </a:cubicBezTo>
                  <a:cubicBezTo>
                    <a:pt x="1380" y="37"/>
                    <a:pt x="1143" y="1"/>
                    <a:pt x="930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6723984" y="1180605"/>
              <a:ext cx="976904" cy="570730"/>
            </a:xfrm>
            <a:custGeom>
              <a:avLst/>
              <a:gdLst/>
              <a:ahLst/>
              <a:cxnLst/>
              <a:rect l="l" t="t" r="r" b="b"/>
              <a:pathLst>
                <a:path w="14527" h="8487" extrusionOk="0">
                  <a:moveTo>
                    <a:pt x="6743" y="0"/>
                  </a:moveTo>
                  <a:cubicBezTo>
                    <a:pt x="4581" y="0"/>
                    <a:pt x="2696" y="877"/>
                    <a:pt x="1822" y="1774"/>
                  </a:cubicBezTo>
                  <a:cubicBezTo>
                    <a:pt x="512" y="3119"/>
                    <a:pt x="0" y="7382"/>
                    <a:pt x="620" y="7763"/>
                  </a:cubicBezTo>
                  <a:cubicBezTo>
                    <a:pt x="643" y="7777"/>
                    <a:pt x="677" y="7784"/>
                    <a:pt x="721" y="7784"/>
                  </a:cubicBezTo>
                  <a:cubicBezTo>
                    <a:pt x="1618" y="7784"/>
                    <a:pt x="6619" y="4902"/>
                    <a:pt x="8775" y="3858"/>
                  </a:cubicBezTo>
                  <a:cubicBezTo>
                    <a:pt x="8886" y="3804"/>
                    <a:pt x="9003" y="3778"/>
                    <a:pt x="9117" y="3778"/>
                  </a:cubicBezTo>
                  <a:cubicBezTo>
                    <a:pt x="9456" y="3778"/>
                    <a:pt x="9779" y="4001"/>
                    <a:pt x="9895" y="4358"/>
                  </a:cubicBezTo>
                  <a:cubicBezTo>
                    <a:pt x="10561" y="6477"/>
                    <a:pt x="11514" y="7656"/>
                    <a:pt x="12192" y="8275"/>
                  </a:cubicBezTo>
                  <a:cubicBezTo>
                    <a:pt x="12351" y="8419"/>
                    <a:pt x="12543" y="8487"/>
                    <a:pt x="12734" y="8487"/>
                  </a:cubicBezTo>
                  <a:cubicBezTo>
                    <a:pt x="13031" y="8487"/>
                    <a:pt x="13321" y="8322"/>
                    <a:pt x="13466" y="8025"/>
                  </a:cubicBezTo>
                  <a:cubicBezTo>
                    <a:pt x="13919" y="7048"/>
                    <a:pt x="14526" y="5393"/>
                    <a:pt x="14312" y="3905"/>
                  </a:cubicBezTo>
                  <a:cubicBezTo>
                    <a:pt x="14026" y="1810"/>
                    <a:pt x="10787" y="952"/>
                    <a:pt x="10252" y="821"/>
                  </a:cubicBezTo>
                  <a:cubicBezTo>
                    <a:pt x="10192" y="810"/>
                    <a:pt x="10145" y="786"/>
                    <a:pt x="10097" y="762"/>
                  </a:cubicBezTo>
                  <a:cubicBezTo>
                    <a:pt x="8971" y="219"/>
                    <a:pt x="7822" y="0"/>
                    <a:pt x="674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7378100" y="1137500"/>
              <a:ext cx="164218" cy="154400"/>
            </a:xfrm>
            <a:custGeom>
              <a:avLst/>
              <a:gdLst/>
              <a:ahLst/>
              <a:cxnLst/>
              <a:rect l="l" t="t" r="r" b="b"/>
              <a:pathLst>
                <a:path w="2442" h="2296" extrusionOk="0">
                  <a:moveTo>
                    <a:pt x="825" y="1"/>
                  </a:moveTo>
                  <a:cubicBezTo>
                    <a:pt x="792" y="1"/>
                    <a:pt x="756" y="8"/>
                    <a:pt x="715" y="22"/>
                  </a:cubicBezTo>
                  <a:cubicBezTo>
                    <a:pt x="1" y="260"/>
                    <a:pt x="48" y="1832"/>
                    <a:pt x="560" y="2177"/>
                  </a:cubicBezTo>
                  <a:lnTo>
                    <a:pt x="1168" y="2296"/>
                  </a:lnTo>
                  <a:cubicBezTo>
                    <a:pt x="1168" y="2296"/>
                    <a:pt x="2442" y="1153"/>
                    <a:pt x="1942" y="939"/>
                  </a:cubicBezTo>
                  <a:cubicBezTo>
                    <a:pt x="1899" y="920"/>
                    <a:pt x="1857" y="912"/>
                    <a:pt x="1815" y="912"/>
                  </a:cubicBezTo>
                  <a:cubicBezTo>
                    <a:pt x="1371" y="912"/>
                    <a:pt x="953" y="1855"/>
                    <a:pt x="953" y="1855"/>
                  </a:cubicBezTo>
                  <a:cubicBezTo>
                    <a:pt x="953" y="1855"/>
                    <a:pt x="1377" y="1"/>
                    <a:pt x="82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6949734" y="1698546"/>
              <a:ext cx="50570" cy="60187"/>
            </a:xfrm>
            <a:custGeom>
              <a:avLst/>
              <a:gdLst/>
              <a:ahLst/>
              <a:cxnLst/>
              <a:rect l="l" t="t" r="r" b="b"/>
              <a:pathLst>
                <a:path w="752" h="895" extrusionOk="0">
                  <a:moveTo>
                    <a:pt x="376" y="1"/>
                  </a:moveTo>
                  <a:cubicBezTo>
                    <a:pt x="181" y="1"/>
                    <a:pt x="13" y="187"/>
                    <a:pt x="1" y="430"/>
                  </a:cubicBezTo>
                  <a:cubicBezTo>
                    <a:pt x="1" y="680"/>
                    <a:pt x="156" y="882"/>
                    <a:pt x="358" y="894"/>
                  </a:cubicBezTo>
                  <a:cubicBezTo>
                    <a:pt x="561" y="894"/>
                    <a:pt x="727" y="704"/>
                    <a:pt x="739" y="454"/>
                  </a:cubicBezTo>
                  <a:cubicBezTo>
                    <a:pt x="751" y="204"/>
                    <a:pt x="596" y="1"/>
                    <a:pt x="394" y="1"/>
                  </a:cubicBezTo>
                  <a:cubicBezTo>
                    <a:pt x="388" y="1"/>
                    <a:pt x="38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7252415" y="1726588"/>
              <a:ext cx="50503" cy="60119"/>
            </a:xfrm>
            <a:custGeom>
              <a:avLst/>
              <a:gdLst/>
              <a:ahLst/>
              <a:cxnLst/>
              <a:rect l="l" t="t" r="r" b="b"/>
              <a:pathLst>
                <a:path w="751" h="894" extrusionOk="0">
                  <a:moveTo>
                    <a:pt x="375" y="0"/>
                  </a:moveTo>
                  <a:cubicBezTo>
                    <a:pt x="181" y="0"/>
                    <a:pt x="12" y="187"/>
                    <a:pt x="1" y="430"/>
                  </a:cubicBezTo>
                  <a:cubicBezTo>
                    <a:pt x="1" y="680"/>
                    <a:pt x="155" y="882"/>
                    <a:pt x="358" y="894"/>
                  </a:cubicBezTo>
                  <a:cubicBezTo>
                    <a:pt x="560" y="894"/>
                    <a:pt x="727" y="703"/>
                    <a:pt x="739" y="453"/>
                  </a:cubicBezTo>
                  <a:cubicBezTo>
                    <a:pt x="751" y="203"/>
                    <a:pt x="596" y="1"/>
                    <a:pt x="393" y="1"/>
                  </a:cubicBezTo>
                  <a:cubicBezTo>
                    <a:pt x="387" y="1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6751219" y="1567480"/>
              <a:ext cx="912011" cy="326218"/>
            </a:xfrm>
            <a:custGeom>
              <a:avLst/>
              <a:gdLst/>
              <a:ahLst/>
              <a:cxnLst/>
              <a:rect l="l" t="t" r="r" b="b"/>
              <a:pathLst>
                <a:path w="13562" h="4851" extrusionOk="0">
                  <a:moveTo>
                    <a:pt x="2287" y="111"/>
                  </a:moveTo>
                  <a:cubicBezTo>
                    <a:pt x="2338" y="111"/>
                    <a:pt x="2389" y="113"/>
                    <a:pt x="2441" y="117"/>
                  </a:cubicBezTo>
                  <a:cubicBezTo>
                    <a:pt x="3572" y="212"/>
                    <a:pt x="4417" y="1212"/>
                    <a:pt x="4334" y="2343"/>
                  </a:cubicBezTo>
                  <a:cubicBezTo>
                    <a:pt x="4244" y="3427"/>
                    <a:pt x="3339" y="4244"/>
                    <a:pt x="2281" y="4244"/>
                  </a:cubicBezTo>
                  <a:cubicBezTo>
                    <a:pt x="2224" y="4244"/>
                    <a:pt x="2166" y="4241"/>
                    <a:pt x="2108" y="4236"/>
                  </a:cubicBezTo>
                  <a:cubicBezTo>
                    <a:pt x="965" y="4141"/>
                    <a:pt x="119" y="3141"/>
                    <a:pt x="215" y="2010"/>
                  </a:cubicBezTo>
                  <a:cubicBezTo>
                    <a:pt x="305" y="930"/>
                    <a:pt x="1221" y="111"/>
                    <a:pt x="2287" y="111"/>
                  </a:cubicBezTo>
                  <a:close/>
                  <a:moveTo>
                    <a:pt x="8208" y="609"/>
                  </a:moveTo>
                  <a:cubicBezTo>
                    <a:pt x="8266" y="609"/>
                    <a:pt x="8324" y="612"/>
                    <a:pt x="8382" y="617"/>
                  </a:cubicBezTo>
                  <a:cubicBezTo>
                    <a:pt x="9513" y="712"/>
                    <a:pt x="10359" y="1712"/>
                    <a:pt x="10263" y="2843"/>
                  </a:cubicBezTo>
                  <a:cubicBezTo>
                    <a:pt x="10173" y="3916"/>
                    <a:pt x="9279" y="4732"/>
                    <a:pt x="8212" y="4732"/>
                  </a:cubicBezTo>
                  <a:cubicBezTo>
                    <a:pt x="8154" y="4732"/>
                    <a:pt x="8096" y="4729"/>
                    <a:pt x="8037" y="4724"/>
                  </a:cubicBezTo>
                  <a:cubicBezTo>
                    <a:pt x="6906" y="4629"/>
                    <a:pt x="6061" y="3629"/>
                    <a:pt x="6156" y="2498"/>
                  </a:cubicBezTo>
                  <a:cubicBezTo>
                    <a:pt x="6246" y="1425"/>
                    <a:pt x="7150" y="609"/>
                    <a:pt x="8208" y="609"/>
                  </a:cubicBezTo>
                  <a:close/>
                  <a:moveTo>
                    <a:pt x="2257" y="1"/>
                  </a:moveTo>
                  <a:cubicBezTo>
                    <a:pt x="1139" y="1"/>
                    <a:pt x="197" y="861"/>
                    <a:pt x="95" y="1998"/>
                  </a:cubicBezTo>
                  <a:cubicBezTo>
                    <a:pt x="0" y="3200"/>
                    <a:pt x="893" y="4248"/>
                    <a:pt x="2096" y="4355"/>
                  </a:cubicBezTo>
                  <a:cubicBezTo>
                    <a:pt x="2154" y="4360"/>
                    <a:pt x="2212" y="4362"/>
                    <a:pt x="2270" y="4362"/>
                  </a:cubicBezTo>
                  <a:cubicBezTo>
                    <a:pt x="3388" y="4362"/>
                    <a:pt x="4351" y="3499"/>
                    <a:pt x="4441" y="2355"/>
                  </a:cubicBezTo>
                  <a:cubicBezTo>
                    <a:pt x="4453" y="2272"/>
                    <a:pt x="4453" y="2188"/>
                    <a:pt x="4453" y="2093"/>
                  </a:cubicBezTo>
                  <a:cubicBezTo>
                    <a:pt x="4683" y="1985"/>
                    <a:pt x="4909" y="1946"/>
                    <a:pt x="5116" y="1946"/>
                  </a:cubicBezTo>
                  <a:cubicBezTo>
                    <a:pt x="5595" y="1946"/>
                    <a:pt x="5976" y="2158"/>
                    <a:pt x="6084" y="2224"/>
                  </a:cubicBezTo>
                  <a:cubicBezTo>
                    <a:pt x="6061" y="2307"/>
                    <a:pt x="6049" y="2403"/>
                    <a:pt x="6037" y="2486"/>
                  </a:cubicBezTo>
                  <a:cubicBezTo>
                    <a:pt x="5941" y="3689"/>
                    <a:pt x="6834" y="4736"/>
                    <a:pt x="8037" y="4843"/>
                  </a:cubicBezTo>
                  <a:cubicBezTo>
                    <a:pt x="8096" y="4848"/>
                    <a:pt x="8155" y="4851"/>
                    <a:pt x="8213" y="4851"/>
                  </a:cubicBezTo>
                  <a:cubicBezTo>
                    <a:pt x="9317" y="4851"/>
                    <a:pt x="10257" y="4011"/>
                    <a:pt x="10371" y="2903"/>
                  </a:cubicBezTo>
                  <a:lnTo>
                    <a:pt x="12966" y="3129"/>
                  </a:lnTo>
                  <a:cubicBezTo>
                    <a:pt x="13038" y="3165"/>
                    <a:pt x="13442" y="3391"/>
                    <a:pt x="13419" y="3796"/>
                  </a:cubicBezTo>
                  <a:cubicBezTo>
                    <a:pt x="13419" y="3831"/>
                    <a:pt x="13442" y="3855"/>
                    <a:pt x="13478" y="3867"/>
                  </a:cubicBezTo>
                  <a:cubicBezTo>
                    <a:pt x="13502" y="3867"/>
                    <a:pt x="13538" y="3843"/>
                    <a:pt x="13538" y="3808"/>
                  </a:cubicBezTo>
                  <a:cubicBezTo>
                    <a:pt x="13561" y="3296"/>
                    <a:pt x="13026" y="3034"/>
                    <a:pt x="13014" y="3022"/>
                  </a:cubicBezTo>
                  <a:lnTo>
                    <a:pt x="12990" y="3022"/>
                  </a:lnTo>
                  <a:lnTo>
                    <a:pt x="10382" y="2796"/>
                  </a:lnTo>
                  <a:cubicBezTo>
                    <a:pt x="10454" y="1617"/>
                    <a:pt x="9573" y="593"/>
                    <a:pt x="8394" y="498"/>
                  </a:cubicBezTo>
                  <a:cubicBezTo>
                    <a:pt x="8335" y="493"/>
                    <a:pt x="8277" y="491"/>
                    <a:pt x="8219" y="491"/>
                  </a:cubicBezTo>
                  <a:cubicBezTo>
                    <a:pt x="7220" y="491"/>
                    <a:pt x="6356" y="1160"/>
                    <a:pt x="6108" y="2105"/>
                  </a:cubicBezTo>
                  <a:cubicBezTo>
                    <a:pt x="5960" y="2023"/>
                    <a:pt x="5585" y="1833"/>
                    <a:pt x="5116" y="1833"/>
                  </a:cubicBezTo>
                  <a:cubicBezTo>
                    <a:pt x="4906" y="1833"/>
                    <a:pt x="4677" y="1871"/>
                    <a:pt x="4441" y="1974"/>
                  </a:cubicBezTo>
                  <a:cubicBezTo>
                    <a:pt x="4346" y="938"/>
                    <a:pt x="3524" y="93"/>
                    <a:pt x="2453" y="10"/>
                  </a:cubicBezTo>
                  <a:cubicBezTo>
                    <a:pt x="2387" y="4"/>
                    <a:pt x="2322" y="1"/>
                    <a:pt x="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7481392" y="1912393"/>
              <a:ext cx="56152" cy="77738"/>
            </a:xfrm>
            <a:custGeom>
              <a:avLst/>
              <a:gdLst/>
              <a:ahLst/>
              <a:cxnLst/>
              <a:rect l="l" t="t" r="r" b="b"/>
              <a:pathLst>
                <a:path w="835" h="1156" extrusionOk="0">
                  <a:moveTo>
                    <a:pt x="417" y="0"/>
                  </a:moveTo>
                  <a:cubicBezTo>
                    <a:pt x="191" y="0"/>
                    <a:pt x="1" y="262"/>
                    <a:pt x="1" y="572"/>
                  </a:cubicBezTo>
                  <a:cubicBezTo>
                    <a:pt x="1" y="893"/>
                    <a:pt x="191" y="1155"/>
                    <a:pt x="417" y="1155"/>
                  </a:cubicBezTo>
                  <a:cubicBezTo>
                    <a:pt x="656" y="1155"/>
                    <a:pt x="834" y="893"/>
                    <a:pt x="834" y="572"/>
                  </a:cubicBezTo>
                  <a:cubicBezTo>
                    <a:pt x="834" y="262"/>
                    <a:pt x="656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6988199" y="2159796"/>
              <a:ext cx="388354" cy="119499"/>
            </a:xfrm>
            <a:custGeom>
              <a:avLst/>
              <a:gdLst/>
              <a:ahLst/>
              <a:cxnLst/>
              <a:rect l="l" t="t" r="r" b="b"/>
              <a:pathLst>
                <a:path w="5775" h="1777" extrusionOk="0">
                  <a:moveTo>
                    <a:pt x="5226" y="1"/>
                  </a:moveTo>
                  <a:cubicBezTo>
                    <a:pt x="4979" y="1"/>
                    <a:pt x="4834" y="24"/>
                    <a:pt x="4834" y="24"/>
                  </a:cubicBezTo>
                  <a:cubicBezTo>
                    <a:pt x="4834" y="24"/>
                    <a:pt x="3669" y="1096"/>
                    <a:pt x="2284" y="1096"/>
                  </a:cubicBezTo>
                  <a:cubicBezTo>
                    <a:pt x="2269" y="1096"/>
                    <a:pt x="2254" y="1096"/>
                    <a:pt x="2239" y="1096"/>
                  </a:cubicBezTo>
                  <a:cubicBezTo>
                    <a:pt x="846" y="1072"/>
                    <a:pt x="739" y="24"/>
                    <a:pt x="739" y="24"/>
                  </a:cubicBezTo>
                  <a:cubicBezTo>
                    <a:pt x="700" y="22"/>
                    <a:pt x="661" y="22"/>
                    <a:pt x="624" y="22"/>
                  </a:cubicBezTo>
                  <a:cubicBezTo>
                    <a:pt x="376" y="22"/>
                    <a:pt x="166" y="54"/>
                    <a:pt x="0" y="95"/>
                  </a:cubicBezTo>
                  <a:cubicBezTo>
                    <a:pt x="346" y="929"/>
                    <a:pt x="1001" y="1608"/>
                    <a:pt x="1882" y="1715"/>
                  </a:cubicBezTo>
                  <a:cubicBezTo>
                    <a:pt x="2132" y="1757"/>
                    <a:pt x="2371" y="1777"/>
                    <a:pt x="2600" y="1777"/>
                  </a:cubicBezTo>
                  <a:cubicBezTo>
                    <a:pt x="3989" y="1777"/>
                    <a:pt x="4988" y="1038"/>
                    <a:pt x="5775" y="36"/>
                  </a:cubicBezTo>
                  <a:cubicBezTo>
                    <a:pt x="5561" y="9"/>
                    <a:pt x="5375" y="1"/>
                    <a:pt x="5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7258803" y="3128564"/>
              <a:ext cx="153795" cy="147407"/>
            </a:xfrm>
            <a:custGeom>
              <a:avLst/>
              <a:gdLst/>
              <a:ahLst/>
              <a:cxnLst/>
              <a:rect l="l" t="t" r="r" b="b"/>
              <a:pathLst>
                <a:path w="2287" h="2192" extrusionOk="0">
                  <a:moveTo>
                    <a:pt x="406" y="1"/>
                  </a:moveTo>
                  <a:cubicBezTo>
                    <a:pt x="144" y="394"/>
                    <a:pt x="1" y="644"/>
                    <a:pt x="1" y="644"/>
                  </a:cubicBezTo>
                  <a:lnTo>
                    <a:pt x="1561" y="2192"/>
                  </a:lnTo>
                  <a:cubicBezTo>
                    <a:pt x="1561" y="2192"/>
                    <a:pt x="1882" y="2120"/>
                    <a:pt x="2287" y="1941"/>
                  </a:cubicBezTo>
                  <a:cubicBezTo>
                    <a:pt x="1727" y="1239"/>
                    <a:pt x="1072" y="608"/>
                    <a:pt x="406" y="1"/>
                  </a:cubicBezTo>
                  <a:close/>
                </a:path>
              </a:pathLst>
            </a:custGeom>
            <a:solidFill>
              <a:srgbClr val="E874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6837699" y="2162150"/>
              <a:ext cx="964867" cy="1097008"/>
            </a:xfrm>
            <a:custGeom>
              <a:avLst/>
              <a:gdLst/>
              <a:ahLst/>
              <a:cxnLst/>
              <a:rect l="l" t="t" r="r" b="b"/>
              <a:pathLst>
                <a:path w="14348" h="16313" extrusionOk="0">
                  <a:moveTo>
                    <a:pt x="8013" y="1"/>
                  </a:moveTo>
                  <a:cubicBezTo>
                    <a:pt x="7226" y="1003"/>
                    <a:pt x="6227" y="1742"/>
                    <a:pt x="4838" y="1742"/>
                  </a:cubicBezTo>
                  <a:cubicBezTo>
                    <a:pt x="4609" y="1742"/>
                    <a:pt x="4370" y="1722"/>
                    <a:pt x="4120" y="1680"/>
                  </a:cubicBezTo>
                  <a:cubicBezTo>
                    <a:pt x="3239" y="1573"/>
                    <a:pt x="2584" y="882"/>
                    <a:pt x="2238" y="60"/>
                  </a:cubicBezTo>
                  <a:cubicBezTo>
                    <a:pt x="1798" y="168"/>
                    <a:pt x="1596" y="346"/>
                    <a:pt x="1596" y="346"/>
                  </a:cubicBezTo>
                  <a:cubicBezTo>
                    <a:pt x="1012" y="1608"/>
                    <a:pt x="0" y="4656"/>
                    <a:pt x="36" y="7359"/>
                  </a:cubicBezTo>
                  <a:cubicBezTo>
                    <a:pt x="60" y="10074"/>
                    <a:pt x="1405" y="10705"/>
                    <a:pt x="1405" y="10705"/>
                  </a:cubicBezTo>
                  <a:cubicBezTo>
                    <a:pt x="1405" y="10705"/>
                    <a:pt x="1298" y="10931"/>
                    <a:pt x="4608" y="11014"/>
                  </a:cubicBezTo>
                  <a:cubicBezTo>
                    <a:pt x="4770" y="11018"/>
                    <a:pt x="4930" y="11020"/>
                    <a:pt x="5089" y="11020"/>
                  </a:cubicBezTo>
                  <a:cubicBezTo>
                    <a:pt x="8178" y="11020"/>
                    <a:pt x="10644" y="10288"/>
                    <a:pt x="10644" y="10288"/>
                  </a:cubicBezTo>
                  <a:lnTo>
                    <a:pt x="10644" y="10288"/>
                  </a:lnTo>
                  <a:cubicBezTo>
                    <a:pt x="8715" y="11574"/>
                    <a:pt x="7322" y="13419"/>
                    <a:pt x="6668" y="14372"/>
                  </a:cubicBezTo>
                  <a:cubicBezTo>
                    <a:pt x="7334" y="14967"/>
                    <a:pt x="7989" y="15610"/>
                    <a:pt x="8549" y="16312"/>
                  </a:cubicBezTo>
                  <a:cubicBezTo>
                    <a:pt x="8763" y="16229"/>
                    <a:pt x="9001" y="16110"/>
                    <a:pt x="9227" y="15955"/>
                  </a:cubicBezTo>
                  <a:cubicBezTo>
                    <a:pt x="9918" y="15503"/>
                    <a:pt x="13930" y="13205"/>
                    <a:pt x="14145" y="11538"/>
                  </a:cubicBezTo>
                  <a:cubicBezTo>
                    <a:pt x="14347" y="9883"/>
                    <a:pt x="13907" y="6502"/>
                    <a:pt x="12025" y="3001"/>
                  </a:cubicBezTo>
                  <a:cubicBezTo>
                    <a:pt x="10799" y="715"/>
                    <a:pt x="9073" y="132"/>
                    <a:pt x="8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2"/>
            <p:cNvSpPr/>
            <p:nvPr/>
          </p:nvSpPr>
          <p:spPr>
            <a:xfrm>
              <a:off x="6824855" y="2382856"/>
              <a:ext cx="109748" cy="502406"/>
            </a:xfrm>
            <a:custGeom>
              <a:avLst/>
              <a:gdLst/>
              <a:ahLst/>
              <a:cxnLst/>
              <a:rect l="l" t="t" r="r" b="b"/>
              <a:pathLst>
                <a:path w="1632" h="7471" extrusionOk="0">
                  <a:moveTo>
                    <a:pt x="770" y="0"/>
                  </a:moveTo>
                  <a:cubicBezTo>
                    <a:pt x="756" y="0"/>
                    <a:pt x="748" y="11"/>
                    <a:pt x="739" y="29"/>
                  </a:cubicBezTo>
                  <a:cubicBezTo>
                    <a:pt x="727" y="41"/>
                    <a:pt x="1" y="1672"/>
                    <a:pt x="179" y="4315"/>
                  </a:cubicBezTo>
                  <a:cubicBezTo>
                    <a:pt x="370" y="6982"/>
                    <a:pt x="1525" y="7446"/>
                    <a:pt x="1584" y="7458"/>
                  </a:cubicBezTo>
                  <a:cubicBezTo>
                    <a:pt x="1584" y="7458"/>
                    <a:pt x="1584" y="7470"/>
                    <a:pt x="1596" y="7470"/>
                  </a:cubicBezTo>
                  <a:cubicBezTo>
                    <a:pt x="1608" y="7470"/>
                    <a:pt x="1620" y="7458"/>
                    <a:pt x="1632" y="7446"/>
                  </a:cubicBezTo>
                  <a:cubicBezTo>
                    <a:pt x="1632" y="7423"/>
                    <a:pt x="1620" y="7399"/>
                    <a:pt x="1608" y="7399"/>
                  </a:cubicBezTo>
                  <a:cubicBezTo>
                    <a:pt x="1596" y="7387"/>
                    <a:pt x="441" y="6923"/>
                    <a:pt x="263" y="4315"/>
                  </a:cubicBezTo>
                  <a:cubicBezTo>
                    <a:pt x="72" y="1696"/>
                    <a:pt x="798" y="77"/>
                    <a:pt x="798" y="53"/>
                  </a:cubicBezTo>
                  <a:cubicBezTo>
                    <a:pt x="810" y="41"/>
                    <a:pt x="810" y="17"/>
                    <a:pt x="786" y="5"/>
                  </a:cubicBezTo>
                  <a:cubicBezTo>
                    <a:pt x="780" y="2"/>
                    <a:pt x="775" y="0"/>
                    <a:pt x="7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2"/>
            <p:cNvSpPr/>
            <p:nvPr/>
          </p:nvSpPr>
          <p:spPr>
            <a:xfrm>
              <a:off x="7402175" y="2383192"/>
              <a:ext cx="154535" cy="473221"/>
            </a:xfrm>
            <a:custGeom>
              <a:avLst/>
              <a:gdLst/>
              <a:ahLst/>
              <a:cxnLst/>
              <a:rect l="l" t="t" r="r" b="b"/>
              <a:pathLst>
                <a:path w="2298" h="7037" extrusionOk="0">
                  <a:moveTo>
                    <a:pt x="250" y="0"/>
                  </a:moveTo>
                  <a:cubicBezTo>
                    <a:pt x="226" y="0"/>
                    <a:pt x="214" y="12"/>
                    <a:pt x="202" y="24"/>
                  </a:cubicBezTo>
                  <a:cubicBezTo>
                    <a:pt x="202" y="72"/>
                    <a:pt x="0" y="1072"/>
                    <a:pt x="679" y="3501"/>
                  </a:cubicBezTo>
                  <a:cubicBezTo>
                    <a:pt x="1369" y="5941"/>
                    <a:pt x="2215" y="7013"/>
                    <a:pt x="2226" y="7025"/>
                  </a:cubicBezTo>
                  <a:cubicBezTo>
                    <a:pt x="2226" y="7037"/>
                    <a:pt x="2238" y="7037"/>
                    <a:pt x="2250" y="7037"/>
                  </a:cubicBezTo>
                  <a:cubicBezTo>
                    <a:pt x="2262" y="7037"/>
                    <a:pt x="2262" y="7037"/>
                    <a:pt x="2274" y="7025"/>
                  </a:cubicBezTo>
                  <a:cubicBezTo>
                    <a:pt x="2286" y="7013"/>
                    <a:pt x="2298" y="6989"/>
                    <a:pt x="2286" y="6977"/>
                  </a:cubicBezTo>
                  <a:cubicBezTo>
                    <a:pt x="2274" y="6965"/>
                    <a:pt x="1429" y="5906"/>
                    <a:pt x="750" y="3489"/>
                  </a:cubicBezTo>
                  <a:cubicBezTo>
                    <a:pt x="83" y="1072"/>
                    <a:pt x="274" y="60"/>
                    <a:pt x="274" y="48"/>
                  </a:cubicBezTo>
                  <a:cubicBezTo>
                    <a:pt x="286" y="24"/>
                    <a:pt x="274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7302850" y="2120456"/>
              <a:ext cx="265897" cy="139740"/>
            </a:xfrm>
            <a:custGeom>
              <a:avLst/>
              <a:gdLst/>
              <a:ahLst/>
              <a:cxnLst/>
              <a:rect l="l" t="t" r="r" b="b"/>
              <a:pathLst>
                <a:path w="3954" h="2078" extrusionOk="0">
                  <a:moveTo>
                    <a:pt x="844" y="0"/>
                  </a:moveTo>
                  <a:cubicBezTo>
                    <a:pt x="719" y="0"/>
                    <a:pt x="620" y="61"/>
                    <a:pt x="620" y="61"/>
                  </a:cubicBezTo>
                  <a:cubicBezTo>
                    <a:pt x="620" y="61"/>
                    <a:pt x="1" y="847"/>
                    <a:pt x="453" y="1181"/>
                  </a:cubicBezTo>
                  <a:cubicBezTo>
                    <a:pt x="511" y="1222"/>
                    <a:pt x="565" y="1241"/>
                    <a:pt x="616" y="1241"/>
                  </a:cubicBezTo>
                  <a:cubicBezTo>
                    <a:pt x="839" y="1241"/>
                    <a:pt x="1001" y="896"/>
                    <a:pt x="1086" y="656"/>
                  </a:cubicBezTo>
                  <a:lnTo>
                    <a:pt x="1086" y="656"/>
                  </a:lnTo>
                  <a:cubicBezTo>
                    <a:pt x="1019" y="927"/>
                    <a:pt x="970" y="1358"/>
                    <a:pt x="1298" y="1454"/>
                  </a:cubicBezTo>
                  <a:cubicBezTo>
                    <a:pt x="1329" y="1464"/>
                    <a:pt x="1359" y="1468"/>
                    <a:pt x="1387" y="1468"/>
                  </a:cubicBezTo>
                  <a:cubicBezTo>
                    <a:pt x="1655" y="1468"/>
                    <a:pt x="1811" y="1076"/>
                    <a:pt x="1885" y="808"/>
                  </a:cubicBezTo>
                  <a:lnTo>
                    <a:pt x="1885" y="808"/>
                  </a:lnTo>
                  <a:cubicBezTo>
                    <a:pt x="1833" y="1073"/>
                    <a:pt x="1778" y="1473"/>
                    <a:pt x="1894" y="1597"/>
                  </a:cubicBezTo>
                  <a:cubicBezTo>
                    <a:pt x="1957" y="1664"/>
                    <a:pt x="2059" y="1718"/>
                    <a:pt x="2182" y="1718"/>
                  </a:cubicBezTo>
                  <a:cubicBezTo>
                    <a:pt x="2378" y="1718"/>
                    <a:pt x="2624" y="1582"/>
                    <a:pt x="2842" y="1145"/>
                  </a:cubicBezTo>
                  <a:lnTo>
                    <a:pt x="2842" y="1145"/>
                  </a:lnTo>
                  <a:cubicBezTo>
                    <a:pt x="2744" y="1398"/>
                    <a:pt x="2635" y="1795"/>
                    <a:pt x="2822" y="1966"/>
                  </a:cubicBezTo>
                  <a:cubicBezTo>
                    <a:pt x="2904" y="2041"/>
                    <a:pt x="2989" y="2077"/>
                    <a:pt x="3075" y="2077"/>
                  </a:cubicBezTo>
                  <a:cubicBezTo>
                    <a:pt x="3291" y="2077"/>
                    <a:pt x="3509" y="1851"/>
                    <a:pt x="3680" y="1442"/>
                  </a:cubicBezTo>
                  <a:cubicBezTo>
                    <a:pt x="3680" y="1442"/>
                    <a:pt x="3954" y="1038"/>
                    <a:pt x="3406" y="800"/>
                  </a:cubicBezTo>
                  <a:cubicBezTo>
                    <a:pt x="3319" y="763"/>
                    <a:pt x="3245" y="749"/>
                    <a:pt x="3185" y="749"/>
                  </a:cubicBezTo>
                  <a:cubicBezTo>
                    <a:pt x="3033" y="749"/>
                    <a:pt x="2965" y="835"/>
                    <a:pt x="2965" y="835"/>
                  </a:cubicBezTo>
                  <a:cubicBezTo>
                    <a:pt x="2965" y="835"/>
                    <a:pt x="2822" y="514"/>
                    <a:pt x="2441" y="407"/>
                  </a:cubicBezTo>
                  <a:cubicBezTo>
                    <a:pt x="2352" y="384"/>
                    <a:pt x="2277" y="376"/>
                    <a:pt x="2216" y="376"/>
                  </a:cubicBezTo>
                  <a:cubicBezTo>
                    <a:pt x="2016" y="376"/>
                    <a:pt x="1953" y="466"/>
                    <a:pt x="1953" y="466"/>
                  </a:cubicBezTo>
                  <a:cubicBezTo>
                    <a:pt x="1953" y="466"/>
                    <a:pt x="1918" y="288"/>
                    <a:pt x="1572" y="192"/>
                  </a:cubicBezTo>
                  <a:cubicBezTo>
                    <a:pt x="1512" y="175"/>
                    <a:pt x="1459" y="168"/>
                    <a:pt x="1414" y="168"/>
                  </a:cubicBezTo>
                  <a:cubicBezTo>
                    <a:pt x="1211" y="168"/>
                    <a:pt x="1156" y="311"/>
                    <a:pt x="1156" y="311"/>
                  </a:cubicBezTo>
                  <a:cubicBezTo>
                    <a:pt x="1156" y="311"/>
                    <a:pt x="1096" y="61"/>
                    <a:pt x="941" y="14"/>
                  </a:cubicBezTo>
                  <a:cubicBezTo>
                    <a:pt x="908" y="4"/>
                    <a:pt x="875" y="0"/>
                    <a:pt x="844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6555468" y="636161"/>
              <a:ext cx="185805" cy="199389"/>
            </a:xfrm>
            <a:custGeom>
              <a:avLst/>
              <a:gdLst/>
              <a:ahLst/>
              <a:cxnLst/>
              <a:rect l="l" t="t" r="r" b="b"/>
              <a:pathLst>
                <a:path w="2763" h="2965" extrusionOk="0">
                  <a:moveTo>
                    <a:pt x="1442" y="1"/>
                  </a:moveTo>
                  <a:cubicBezTo>
                    <a:pt x="1388" y="1"/>
                    <a:pt x="1334" y="33"/>
                    <a:pt x="1322" y="98"/>
                  </a:cubicBezTo>
                  <a:lnTo>
                    <a:pt x="1167" y="740"/>
                  </a:lnTo>
                  <a:cubicBezTo>
                    <a:pt x="1120" y="955"/>
                    <a:pt x="953" y="1133"/>
                    <a:pt x="762" y="1169"/>
                  </a:cubicBezTo>
                  <a:lnTo>
                    <a:pt x="143" y="1300"/>
                  </a:lnTo>
                  <a:cubicBezTo>
                    <a:pt x="12" y="1336"/>
                    <a:pt x="0" y="1526"/>
                    <a:pt x="131" y="1562"/>
                  </a:cubicBezTo>
                  <a:lnTo>
                    <a:pt x="739" y="1741"/>
                  </a:lnTo>
                  <a:cubicBezTo>
                    <a:pt x="929" y="1800"/>
                    <a:pt x="1072" y="1979"/>
                    <a:pt x="1108" y="2205"/>
                  </a:cubicBezTo>
                  <a:lnTo>
                    <a:pt x="1203" y="2860"/>
                  </a:lnTo>
                  <a:cubicBezTo>
                    <a:pt x="1215" y="2928"/>
                    <a:pt x="1273" y="2964"/>
                    <a:pt x="1331" y="2964"/>
                  </a:cubicBezTo>
                  <a:cubicBezTo>
                    <a:pt x="1384" y="2964"/>
                    <a:pt x="1436" y="2934"/>
                    <a:pt x="1453" y="2872"/>
                  </a:cubicBezTo>
                  <a:lnTo>
                    <a:pt x="1620" y="2169"/>
                  </a:lnTo>
                  <a:cubicBezTo>
                    <a:pt x="1667" y="1979"/>
                    <a:pt x="1798" y="1836"/>
                    <a:pt x="1965" y="1800"/>
                  </a:cubicBezTo>
                  <a:lnTo>
                    <a:pt x="2632" y="1657"/>
                  </a:lnTo>
                  <a:cubicBezTo>
                    <a:pt x="2763" y="1633"/>
                    <a:pt x="2763" y="1443"/>
                    <a:pt x="2632" y="1407"/>
                  </a:cubicBezTo>
                  <a:lnTo>
                    <a:pt x="1989" y="1205"/>
                  </a:lnTo>
                  <a:cubicBezTo>
                    <a:pt x="1822" y="1157"/>
                    <a:pt x="1703" y="1002"/>
                    <a:pt x="1667" y="812"/>
                  </a:cubicBezTo>
                  <a:lnTo>
                    <a:pt x="1560" y="109"/>
                  </a:lnTo>
                  <a:cubicBezTo>
                    <a:pt x="1554" y="36"/>
                    <a:pt x="1498" y="1"/>
                    <a:pt x="1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4157157" y="1630897"/>
              <a:ext cx="186679" cy="199389"/>
            </a:xfrm>
            <a:custGeom>
              <a:avLst/>
              <a:gdLst/>
              <a:ahLst/>
              <a:cxnLst/>
              <a:rect l="l" t="t" r="r" b="b"/>
              <a:pathLst>
                <a:path w="2776" h="2965" extrusionOk="0">
                  <a:moveTo>
                    <a:pt x="1439" y="1"/>
                  </a:moveTo>
                  <a:cubicBezTo>
                    <a:pt x="1386" y="1"/>
                    <a:pt x="1334" y="31"/>
                    <a:pt x="1322" y="93"/>
                  </a:cubicBezTo>
                  <a:lnTo>
                    <a:pt x="1168" y="736"/>
                  </a:lnTo>
                  <a:cubicBezTo>
                    <a:pt x="1120" y="962"/>
                    <a:pt x="953" y="1129"/>
                    <a:pt x="763" y="1177"/>
                  </a:cubicBezTo>
                  <a:lnTo>
                    <a:pt x="144" y="1308"/>
                  </a:lnTo>
                  <a:cubicBezTo>
                    <a:pt x="13" y="1331"/>
                    <a:pt x="1" y="1522"/>
                    <a:pt x="132" y="1558"/>
                  </a:cubicBezTo>
                  <a:lnTo>
                    <a:pt x="739" y="1748"/>
                  </a:lnTo>
                  <a:cubicBezTo>
                    <a:pt x="930" y="1796"/>
                    <a:pt x="1072" y="1986"/>
                    <a:pt x="1108" y="2212"/>
                  </a:cubicBezTo>
                  <a:lnTo>
                    <a:pt x="1203" y="2855"/>
                  </a:lnTo>
                  <a:cubicBezTo>
                    <a:pt x="1216" y="2928"/>
                    <a:pt x="1271" y="2964"/>
                    <a:pt x="1328" y="2964"/>
                  </a:cubicBezTo>
                  <a:cubicBezTo>
                    <a:pt x="1381" y="2964"/>
                    <a:pt x="1436" y="2931"/>
                    <a:pt x="1453" y="2867"/>
                  </a:cubicBezTo>
                  <a:lnTo>
                    <a:pt x="1620" y="2177"/>
                  </a:lnTo>
                  <a:cubicBezTo>
                    <a:pt x="1668" y="1986"/>
                    <a:pt x="1799" y="1843"/>
                    <a:pt x="1965" y="1808"/>
                  </a:cubicBezTo>
                  <a:lnTo>
                    <a:pt x="2632" y="1665"/>
                  </a:lnTo>
                  <a:cubicBezTo>
                    <a:pt x="2763" y="1629"/>
                    <a:pt x="2775" y="1438"/>
                    <a:pt x="2632" y="1403"/>
                  </a:cubicBezTo>
                  <a:lnTo>
                    <a:pt x="1989" y="1212"/>
                  </a:lnTo>
                  <a:cubicBezTo>
                    <a:pt x="1823" y="1165"/>
                    <a:pt x="1703" y="1010"/>
                    <a:pt x="1668" y="819"/>
                  </a:cubicBezTo>
                  <a:lnTo>
                    <a:pt x="1561" y="105"/>
                  </a:lnTo>
                  <a:cubicBezTo>
                    <a:pt x="1554" y="37"/>
                    <a:pt x="1496" y="1"/>
                    <a:pt x="1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8430893" y="3560697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2" y="1"/>
                  </a:moveTo>
                  <a:cubicBezTo>
                    <a:pt x="1379" y="1"/>
                    <a:pt x="1327" y="31"/>
                    <a:pt x="1310" y="93"/>
                  </a:cubicBezTo>
                  <a:lnTo>
                    <a:pt x="1155" y="736"/>
                  </a:lnTo>
                  <a:cubicBezTo>
                    <a:pt x="1108" y="962"/>
                    <a:pt x="953" y="1129"/>
                    <a:pt x="750" y="1165"/>
                  </a:cubicBezTo>
                  <a:lnTo>
                    <a:pt x="143" y="1296"/>
                  </a:lnTo>
                  <a:cubicBezTo>
                    <a:pt x="0" y="1331"/>
                    <a:pt x="0" y="1522"/>
                    <a:pt x="131" y="1558"/>
                  </a:cubicBezTo>
                  <a:lnTo>
                    <a:pt x="727" y="1736"/>
                  </a:lnTo>
                  <a:cubicBezTo>
                    <a:pt x="917" y="1796"/>
                    <a:pt x="1060" y="1974"/>
                    <a:pt x="1096" y="2200"/>
                  </a:cubicBezTo>
                  <a:lnTo>
                    <a:pt x="1203" y="2855"/>
                  </a:lnTo>
                  <a:cubicBezTo>
                    <a:pt x="1209" y="2928"/>
                    <a:pt x="1265" y="2964"/>
                    <a:pt x="1321" y="2964"/>
                  </a:cubicBezTo>
                  <a:cubicBezTo>
                    <a:pt x="1375" y="2964"/>
                    <a:pt x="1429" y="2931"/>
                    <a:pt x="1441" y="2867"/>
                  </a:cubicBezTo>
                  <a:lnTo>
                    <a:pt x="1608" y="2165"/>
                  </a:lnTo>
                  <a:cubicBezTo>
                    <a:pt x="1655" y="1986"/>
                    <a:pt x="1786" y="1843"/>
                    <a:pt x="1953" y="1808"/>
                  </a:cubicBezTo>
                  <a:lnTo>
                    <a:pt x="2620" y="1665"/>
                  </a:lnTo>
                  <a:cubicBezTo>
                    <a:pt x="2751" y="1629"/>
                    <a:pt x="2763" y="1438"/>
                    <a:pt x="2632" y="1403"/>
                  </a:cubicBezTo>
                  <a:lnTo>
                    <a:pt x="1977" y="1212"/>
                  </a:lnTo>
                  <a:cubicBezTo>
                    <a:pt x="1810" y="1165"/>
                    <a:pt x="1691" y="1010"/>
                    <a:pt x="1667" y="819"/>
                  </a:cubicBezTo>
                  <a:lnTo>
                    <a:pt x="1560" y="105"/>
                  </a:lnTo>
                  <a:cubicBezTo>
                    <a:pt x="1548" y="37"/>
                    <a:pt x="1490" y="1"/>
                    <a:pt x="1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8010636" y="1986261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6" y="0"/>
                  </a:moveTo>
                  <a:cubicBezTo>
                    <a:pt x="1382" y="0"/>
                    <a:pt x="1328" y="33"/>
                    <a:pt x="1310" y="97"/>
                  </a:cubicBezTo>
                  <a:lnTo>
                    <a:pt x="1155" y="740"/>
                  </a:lnTo>
                  <a:cubicBezTo>
                    <a:pt x="1108" y="954"/>
                    <a:pt x="953" y="1133"/>
                    <a:pt x="750" y="1169"/>
                  </a:cubicBezTo>
                  <a:lnTo>
                    <a:pt x="143" y="1300"/>
                  </a:lnTo>
                  <a:cubicBezTo>
                    <a:pt x="0" y="1335"/>
                    <a:pt x="0" y="1526"/>
                    <a:pt x="131" y="1562"/>
                  </a:cubicBezTo>
                  <a:lnTo>
                    <a:pt x="727" y="1740"/>
                  </a:lnTo>
                  <a:cubicBezTo>
                    <a:pt x="917" y="1800"/>
                    <a:pt x="1060" y="1978"/>
                    <a:pt x="1096" y="2205"/>
                  </a:cubicBezTo>
                  <a:lnTo>
                    <a:pt x="1203" y="2859"/>
                  </a:lnTo>
                  <a:cubicBezTo>
                    <a:pt x="1209" y="2928"/>
                    <a:pt x="1267" y="2964"/>
                    <a:pt x="1325" y="2964"/>
                  </a:cubicBezTo>
                  <a:cubicBezTo>
                    <a:pt x="1378" y="2964"/>
                    <a:pt x="1430" y="2934"/>
                    <a:pt x="1441" y="2871"/>
                  </a:cubicBezTo>
                  <a:lnTo>
                    <a:pt x="1608" y="2169"/>
                  </a:lnTo>
                  <a:cubicBezTo>
                    <a:pt x="1655" y="1978"/>
                    <a:pt x="1786" y="1836"/>
                    <a:pt x="1953" y="1800"/>
                  </a:cubicBezTo>
                  <a:lnTo>
                    <a:pt x="2620" y="1657"/>
                  </a:lnTo>
                  <a:cubicBezTo>
                    <a:pt x="2751" y="1633"/>
                    <a:pt x="2763" y="1443"/>
                    <a:pt x="2632" y="1407"/>
                  </a:cubicBezTo>
                  <a:lnTo>
                    <a:pt x="1977" y="1205"/>
                  </a:lnTo>
                  <a:cubicBezTo>
                    <a:pt x="1810" y="1157"/>
                    <a:pt x="1691" y="1002"/>
                    <a:pt x="1667" y="812"/>
                  </a:cubicBezTo>
                  <a:lnTo>
                    <a:pt x="1560" y="109"/>
                  </a:lnTo>
                  <a:cubicBezTo>
                    <a:pt x="1548" y="36"/>
                    <a:pt x="1492" y="0"/>
                    <a:pt x="1436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6" name="Google Shape;986;p42"/>
            <p:cNvGrpSpPr/>
            <p:nvPr/>
          </p:nvGrpSpPr>
          <p:grpSpPr>
            <a:xfrm>
              <a:off x="4318075" y="403696"/>
              <a:ext cx="1348907" cy="1226248"/>
              <a:chOff x="6494019" y="-137261"/>
              <a:chExt cx="2116596" cy="1924130"/>
            </a:xfrm>
          </p:grpSpPr>
          <p:sp>
            <p:nvSpPr>
              <p:cNvPr id="987" name="Google Shape;987;p42"/>
              <p:cNvSpPr/>
              <p:nvPr/>
            </p:nvSpPr>
            <p:spPr>
              <a:xfrm>
                <a:off x="6494019" y="-137261"/>
                <a:ext cx="2116596" cy="1924130"/>
              </a:xfrm>
              <a:custGeom>
                <a:avLst/>
                <a:gdLst/>
                <a:ahLst/>
                <a:cxnLst/>
                <a:rect l="l" t="t" r="r" b="b"/>
                <a:pathLst>
                  <a:path w="63509" h="57734" extrusionOk="0">
                    <a:moveTo>
                      <a:pt x="31969" y="1"/>
                    </a:moveTo>
                    <a:cubicBezTo>
                      <a:pt x="28706" y="1"/>
                      <a:pt x="26051" y="3644"/>
                      <a:pt x="25992" y="8168"/>
                    </a:cubicBezTo>
                    <a:cubicBezTo>
                      <a:pt x="25897" y="8049"/>
                      <a:pt x="25801" y="7930"/>
                      <a:pt x="25694" y="7811"/>
                    </a:cubicBezTo>
                    <a:cubicBezTo>
                      <a:pt x="23611" y="5439"/>
                      <a:pt x="20864" y="4108"/>
                      <a:pt x="18518" y="4108"/>
                    </a:cubicBezTo>
                    <a:cubicBezTo>
                      <a:pt x="17378" y="4108"/>
                      <a:pt x="16332" y="4423"/>
                      <a:pt x="15502" y="5085"/>
                    </a:cubicBezTo>
                    <a:cubicBezTo>
                      <a:pt x="13478" y="6692"/>
                      <a:pt x="13359" y="9883"/>
                      <a:pt x="14967" y="12895"/>
                    </a:cubicBezTo>
                    <a:cubicBezTo>
                      <a:pt x="13279" y="12099"/>
                      <a:pt x="11536" y="11713"/>
                      <a:pt x="9957" y="11713"/>
                    </a:cubicBezTo>
                    <a:cubicBezTo>
                      <a:pt x="7613" y="11713"/>
                      <a:pt x="5631" y="12564"/>
                      <a:pt x="4727" y="14193"/>
                    </a:cubicBezTo>
                    <a:cubicBezTo>
                      <a:pt x="3310" y="16753"/>
                      <a:pt x="5084" y="20337"/>
                      <a:pt x="8704" y="22563"/>
                    </a:cubicBezTo>
                    <a:cubicBezTo>
                      <a:pt x="3894" y="22575"/>
                      <a:pt x="0" y="25111"/>
                      <a:pt x="0" y="28254"/>
                    </a:cubicBezTo>
                    <a:cubicBezTo>
                      <a:pt x="0" y="31243"/>
                      <a:pt x="3537" y="33683"/>
                      <a:pt x="8025" y="33922"/>
                    </a:cubicBezTo>
                    <a:cubicBezTo>
                      <a:pt x="7894" y="34017"/>
                      <a:pt x="7763" y="34124"/>
                      <a:pt x="7632" y="34231"/>
                    </a:cubicBezTo>
                    <a:cubicBezTo>
                      <a:pt x="3930" y="37172"/>
                      <a:pt x="2644" y="41518"/>
                      <a:pt x="4751" y="43923"/>
                    </a:cubicBezTo>
                    <a:cubicBezTo>
                      <a:pt x="5674" y="44975"/>
                      <a:pt x="7091" y="45488"/>
                      <a:pt x="8702" y="45488"/>
                    </a:cubicBezTo>
                    <a:cubicBezTo>
                      <a:pt x="10792" y="45488"/>
                      <a:pt x="13209" y="44625"/>
                      <a:pt x="15300" y="42958"/>
                    </a:cubicBezTo>
                    <a:cubicBezTo>
                      <a:pt x="15348" y="42923"/>
                      <a:pt x="15383" y="42887"/>
                      <a:pt x="15431" y="42851"/>
                    </a:cubicBezTo>
                    <a:lnTo>
                      <a:pt x="15431" y="42851"/>
                    </a:lnTo>
                    <a:cubicBezTo>
                      <a:pt x="15014" y="43375"/>
                      <a:pt x="14621" y="43947"/>
                      <a:pt x="14276" y="44578"/>
                    </a:cubicBezTo>
                    <a:cubicBezTo>
                      <a:pt x="12026" y="48638"/>
                      <a:pt x="12573" y="53114"/>
                      <a:pt x="15502" y="54579"/>
                    </a:cubicBezTo>
                    <a:cubicBezTo>
                      <a:pt x="16132" y="54896"/>
                      <a:pt x="16822" y="55047"/>
                      <a:pt x="17539" y="55047"/>
                    </a:cubicBezTo>
                    <a:cubicBezTo>
                      <a:pt x="20020" y="55047"/>
                      <a:pt x="22828" y="53242"/>
                      <a:pt x="24611" y="50304"/>
                    </a:cubicBezTo>
                    <a:cubicBezTo>
                      <a:pt x="24932" y="54484"/>
                      <a:pt x="27480" y="57734"/>
                      <a:pt x="30564" y="57734"/>
                    </a:cubicBezTo>
                    <a:cubicBezTo>
                      <a:pt x="33612" y="57734"/>
                      <a:pt x="36124" y="54555"/>
                      <a:pt x="36493" y="50459"/>
                    </a:cubicBezTo>
                    <a:cubicBezTo>
                      <a:pt x="36612" y="50602"/>
                      <a:pt x="36719" y="50745"/>
                      <a:pt x="36838" y="50876"/>
                    </a:cubicBezTo>
                    <a:cubicBezTo>
                      <a:pt x="38925" y="53251"/>
                      <a:pt x="41676" y="54582"/>
                      <a:pt x="44024" y="54582"/>
                    </a:cubicBezTo>
                    <a:cubicBezTo>
                      <a:pt x="45161" y="54582"/>
                      <a:pt x="46203" y="54271"/>
                      <a:pt x="47030" y="53614"/>
                    </a:cubicBezTo>
                    <a:cubicBezTo>
                      <a:pt x="49566" y="51590"/>
                      <a:pt x="49114" y="47102"/>
                      <a:pt x="46030" y="43577"/>
                    </a:cubicBezTo>
                    <a:cubicBezTo>
                      <a:pt x="43944" y="41202"/>
                      <a:pt x="41187" y="39871"/>
                      <a:pt x="38835" y="39871"/>
                    </a:cubicBezTo>
                    <a:cubicBezTo>
                      <a:pt x="37697" y="39871"/>
                      <a:pt x="36653" y="40183"/>
                      <a:pt x="35826" y="40839"/>
                    </a:cubicBezTo>
                    <a:cubicBezTo>
                      <a:pt x="35124" y="41411"/>
                      <a:pt x="34648" y="42161"/>
                      <a:pt x="34398" y="43030"/>
                    </a:cubicBezTo>
                    <a:cubicBezTo>
                      <a:pt x="33362" y="41827"/>
                      <a:pt x="32028" y="41101"/>
                      <a:pt x="30564" y="41101"/>
                    </a:cubicBezTo>
                    <a:cubicBezTo>
                      <a:pt x="28825" y="41101"/>
                      <a:pt x="27266" y="42125"/>
                      <a:pt x="26170" y="43768"/>
                    </a:cubicBezTo>
                    <a:cubicBezTo>
                      <a:pt x="25920" y="42018"/>
                      <a:pt x="25063" y="40589"/>
                      <a:pt x="23646" y="39863"/>
                    </a:cubicBezTo>
                    <a:cubicBezTo>
                      <a:pt x="23014" y="39551"/>
                      <a:pt x="22325" y="39402"/>
                      <a:pt x="21610" y="39402"/>
                    </a:cubicBezTo>
                    <a:cubicBezTo>
                      <a:pt x="20141" y="39402"/>
                      <a:pt x="18562" y="40028"/>
                      <a:pt x="17145" y="41149"/>
                    </a:cubicBezTo>
                    <a:cubicBezTo>
                      <a:pt x="19372" y="38434"/>
                      <a:pt x="19884" y="35219"/>
                      <a:pt x="18169" y="33267"/>
                    </a:cubicBezTo>
                    <a:cubicBezTo>
                      <a:pt x="17515" y="32517"/>
                      <a:pt x="16598" y="32040"/>
                      <a:pt x="15538" y="31826"/>
                    </a:cubicBezTo>
                    <a:cubicBezTo>
                      <a:pt x="16753" y="30850"/>
                      <a:pt x="17479" y="29611"/>
                      <a:pt x="17479" y="28254"/>
                    </a:cubicBezTo>
                    <a:cubicBezTo>
                      <a:pt x="17479" y="26778"/>
                      <a:pt x="16610" y="25432"/>
                      <a:pt x="15193" y="24420"/>
                    </a:cubicBezTo>
                    <a:cubicBezTo>
                      <a:pt x="17443" y="24361"/>
                      <a:pt x="19324" y="23515"/>
                      <a:pt x="20193" y="21944"/>
                    </a:cubicBezTo>
                    <a:cubicBezTo>
                      <a:pt x="20848" y="20765"/>
                      <a:pt x="20824" y="19360"/>
                      <a:pt x="20253" y="17967"/>
                    </a:cubicBezTo>
                    <a:lnTo>
                      <a:pt x="20253" y="17967"/>
                    </a:lnTo>
                    <a:cubicBezTo>
                      <a:pt x="21417" y="18523"/>
                      <a:pt x="22602" y="18814"/>
                      <a:pt x="23699" y="18814"/>
                    </a:cubicBezTo>
                    <a:cubicBezTo>
                      <a:pt x="24834" y="18814"/>
                      <a:pt x="25877" y="18502"/>
                      <a:pt x="26706" y="17848"/>
                    </a:cubicBezTo>
                    <a:cubicBezTo>
                      <a:pt x="27611" y="17122"/>
                      <a:pt x="28135" y="16074"/>
                      <a:pt x="28290" y="14872"/>
                    </a:cubicBezTo>
                    <a:cubicBezTo>
                      <a:pt x="29314" y="15979"/>
                      <a:pt x="30588" y="16634"/>
                      <a:pt x="31969" y="16634"/>
                    </a:cubicBezTo>
                    <a:cubicBezTo>
                      <a:pt x="33671" y="16634"/>
                      <a:pt x="35195" y="15645"/>
                      <a:pt x="36291" y="14074"/>
                    </a:cubicBezTo>
                    <a:cubicBezTo>
                      <a:pt x="36350" y="16205"/>
                      <a:pt x="37243" y="17991"/>
                      <a:pt x="38886" y="18813"/>
                    </a:cubicBezTo>
                    <a:cubicBezTo>
                      <a:pt x="39518" y="19133"/>
                      <a:pt x="40210" y="19285"/>
                      <a:pt x="40929" y="19285"/>
                    </a:cubicBezTo>
                    <a:cubicBezTo>
                      <a:pt x="42078" y="19285"/>
                      <a:pt x="43296" y="18897"/>
                      <a:pt x="44446" y="18193"/>
                    </a:cubicBezTo>
                    <a:lnTo>
                      <a:pt x="44446" y="18193"/>
                    </a:lnTo>
                    <a:cubicBezTo>
                      <a:pt x="43589" y="20229"/>
                      <a:pt x="43684" y="22265"/>
                      <a:pt x="44899" y="23658"/>
                    </a:cubicBezTo>
                    <a:cubicBezTo>
                      <a:pt x="45637" y="24504"/>
                      <a:pt x="46685" y="24992"/>
                      <a:pt x="47899" y="25159"/>
                    </a:cubicBezTo>
                    <a:cubicBezTo>
                      <a:pt x="46732" y="26123"/>
                      <a:pt x="46030" y="27349"/>
                      <a:pt x="46030" y="28671"/>
                    </a:cubicBezTo>
                    <a:cubicBezTo>
                      <a:pt x="46030" y="30290"/>
                      <a:pt x="47054" y="31743"/>
                      <a:pt x="48709" y="32779"/>
                    </a:cubicBezTo>
                    <a:cubicBezTo>
                      <a:pt x="48693" y="32778"/>
                      <a:pt x="48677" y="32778"/>
                      <a:pt x="48661" y="32778"/>
                    </a:cubicBezTo>
                    <a:cubicBezTo>
                      <a:pt x="46324" y="32778"/>
                      <a:pt x="44345" y="33635"/>
                      <a:pt x="43446" y="35255"/>
                    </a:cubicBezTo>
                    <a:cubicBezTo>
                      <a:pt x="41910" y="38041"/>
                      <a:pt x="44125" y="42030"/>
                      <a:pt x="48387" y="44173"/>
                    </a:cubicBezTo>
                    <a:cubicBezTo>
                      <a:pt x="50162" y="45058"/>
                      <a:pt x="52013" y="45487"/>
                      <a:pt x="53680" y="45487"/>
                    </a:cubicBezTo>
                    <a:cubicBezTo>
                      <a:pt x="56029" y="45487"/>
                      <a:pt x="58014" y="44635"/>
                      <a:pt x="58913" y="43006"/>
                    </a:cubicBezTo>
                    <a:cubicBezTo>
                      <a:pt x="60389" y="40339"/>
                      <a:pt x="58413" y="36553"/>
                      <a:pt x="54472" y="34362"/>
                    </a:cubicBezTo>
                    <a:lnTo>
                      <a:pt x="54769" y="34362"/>
                    </a:lnTo>
                    <a:cubicBezTo>
                      <a:pt x="59603" y="34362"/>
                      <a:pt x="63508" y="31814"/>
                      <a:pt x="63508" y="28671"/>
                    </a:cubicBezTo>
                    <a:cubicBezTo>
                      <a:pt x="63508" y="25599"/>
                      <a:pt x="59758" y="23087"/>
                      <a:pt x="55079" y="22992"/>
                    </a:cubicBezTo>
                    <a:cubicBezTo>
                      <a:pt x="55198" y="22896"/>
                      <a:pt x="55329" y="22801"/>
                      <a:pt x="55448" y="22706"/>
                    </a:cubicBezTo>
                    <a:cubicBezTo>
                      <a:pt x="59151" y="19753"/>
                      <a:pt x="60437" y="15419"/>
                      <a:pt x="58317" y="13002"/>
                    </a:cubicBezTo>
                    <a:cubicBezTo>
                      <a:pt x="57397" y="11953"/>
                      <a:pt x="55984" y="11443"/>
                      <a:pt x="54378" y="11443"/>
                    </a:cubicBezTo>
                    <a:cubicBezTo>
                      <a:pt x="52576" y="11443"/>
                      <a:pt x="50530" y="12084"/>
                      <a:pt x="48661" y="13324"/>
                    </a:cubicBezTo>
                    <a:cubicBezTo>
                      <a:pt x="50423" y="9490"/>
                      <a:pt x="49769" y="5478"/>
                      <a:pt x="47042" y="4108"/>
                    </a:cubicBezTo>
                    <a:cubicBezTo>
                      <a:pt x="46411" y="3793"/>
                      <a:pt x="45720" y="3643"/>
                      <a:pt x="45003" y="3643"/>
                    </a:cubicBezTo>
                    <a:cubicBezTo>
                      <a:pt x="42529" y="3643"/>
                      <a:pt x="39739" y="5425"/>
                      <a:pt x="37958" y="8323"/>
                    </a:cubicBezTo>
                    <a:cubicBezTo>
                      <a:pt x="37958" y="3727"/>
                      <a:pt x="35279" y="1"/>
                      <a:pt x="319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2"/>
              <p:cNvSpPr/>
              <p:nvPr/>
            </p:nvSpPr>
            <p:spPr>
              <a:xfrm>
                <a:off x="6933325" y="242331"/>
                <a:ext cx="1238002" cy="1209350"/>
              </a:xfrm>
              <a:custGeom>
                <a:avLst/>
                <a:gdLst/>
                <a:ahLst/>
                <a:cxnLst/>
                <a:rect l="l" t="t" r="r" b="b"/>
                <a:pathLst>
                  <a:path w="46983" h="45900" extrusionOk="0">
                    <a:moveTo>
                      <a:pt x="23491" y="1"/>
                    </a:moveTo>
                    <a:cubicBezTo>
                      <a:pt x="10514" y="1"/>
                      <a:pt x="0" y="10276"/>
                      <a:pt x="0" y="22956"/>
                    </a:cubicBezTo>
                    <a:cubicBezTo>
                      <a:pt x="0" y="35624"/>
                      <a:pt x="10514" y="45899"/>
                      <a:pt x="23491" y="45899"/>
                    </a:cubicBezTo>
                    <a:cubicBezTo>
                      <a:pt x="36469" y="45899"/>
                      <a:pt x="46982" y="35624"/>
                      <a:pt x="46982" y="22956"/>
                    </a:cubicBezTo>
                    <a:cubicBezTo>
                      <a:pt x="46982" y="10276"/>
                      <a:pt x="36469" y="1"/>
                      <a:pt x="234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9" name="Google Shape;989;p42"/>
          <p:cNvSpPr/>
          <p:nvPr/>
        </p:nvSpPr>
        <p:spPr>
          <a:xfrm>
            <a:off x="849993" y="539386"/>
            <a:ext cx="185805" cy="199389"/>
          </a:xfrm>
          <a:custGeom>
            <a:avLst/>
            <a:gdLst/>
            <a:ahLst/>
            <a:cxnLst/>
            <a:rect l="l" t="t" r="r" b="b"/>
            <a:pathLst>
              <a:path w="2763" h="2965" extrusionOk="0">
                <a:moveTo>
                  <a:pt x="1442" y="1"/>
                </a:moveTo>
                <a:cubicBezTo>
                  <a:pt x="1388" y="1"/>
                  <a:pt x="1334" y="33"/>
                  <a:pt x="1322" y="98"/>
                </a:cubicBezTo>
                <a:lnTo>
                  <a:pt x="1167" y="740"/>
                </a:lnTo>
                <a:cubicBezTo>
                  <a:pt x="1120" y="955"/>
                  <a:pt x="953" y="1133"/>
                  <a:pt x="762" y="1169"/>
                </a:cubicBezTo>
                <a:lnTo>
                  <a:pt x="143" y="1300"/>
                </a:lnTo>
                <a:cubicBezTo>
                  <a:pt x="12" y="1336"/>
                  <a:pt x="0" y="1526"/>
                  <a:pt x="131" y="1562"/>
                </a:cubicBezTo>
                <a:lnTo>
                  <a:pt x="739" y="1741"/>
                </a:lnTo>
                <a:cubicBezTo>
                  <a:pt x="929" y="1800"/>
                  <a:pt x="1072" y="1979"/>
                  <a:pt x="1108" y="2205"/>
                </a:cubicBezTo>
                <a:lnTo>
                  <a:pt x="1203" y="2860"/>
                </a:lnTo>
                <a:cubicBezTo>
                  <a:pt x="1215" y="2928"/>
                  <a:pt x="1273" y="2964"/>
                  <a:pt x="1331" y="2964"/>
                </a:cubicBezTo>
                <a:cubicBezTo>
                  <a:pt x="1384" y="2964"/>
                  <a:pt x="1436" y="2934"/>
                  <a:pt x="1453" y="2872"/>
                </a:cubicBezTo>
                <a:lnTo>
                  <a:pt x="1620" y="2169"/>
                </a:lnTo>
                <a:cubicBezTo>
                  <a:pt x="1667" y="1979"/>
                  <a:pt x="1798" y="1836"/>
                  <a:pt x="1965" y="1800"/>
                </a:cubicBezTo>
                <a:lnTo>
                  <a:pt x="2632" y="1657"/>
                </a:lnTo>
                <a:cubicBezTo>
                  <a:pt x="2763" y="1633"/>
                  <a:pt x="2763" y="1443"/>
                  <a:pt x="2632" y="1407"/>
                </a:cubicBezTo>
                <a:lnTo>
                  <a:pt x="1989" y="1205"/>
                </a:lnTo>
                <a:cubicBezTo>
                  <a:pt x="1822" y="1157"/>
                  <a:pt x="1703" y="1002"/>
                  <a:pt x="1667" y="812"/>
                </a:cubicBezTo>
                <a:lnTo>
                  <a:pt x="1560" y="109"/>
                </a:lnTo>
                <a:cubicBezTo>
                  <a:pt x="1554" y="36"/>
                  <a:pt x="1498" y="1"/>
                  <a:pt x="14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C5BF1-883E-FD7B-0C18-5BECC1E68BC3}"/>
              </a:ext>
            </a:extLst>
          </p:cNvPr>
          <p:cNvSpPr txBox="1"/>
          <p:nvPr/>
        </p:nvSpPr>
        <p:spPr>
          <a:xfrm>
            <a:off x="747490" y="3572335"/>
            <a:ext cx="4833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3"/>
              </a:rPr>
              <a:t>Granhub</a:t>
            </a:r>
            <a:r>
              <a:rPr lang="en-GB" dirty="0">
                <a:hlinkClick r:id="rId3"/>
              </a:rPr>
              <a:t> – Bringing Generations Together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3"/>
          <p:cNvSpPr txBox="1">
            <a:spLocks noGrp="1"/>
          </p:cNvSpPr>
          <p:nvPr>
            <p:ph type="subTitle" idx="1"/>
          </p:nvPr>
        </p:nvSpPr>
        <p:spPr>
          <a:xfrm>
            <a:off x="2028751" y="1253995"/>
            <a:ext cx="4064100" cy="2157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GB" i="1" dirty="0"/>
              <a:t>Exploring AI opportunities to serve older adults better</a:t>
            </a:r>
            <a:br>
              <a:rPr lang="en-GB" dirty="0"/>
            </a:br>
            <a:endParaRPr lang="en-GB" dirty="0"/>
          </a:p>
        </p:txBody>
      </p:sp>
      <p:grpSp>
        <p:nvGrpSpPr>
          <p:cNvPr id="996" name="Google Shape;996;p43"/>
          <p:cNvGrpSpPr/>
          <p:nvPr/>
        </p:nvGrpSpPr>
        <p:grpSpPr>
          <a:xfrm>
            <a:off x="5867261" y="1669472"/>
            <a:ext cx="3188914" cy="3169366"/>
            <a:chOff x="3681100" y="1476500"/>
            <a:chExt cx="942100" cy="936325"/>
          </a:xfrm>
        </p:grpSpPr>
        <p:sp>
          <p:nvSpPr>
            <p:cNvPr id="997" name="Google Shape;997;p43"/>
            <p:cNvSpPr/>
            <p:nvPr/>
          </p:nvSpPr>
          <p:spPr>
            <a:xfrm>
              <a:off x="4067975" y="1768850"/>
              <a:ext cx="352525" cy="277125"/>
            </a:xfrm>
            <a:custGeom>
              <a:avLst/>
              <a:gdLst/>
              <a:ahLst/>
              <a:cxnLst/>
              <a:rect l="l" t="t" r="r" b="b"/>
              <a:pathLst>
                <a:path w="14101" h="11085" extrusionOk="0">
                  <a:moveTo>
                    <a:pt x="1383" y="1"/>
                  </a:moveTo>
                  <a:cubicBezTo>
                    <a:pt x="1336" y="1"/>
                    <a:pt x="1293" y="8"/>
                    <a:pt x="1254" y="22"/>
                  </a:cubicBezTo>
                  <a:cubicBezTo>
                    <a:pt x="837" y="177"/>
                    <a:pt x="1302" y="487"/>
                    <a:pt x="1302" y="487"/>
                  </a:cubicBezTo>
                  <a:cubicBezTo>
                    <a:pt x="1302" y="487"/>
                    <a:pt x="994" y="351"/>
                    <a:pt x="756" y="351"/>
                  </a:cubicBezTo>
                  <a:cubicBezTo>
                    <a:pt x="629" y="351"/>
                    <a:pt x="521" y="390"/>
                    <a:pt x="492" y="510"/>
                  </a:cubicBezTo>
                  <a:cubicBezTo>
                    <a:pt x="420" y="868"/>
                    <a:pt x="659" y="1058"/>
                    <a:pt x="659" y="1058"/>
                  </a:cubicBezTo>
                  <a:cubicBezTo>
                    <a:pt x="659" y="1058"/>
                    <a:pt x="615" y="1053"/>
                    <a:pt x="552" y="1053"/>
                  </a:cubicBezTo>
                  <a:cubicBezTo>
                    <a:pt x="365" y="1053"/>
                    <a:pt x="1" y="1099"/>
                    <a:pt x="28" y="1463"/>
                  </a:cubicBezTo>
                  <a:cubicBezTo>
                    <a:pt x="63" y="1749"/>
                    <a:pt x="432" y="1820"/>
                    <a:pt x="432" y="1820"/>
                  </a:cubicBezTo>
                  <a:cubicBezTo>
                    <a:pt x="432" y="1820"/>
                    <a:pt x="51" y="1880"/>
                    <a:pt x="63" y="2177"/>
                  </a:cubicBezTo>
                  <a:cubicBezTo>
                    <a:pt x="87" y="2487"/>
                    <a:pt x="611" y="2499"/>
                    <a:pt x="611" y="2499"/>
                  </a:cubicBezTo>
                  <a:cubicBezTo>
                    <a:pt x="611" y="2499"/>
                    <a:pt x="373" y="2594"/>
                    <a:pt x="420" y="2916"/>
                  </a:cubicBezTo>
                  <a:cubicBezTo>
                    <a:pt x="456" y="3201"/>
                    <a:pt x="1171" y="3570"/>
                    <a:pt x="1837" y="3570"/>
                  </a:cubicBezTo>
                  <a:cubicBezTo>
                    <a:pt x="1873" y="4297"/>
                    <a:pt x="2040" y="6368"/>
                    <a:pt x="2766" y="8726"/>
                  </a:cubicBezTo>
                  <a:cubicBezTo>
                    <a:pt x="2766" y="8761"/>
                    <a:pt x="2778" y="8797"/>
                    <a:pt x="2790" y="8821"/>
                  </a:cubicBezTo>
                  <a:cubicBezTo>
                    <a:pt x="3254" y="10547"/>
                    <a:pt x="3564" y="10928"/>
                    <a:pt x="4266" y="11083"/>
                  </a:cubicBezTo>
                  <a:cubicBezTo>
                    <a:pt x="4270" y="11084"/>
                    <a:pt x="4278" y="11084"/>
                    <a:pt x="4289" y="11084"/>
                  </a:cubicBezTo>
                  <a:cubicBezTo>
                    <a:pt x="4442" y="11084"/>
                    <a:pt x="5235" y="11011"/>
                    <a:pt x="5290" y="11000"/>
                  </a:cubicBezTo>
                  <a:cubicBezTo>
                    <a:pt x="8576" y="10440"/>
                    <a:pt x="11719" y="9000"/>
                    <a:pt x="13934" y="5166"/>
                  </a:cubicBezTo>
                  <a:cubicBezTo>
                    <a:pt x="14101" y="4856"/>
                    <a:pt x="13934" y="4463"/>
                    <a:pt x="13589" y="4392"/>
                  </a:cubicBezTo>
                  <a:cubicBezTo>
                    <a:pt x="12398" y="4130"/>
                    <a:pt x="11422" y="3975"/>
                    <a:pt x="10195" y="3678"/>
                  </a:cubicBezTo>
                  <a:cubicBezTo>
                    <a:pt x="10156" y="3669"/>
                    <a:pt x="10115" y="3664"/>
                    <a:pt x="10075" y="3664"/>
                  </a:cubicBezTo>
                  <a:cubicBezTo>
                    <a:pt x="9897" y="3664"/>
                    <a:pt x="9721" y="3748"/>
                    <a:pt x="9624" y="3904"/>
                  </a:cubicBezTo>
                  <a:cubicBezTo>
                    <a:pt x="8922" y="5071"/>
                    <a:pt x="7838" y="5940"/>
                    <a:pt x="5874" y="6904"/>
                  </a:cubicBezTo>
                  <a:cubicBezTo>
                    <a:pt x="5171" y="5392"/>
                    <a:pt x="4350" y="3916"/>
                    <a:pt x="4111" y="3344"/>
                  </a:cubicBezTo>
                  <a:cubicBezTo>
                    <a:pt x="4111" y="3344"/>
                    <a:pt x="4111" y="3332"/>
                    <a:pt x="4111" y="3332"/>
                  </a:cubicBezTo>
                  <a:cubicBezTo>
                    <a:pt x="4088" y="3285"/>
                    <a:pt x="4064" y="3237"/>
                    <a:pt x="4052" y="3201"/>
                  </a:cubicBezTo>
                  <a:cubicBezTo>
                    <a:pt x="3897" y="2773"/>
                    <a:pt x="3492" y="1558"/>
                    <a:pt x="2909" y="927"/>
                  </a:cubicBezTo>
                  <a:cubicBezTo>
                    <a:pt x="2618" y="615"/>
                    <a:pt x="1831" y="1"/>
                    <a:pt x="1383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3"/>
            <p:cNvSpPr/>
            <p:nvPr/>
          </p:nvSpPr>
          <p:spPr>
            <a:xfrm>
              <a:off x="4232950" y="1845300"/>
              <a:ext cx="200650" cy="175050"/>
            </a:xfrm>
            <a:custGeom>
              <a:avLst/>
              <a:gdLst/>
              <a:ahLst/>
              <a:cxnLst/>
              <a:rect l="l" t="t" r="r" b="b"/>
              <a:pathLst>
                <a:path w="8026" h="7002" extrusionOk="0">
                  <a:moveTo>
                    <a:pt x="4918" y="0"/>
                  </a:moveTo>
                  <a:cubicBezTo>
                    <a:pt x="2858" y="155"/>
                    <a:pt x="1" y="2620"/>
                    <a:pt x="1" y="2620"/>
                  </a:cubicBezTo>
                  <a:cubicBezTo>
                    <a:pt x="215" y="4489"/>
                    <a:pt x="2489" y="7001"/>
                    <a:pt x="2489" y="7001"/>
                  </a:cubicBezTo>
                  <a:cubicBezTo>
                    <a:pt x="4251" y="6656"/>
                    <a:pt x="8026" y="5299"/>
                    <a:pt x="7490" y="1679"/>
                  </a:cubicBezTo>
                  <a:cubicBezTo>
                    <a:pt x="7287" y="286"/>
                    <a:pt x="4918" y="0"/>
                    <a:pt x="49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3"/>
            <p:cNvSpPr/>
            <p:nvPr/>
          </p:nvSpPr>
          <p:spPr>
            <a:xfrm>
              <a:off x="3883800" y="2222425"/>
              <a:ext cx="191875" cy="187075"/>
            </a:xfrm>
            <a:custGeom>
              <a:avLst/>
              <a:gdLst/>
              <a:ahLst/>
              <a:cxnLst/>
              <a:rect l="l" t="t" r="r" b="b"/>
              <a:pathLst>
                <a:path w="7675" h="7483" extrusionOk="0">
                  <a:moveTo>
                    <a:pt x="4335" y="1"/>
                  </a:moveTo>
                  <a:lnTo>
                    <a:pt x="4275" y="4668"/>
                  </a:lnTo>
                  <a:cubicBezTo>
                    <a:pt x="4275" y="4668"/>
                    <a:pt x="1" y="6275"/>
                    <a:pt x="25" y="7085"/>
                  </a:cubicBezTo>
                  <a:cubicBezTo>
                    <a:pt x="33" y="7387"/>
                    <a:pt x="729" y="7482"/>
                    <a:pt x="1596" y="7482"/>
                  </a:cubicBezTo>
                  <a:cubicBezTo>
                    <a:pt x="3051" y="7482"/>
                    <a:pt x="4989" y="7216"/>
                    <a:pt x="4989" y="7216"/>
                  </a:cubicBezTo>
                  <a:cubicBezTo>
                    <a:pt x="4989" y="7216"/>
                    <a:pt x="5372" y="7308"/>
                    <a:pt x="5822" y="7308"/>
                  </a:cubicBezTo>
                  <a:cubicBezTo>
                    <a:pt x="6638" y="7308"/>
                    <a:pt x="7675" y="7006"/>
                    <a:pt x="7061" y="5311"/>
                  </a:cubicBezTo>
                  <a:lnTo>
                    <a:pt x="7502" y="346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3"/>
            <p:cNvSpPr/>
            <p:nvPr/>
          </p:nvSpPr>
          <p:spPr>
            <a:xfrm>
              <a:off x="3965075" y="2032600"/>
              <a:ext cx="325350" cy="305900"/>
            </a:xfrm>
            <a:custGeom>
              <a:avLst/>
              <a:gdLst/>
              <a:ahLst/>
              <a:cxnLst/>
              <a:rect l="l" t="t" r="r" b="b"/>
              <a:pathLst>
                <a:path w="13014" h="12236" extrusionOk="0">
                  <a:moveTo>
                    <a:pt x="5316" y="1"/>
                  </a:moveTo>
                  <a:cubicBezTo>
                    <a:pt x="3070" y="1"/>
                    <a:pt x="772" y="1405"/>
                    <a:pt x="417" y="5081"/>
                  </a:cubicBezTo>
                  <a:cubicBezTo>
                    <a:pt x="0" y="9284"/>
                    <a:pt x="619" y="12035"/>
                    <a:pt x="619" y="12035"/>
                  </a:cubicBezTo>
                  <a:cubicBezTo>
                    <a:pt x="619" y="12035"/>
                    <a:pt x="2066" y="12236"/>
                    <a:pt x="3286" y="12236"/>
                  </a:cubicBezTo>
                  <a:cubicBezTo>
                    <a:pt x="3693" y="12236"/>
                    <a:pt x="4075" y="12213"/>
                    <a:pt x="4370" y="12154"/>
                  </a:cubicBezTo>
                  <a:lnTo>
                    <a:pt x="4751" y="6462"/>
                  </a:lnTo>
                  <a:lnTo>
                    <a:pt x="10109" y="10844"/>
                  </a:lnTo>
                  <a:lnTo>
                    <a:pt x="13014" y="4474"/>
                  </a:lnTo>
                  <a:cubicBezTo>
                    <a:pt x="13014" y="4474"/>
                    <a:pt x="8751" y="497"/>
                    <a:pt x="6251" y="81"/>
                  </a:cubicBezTo>
                  <a:cubicBezTo>
                    <a:pt x="5944" y="28"/>
                    <a:pt x="5631" y="1"/>
                    <a:pt x="5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3"/>
            <p:cNvSpPr/>
            <p:nvPr/>
          </p:nvSpPr>
          <p:spPr>
            <a:xfrm>
              <a:off x="3879350" y="2364700"/>
              <a:ext cx="50625" cy="39325"/>
            </a:xfrm>
            <a:custGeom>
              <a:avLst/>
              <a:gdLst/>
              <a:ahLst/>
              <a:cxnLst/>
              <a:rect l="l" t="t" r="r" b="b"/>
              <a:pathLst>
                <a:path w="2025" h="1573" extrusionOk="0">
                  <a:moveTo>
                    <a:pt x="1703" y="1"/>
                  </a:moveTo>
                  <a:cubicBezTo>
                    <a:pt x="393" y="644"/>
                    <a:pt x="0" y="1239"/>
                    <a:pt x="0" y="1239"/>
                  </a:cubicBezTo>
                  <a:cubicBezTo>
                    <a:pt x="0" y="1239"/>
                    <a:pt x="72" y="1429"/>
                    <a:pt x="1929" y="1572"/>
                  </a:cubicBezTo>
                  <a:cubicBezTo>
                    <a:pt x="2024" y="1025"/>
                    <a:pt x="1941" y="465"/>
                    <a:pt x="1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3"/>
            <p:cNvSpPr/>
            <p:nvPr/>
          </p:nvSpPr>
          <p:spPr>
            <a:xfrm>
              <a:off x="3921900" y="2347750"/>
              <a:ext cx="144700" cy="58975"/>
            </a:xfrm>
            <a:custGeom>
              <a:avLst/>
              <a:gdLst/>
              <a:ahLst/>
              <a:cxnLst/>
              <a:rect l="l" t="t" r="r" b="b"/>
              <a:pathLst>
                <a:path w="5788" h="2359" extrusionOk="0">
                  <a:moveTo>
                    <a:pt x="1751" y="0"/>
                  </a:moveTo>
                  <a:cubicBezTo>
                    <a:pt x="1037" y="214"/>
                    <a:pt x="453" y="453"/>
                    <a:pt x="1" y="679"/>
                  </a:cubicBezTo>
                  <a:cubicBezTo>
                    <a:pt x="239" y="1143"/>
                    <a:pt x="322" y="1703"/>
                    <a:pt x="227" y="2250"/>
                  </a:cubicBezTo>
                  <a:cubicBezTo>
                    <a:pt x="703" y="2286"/>
                    <a:pt x="1299" y="2322"/>
                    <a:pt x="2037" y="2346"/>
                  </a:cubicBezTo>
                  <a:cubicBezTo>
                    <a:pt x="2273" y="2354"/>
                    <a:pt x="2495" y="2358"/>
                    <a:pt x="2702" y="2358"/>
                  </a:cubicBezTo>
                  <a:cubicBezTo>
                    <a:pt x="5683" y="2358"/>
                    <a:pt x="5787" y="1536"/>
                    <a:pt x="5787" y="1536"/>
                  </a:cubicBezTo>
                  <a:cubicBezTo>
                    <a:pt x="5787" y="619"/>
                    <a:pt x="5537" y="83"/>
                    <a:pt x="5549" y="24"/>
                  </a:cubicBezTo>
                  <a:lnTo>
                    <a:pt x="5549" y="24"/>
                  </a:lnTo>
                  <a:cubicBezTo>
                    <a:pt x="4991" y="348"/>
                    <a:pt x="4390" y="457"/>
                    <a:pt x="3834" y="457"/>
                  </a:cubicBezTo>
                  <a:cubicBezTo>
                    <a:pt x="2697" y="457"/>
                    <a:pt x="1751" y="0"/>
                    <a:pt x="17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3"/>
            <p:cNvSpPr/>
            <p:nvPr/>
          </p:nvSpPr>
          <p:spPr>
            <a:xfrm>
              <a:off x="3877850" y="2386125"/>
              <a:ext cx="188750" cy="26700"/>
            </a:xfrm>
            <a:custGeom>
              <a:avLst/>
              <a:gdLst/>
              <a:ahLst/>
              <a:cxnLst/>
              <a:rect l="l" t="t" r="r" b="b"/>
              <a:pathLst>
                <a:path w="7550" h="1068" extrusionOk="0">
                  <a:moveTo>
                    <a:pt x="7549" y="1"/>
                  </a:moveTo>
                  <a:lnTo>
                    <a:pt x="7549" y="1"/>
                  </a:lnTo>
                  <a:cubicBezTo>
                    <a:pt x="6569" y="281"/>
                    <a:pt x="4984" y="613"/>
                    <a:pt x="2976" y="613"/>
                  </a:cubicBezTo>
                  <a:cubicBezTo>
                    <a:pt x="2082" y="613"/>
                    <a:pt x="1105" y="547"/>
                    <a:pt x="60" y="382"/>
                  </a:cubicBezTo>
                  <a:cubicBezTo>
                    <a:pt x="1" y="608"/>
                    <a:pt x="24" y="763"/>
                    <a:pt x="24" y="763"/>
                  </a:cubicBezTo>
                  <a:cubicBezTo>
                    <a:pt x="24" y="763"/>
                    <a:pt x="356" y="1067"/>
                    <a:pt x="2594" y="1067"/>
                  </a:cubicBezTo>
                  <a:cubicBezTo>
                    <a:pt x="2899" y="1067"/>
                    <a:pt x="3240" y="1062"/>
                    <a:pt x="3620" y="1049"/>
                  </a:cubicBezTo>
                  <a:cubicBezTo>
                    <a:pt x="6466" y="953"/>
                    <a:pt x="7502" y="561"/>
                    <a:pt x="7502" y="561"/>
                  </a:cubicBezTo>
                  <a:cubicBezTo>
                    <a:pt x="7525" y="370"/>
                    <a:pt x="7537" y="180"/>
                    <a:pt x="7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3"/>
            <p:cNvSpPr/>
            <p:nvPr/>
          </p:nvSpPr>
          <p:spPr>
            <a:xfrm>
              <a:off x="3939175" y="2355350"/>
              <a:ext cx="16700" cy="29025"/>
            </a:xfrm>
            <a:custGeom>
              <a:avLst/>
              <a:gdLst/>
              <a:ahLst/>
              <a:cxnLst/>
              <a:rect l="l" t="t" r="r" b="b"/>
              <a:pathLst>
                <a:path w="668" h="1161" extrusionOk="0">
                  <a:moveTo>
                    <a:pt x="51" y="1"/>
                  </a:moveTo>
                  <a:cubicBezTo>
                    <a:pt x="35" y="1"/>
                    <a:pt x="21" y="9"/>
                    <a:pt x="12" y="18"/>
                  </a:cubicBezTo>
                  <a:cubicBezTo>
                    <a:pt x="0" y="41"/>
                    <a:pt x="12" y="65"/>
                    <a:pt x="24" y="77"/>
                  </a:cubicBezTo>
                  <a:cubicBezTo>
                    <a:pt x="48" y="89"/>
                    <a:pt x="584" y="399"/>
                    <a:pt x="536" y="1113"/>
                  </a:cubicBezTo>
                  <a:cubicBezTo>
                    <a:pt x="536" y="1137"/>
                    <a:pt x="548" y="1161"/>
                    <a:pt x="584" y="1161"/>
                  </a:cubicBezTo>
                  <a:lnTo>
                    <a:pt x="596" y="1161"/>
                  </a:lnTo>
                  <a:cubicBezTo>
                    <a:pt x="608" y="1161"/>
                    <a:pt x="619" y="1137"/>
                    <a:pt x="619" y="1125"/>
                  </a:cubicBezTo>
                  <a:cubicBezTo>
                    <a:pt x="667" y="339"/>
                    <a:pt x="84" y="6"/>
                    <a:pt x="72" y="6"/>
                  </a:cubicBezTo>
                  <a:cubicBezTo>
                    <a:pt x="65" y="2"/>
                    <a:pt x="58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3"/>
            <p:cNvSpPr/>
            <p:nvPr/>
          </p:nvSpPr>
          <p:spPr>
            <a:xfrm>
              <a:off x="3954950" y="2349625"/>
              <a:ext cx="15500" cy="29100"/>
            </a:xfrm>
            <a:custGeom>
              <a:avLst/>
              <a:gdLst/>
              <a:ahLst/>
              <a:cxnLst/>
              <a:rect l="l" t="t" r="r" b="b"/>
              <a:pathLst>
                <a:path w="620" h="1164" extrusionOk="0">
                  <a:moveTo>
                    <a:pt x="48" y="1"/>
                  </a:moveTo>
                  <a:cubicBezTo>
                    <a:pt x="34" y="1"/>
                    <a:pt x="19" y="6"/>
                    <a:pt x="12" y="20"/>
                  </a:cubicBezTo>
                  <a:cubicBezTo>
                    <a:pt x="0" y="44"/>
                    <a:pt x="12" y="68"/>
                    <a:pt x="36" y="80"/>
                  </a:cubicBezTo>
                  <a:cubicBezTo>
                    <a:pt x="36" y="80"/>
                    <a:pt x="500" y="354"/>
                    <a:pt x="524" y="1116"/>
                  </a:cubicBezTo>
                  <a:cubicBezTo>
                    <a:pt x="524" y="1140"/>
                    <a:pt x="548" y="1163"/>
                    <a:pt x="572" y="1163"/>
                  </a:cubicBezTo>
                  <a:lnTo>
                    <a:pt x="584" y="1163"/>
                  </a:lnTo>
                  <a:cubicBezTo>
                    <a:pt x="596" y="1151"/>
                    <a:pt x="619" y="1140"/>
                    <a:pt x="619" y="1116"/>
                  </a:cubicBezTo>
                  <a:cubicBezTo>
                    <a:pt x="584" y="294"/>
                    <a:pt x="96" y="20"/>
                    <a:pt x="72" y="8"/>
                  </a:cubicBezTo>
                  <a:cubicBezTo>
                    <a:pt x="67" y="4"/>
                    <a:pt x="58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3"/>
            <p:cNvSpPr/>
            <p:nvPr/>
          </p:nvSpPr>
          <p:spPr>
            <a:xfrm>
              <a:off x="3954050" y="2332225"/>
              <a:ext cx="16100" cy="25350"/>
            </a:xfrm>
            <a:custGeom>
              <a:avLst/>
              <a:gdLst/>
              <a:ahLst/>
              <a:cxnLst/>
              <a:rect l="l" t="t" r="r" b="b"/>
              <a:pathLst>
                <a:path w="644" h="1014" extrusionOk="0">
                  <a:moveTo>
                    <a:pt x="310" y="85"/>
                  </a:moveTo>
                  <a:cubicBezTo>
                    <a:pt x="370" y="85"/>
                    <a:pt x="394" y="109"/>
                    <a:pt x="405" y="121"/>
                  </a:cubicBezTo>
                  <a:cubicBezTo>
                    <a:pt x="501" y="252"/>
                    <a:pt x="405" y="633"/>
                    <a:pt x="334" y="859"/>
                  </a:cubicBezTo>
                  <a:cubicBezTo>
                    <a:pt x="251" y="645"/>
                    <a:pt x="132" y="288"/>
                    <a:pt x="215" y="145"/>
                  </a:cubicBezTo>
                  <a:cubicBezTo>
                    <a:pt x="227" y="121"/>
                    <a:pt x="251" y="97"/>
                    <a:pt x="286" y="97"/>
                  </a:cubicBezTo>
                  <a:cubicBezTo>
                    <a:pt x="286" y="85"/>
                    <a:pt x="298" y="85"/>
                    <a:pt x="310" y="85"/>
                  </a:cubicBezTo>
                  <a:close/>
                  <a:moveTo>
                    <a:pt x="339" y="0"/>
                  </a:moveTo>
                  <a:cubicBezTo>
                    <a:pt x="330" y="0"/>
                    <a:pt x="320" y="1"/>
                    <a:pt x="310" y="2"/>
                  </a:cubicBezTo>
                  <a:cubicBezTo>
                    <a:pt x="227" y="2"/>
                    <a:pt x="167" y="38"/>
                    <a:pt x="132" y="97"/>
                  </a:cubicBezTo>
                  <a:cubicBezTo>
                    <a:pt x="1" y="335"/>
                    <a:pt x="263" y="919"/>
                    <a:pt x="298" y="990"/>
                  </a:cubicBezTo>
                  <a:cubicBezTo>
                    <a:pt x="310" y="1002"/>
                    <a:pt x="322" y="1014"/>
                    <a:pt x="346" y="1014"/>
                  </a:cubicBezTo>
                  <a:cubicBezTo>
                    <a:pt x="358" y="1014"/>
                    <a:pt x="370" y="1002"/>
                    <a:pt x="382" y="990"/>
                  </a:cubicBezTo>
                  <a:cubicBezTo>
                    <a:pt x="405" y="919"/>
                    <a:pt x="644" y="288"/>
                    <a:pt x="477" y="73"/>
                  </a:cubicBezTo>
                  <a:cubicBezTo>
                    <a:pt x="456" y="42"/>
                    <a:pt x="41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3"/>
            <p:cNvSpPr/>
            <p:nvPr/>
          </p:nvSpPr>
          <p:spPr>
            <a:xfrm>
              <a:off x="3961500" y="2342375"/>
              <a:ext cx="23525" cy="15500"/>
            </a:xfrm>
            <a:custGeom>
              <a:avLst/>
              <a:gdLst/>
              <a:ahLst/>
              <a:cxnLst/>
              <a:rect l="l" t="t" r="r" b="b"/>
              <a:pathLst>
                <a:path w="941" h="620" extrusionOk="0">
                  <a:moveTo>
                    <a:pt x="706" y="91"/>
                  </a:moveTo>
                  <a:cubicBezTo>
                    <a:pt x="712" y="91"/>
                    <a:pt x="719" y="92"/>
                    <a:pt x="727" y="96"/>
                  </a:cubicBezTo>
                  <a:cubicBezTo>
                    <a:pt x="762" y="96"/>
                    <a:pt x="798" y="108"/>
                    <a:pt x="822" y="156"/>
                  </a:cubicBezTo>
                  <a:cubicBezTo>
                    <a:pt x="858" y="203"/>
                    <a:pt x="846" y="239"/>
                    <a:pt x="834" y="263"/>
                  </a:cubicBezTo>
                  <a:cubicBezTo>
                    <a:pt x="762" y="406"/>
                    <a:pt x="381" y="489"/>
                    <a:pt x="143" y="525"/>
                  </a:cubicBezTo>
                  <a:cubicBezTo>
                    <a:pt x="274" y="370"/>
                    <a:pt x="512" y="132"/>
                    <a:pt x="667" y="96"/>
                  </a:cubicBezTo>
                  <a:cubicBezTo>
                    <a:pt x="683" y="96"/>
                    <a:pt x="693" y="91"/>
                    <a:pt x="706" y="91"/>
                  </a:cubicBezTo>
                  <a:close/>
                  <a:moveTo>
                    <a:pt x="729" y="1"/>
                  </a:moveTo>
                  <a:cubicBezTo>
                    <a:pt x="455" y="1"/>
                    <a:pt x="47" y="490"/>
                    <a:pt x="12" y="548"/>
                  </a:cubicBezTo>
                  <a:cubicBezTo>
                    <a:pt x="0" y="560"/>
                    <a:pt x="0" y="584"/>
                    <a:pt x="0" y="596"/>
                  </a:cubicBezTo>
                  <a:cubicBezTo>
                    <a:pt x="12" y="608"/>
                    <a:pt x="24" y="620"/>
                    <a:pt x="48" y="620"/>
                  </a:cubicBezTo>
                  <a:cubicBezTo>
                    <a:pt x="84" y="620"/>
                    <a:pt x="250" y="596"/>
                    <a:pt x="429" y="560"/>
                  </a:cubicBezTo>
                  <a:cubicBezTo>
                    <a:pt x="631" y="501"/>
                    <a:pt x="846" y="429"/>
                    <a:pt x="905" y="298"/>
                  </a:cubicBezTo>
                  <a:cubicBezTo>
                    <a:pt x="929" y="263"/>
                    <a:pt x="941" y="191"/>
                    <a:pt x="893" y="108"/>
                  </a:cubicBezTo>
                  <a:cubicBezTo>
                    <a:pt x="858" y="48"/>
                    <a:pt x="798" y="13"/>
                    <a:pt x="738" y="1"/>
                  </a:cubicBezTo>
                  <a:cubicBezTo>
                    <a:pt x="735" y="1"/>
                    <a:pt x="732" y="1"/>
                    <a:pt x="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3"/>
            <p:cNvSpPr/>
            <p:nvPr/>
          </p:nvSpPr>
          <p:spPr>
            <a:xfrm>
              <a:off x="3681100" y="2178375"/>
              <a:ext cx="397400" cy="220100"/>
            </a:xfrm>
            <a:custGeom>
              <a:avLst/>
              <a:gdLst/>
              <a:ahLst/>
              <a:cxnLst/>
              <a:rect l="l" t="t" r="r" b="b"/>
              <a:pathLst>
                <a:path w="15896" h="8804" extrusionOk="0">
                  <a:moveTo>
                    <a:pt x="12335" y="0"/>
                  </a:moveTo>
                  <a:lnTo>
                    <a:pt x="4882" y="5311"/>
                  </a:lnTo>
                  <a:cubicBezTo>
                    <a:pt x="4882" y="5311"/>
                    <a:pt x="1830" y="2746"/>
                    <a:pt x="863" y="2746"/>
                  </a:cubicBezTo>
                  <a:cubicBezTo>
                    <a:pt x="795" y="2746"/>
                    <a:pt x="737" y="2759"/>
                    <a:pt x="691" y="2787"/>
                  </a:cubicBezTo>
                  <a:cubicBezTo>
                    <a:pt x="1" y="3215"/>
                    <a:pt x="3001" y="7180"/>
                    <a:pt x="3001" y="7180"/>
                  </a:cubicBezTo>
                  <a:cubicBezTo>
                    <a:pt x="3001" y="7180"/>
                    <a:pt x="3473" y="8804"/>
                    <a:pt x="4446" y="8804"/>
                  </a:cubicBezTo>
                  <a:cubicBezTo>
                    <a:pt x="4793" y="8804"/>
                    <a:pt x="5204" y="8597"/>
                    <a:pt x="5680" y="8037"/>
                  </a:cubicBezTo>
                  <a:lnTo>
                    <a:pt x="15895" y="2358"/>
                  </a:lnTo>
                  <a:lnTo>
                    <a:pt x="12335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3"/>
            <p:cNvSpPr/>
            <p:nvPr/>
          </p:nvSpPr>
          <p:spPr>
            <a:xfrm>
              <a:off x="3695975" y="2241775"/>
              <a:ext cx="50925" cy="46150"/>
            </a:xfrm>
            <a:custGeom>
              <a:avLst/>
              <a:gdLst/>
              <a:ahLst/>
              <a:cxnLst/>
              <a:rect l="l" t="t" r="r" b="b"/>
              <a:pathLst>
                <a:path w="2037" h="1846" extrusionOk="0">
                  <a:moveTo>
                    <a:pt x="120" y="0"/>
                  </a:moveTo>
                  <a:cubicBezTo>
                    <a:pt x="120" y="0"/>
                    <a:pt x="1" y="155"/>
                    <a:pt x="787" y="1846"/>
                  </a:cubicBezTo>
                  <a:cubicBezTo>
                    <a:pt x="1311" y="1655"/>
                    <a:pt x="1751" y="1310"/>
                    <a:pt x="2037" y="870"/>
                  </a:cubicBezTo>
                  <a:cubicBezTo>
                    <a:pt x="834" y="48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3"/>
            <p:cNvSpPr/>
            <p:nvPr/>
          </p:nvSpPr>
          <p:spPr>
            <a:xfrm>
              <a:off x="3715625" y="2263500"/>
              <a:ext cx="113725" cy="136950"/>
            </a:xfrm>
            <a:custGeom>
              <a:avLst/>
              <a:gdLst/>
              <a:ahLst/>
              <a:cxnLst/>
              <a:rect l="l" t="t" r="r" b="b"/>
              <a:pathLst>
                <a:path w="4549" h="5478" extrusionOk="0">
                  <a:moveTo>
                    <a:pt x="1251" y="1"/>
                  </a:moveTo>
                  <a:cubicBezTo>
                    <a:pt x="965" y="441"/>
                    <a:pt x="525" y="786"/>
                    <a:pt x="1" y="977"/>
                  </a:cubicBezTo>
                  <a:cubicBezTo>
                    <a:pt x="203" y="1406"/>
                    <a:pt x="465" y="1941"/>
                    <a:pt x="810" y="2596"/>
                  </a:cubicBezTo>
                  <a:cubicBezTo>
                    <a:pt x="2175" y="5238"/>
                    <a:pt x="3013" y="5477"/>
                    <a:pt x="3272" y="5477"/>
                  </a:cubicBezTo>
                  <a:cubicBezTo>
                    <a:pt x="3329" y="5477"/>
                    <a:pt x="3358" y="5466"/>
                    <a:pt x="3358" y="5466"/>
                  </a:cubicBezTo>
                  <a:cubicBezTo>
                    <a:pt x="4156" y="5013"/>
                    <a:pt x="4501" y="4525"/>
                    <a:pt x="4549" y="4513"/>
                  </a:cubicBezTo>
                  <a:cubicBezTo>
                    <a:pt x="2858" y="3525"/>
                    <a:pt x="2703" y="1191"/>
                    <a:pt x="2703" y="1191"/>
                  </a:cubicBezTo>
                  <a:cubicBezTo>
                    <a:pt x="2168" y="679"/>
                    <a:pt x="1680" y="286"/>
                    <a:pt x="12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3"/>
            <p:cNvSpPr/>
            <p:nvPr/>
          </p:nvSpPr>
          <p:spPr>
            <a:xfrm>
              <a:off x="3687050" y="2241775"/>
              <a:ext cx="112550" cy="164025"/>
            </a:xfrm>
            <a:custGeom>
              <a:avLst/>
              <a:gdLst/>
              <a:ahLst/>
              <a:cxnLst/>
              <a:rect l="l" t="t" r="r" b="b"/>
              <a:pathLst>
                <a:path w="4502" h="6561" extrusionOk="0">
                  <a:moveTo>
                    <a:pt x="477" y="0"/>
                  </a:moveTo>
                  <a:cubicBezTo>
                    <a:pt x="251" y="60"/>
                    <a:pt x="132" y="167"/>
                    <a:pt x="132" y="167"/>
                  </a:cubicBezTo>
                  <a:cubicBezTo>
                    <a:pt x="132" y="167"/>
                    <a:pt x="1" y="715"/>
                    <a:pt x="1656" y="3429"/>
                  </a:cubicBezTo>
                  <a:cubicBezTo>
                    <a:pt x="3132" y="5858"/>
                    <a:pt x="3977" y="6561"/>
                    <a:pt x="3977" y="6561"/>
                  </a:cubicBezTo>
                  <a:cubicBezTo>
                    <a:pt x="4168" y="6489"/>
                    <a:pt x="4335" y="6418"/>
                    <a:pt x="4501" y="6335"/>
                  </a:cubicBezTo>
                  <a:cubicBezTo>
                    <a:pt x="3454" y="5299"/>
                    <a:pt x="1680" y="3215"/>
                    <a:pt x="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3745100" y="2274525"/>
              <a:ext cx="19375" cy="27025"/>
            </a:xfrm>
            <a:custGeom>
              <a:avLst/>
              <a:gdLst/>
              <a:ahLst/>
              <a:cxnLst/>
              <a:rect l="l" t="t" r="r" b="b"/>
              <a:pathLst>
                <a:path w="775" h="1081" extrusionOk="0">
                  <a:moveTo>
                    <a:pt x="727" y="0"/>
                  </a:moveTo>
                  <a:cubicBezTo>
                    <a:pt x="703" y="0"/>
                    <a:pt x="679" y="24"/>
                    <a:pt x="679" y="48"/>
                  </a:cubicBezTo>
                  <a:cubicBezTo>
                    <a:pt x="679" y="72"/>
                    <a:pt x="679" y="679"/>
                    <a:pt x="36" y="1000"/>
                  </a:cubicBezTo>
                  <a:cubicBezTo>
                    <a:pt x="12" y="1012"/>
                    <a:pt x="0" y="1036"/>
                    <a:pt x="12" y="1060"/>
                  </a:cubicBezTo>
                  <a:cubicBezTo>
                    <a:pt x="12" y="1060"/>
                    <a:pt x="12" y="1060"/>
                    <a:pt x="24" y="1072"/>
                  </a:cubicBezTo>
                  <a:cubicBezTo>
                    <a:pt x="30" y="1078"/>
                    <a:pt x="36" y="1081"/>
                    <a:pt x="44" y="1081"/>
                  </a:cubicBezTo>
                  <a:cubicBezTo>
                    <a:pt x="51" y="1081"/>
                    <a:pt x="60" y="1078"/>
                    <a:pt x="72" y="1072"/>
                  </a:cubicBezTo>
                  <a:cubicBezTo>
                    <a:pt x="762" y="738"/>
                    <a:pt x="774" y="48"/>
                    <a:pt x="774" y="48"/>
                  </a:cubicBezTo>
                  <a:cubicBezTo>
                    <a:pt x="774" y="24"/>
                    <a:pt x="751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3"/>
            <p:cNvSpPr/>
            <p:nvPr/>
          </p:nvSpPr>
          <p:spPr>
            <a:xfrm>
              <a:off x="3757900" y="2285525"/>
              <a:ext cx="19375" cy="26725"/>
            </a:xfrm>
            <a:custGeom>
              <a:avLst/>
              <a:gdLst/>
              <a:ahLst/>
              <a:cxnLst/>
              <a:rect l="l" t="t" r="r" b="b"/>
              <a:pathLst>
                <a:path w="775" h="1069" extrusionOk="0">
                  <a:moveTo>
                    <a:pt x="727" y="1"/>
                  </a:moveTo>
                  <a:cubicBezTo>
                    <a:pt x="703" y="1"/>
                    <a:pt x="679" y="25"/>
                    <a:pt x="679" y="48"/>
                  </a:cubicBezTo>
                  <a:cubicBezTo>
                    <a:pt x="679" y="48"/>
                    <a:pt x="679" y="596"/>
                    <a:pt x="24" y="989"/>
                  </a:cubicBezTo>
                  <a:cubicBezTo>
                    <a:pt x="0" y="1001"/>
                    <a:pt x="0" y="1025"/>
                    <a:pt x="12" y="1048"/>
                  </a:cubicBezTo>
                  <a:cubicBezTo>
                    <a:pt x="19" y="1062"/>
                    <a:pt x="30" y="1068"/>
                    <a:pt x="43" y="1068"/>
                  </a:cubicBezTo>
                  <a:cubicBezTo>
                    <a:pt x="52" y="1068"/>
                    <a:pt x="62" y="1065"/>
                    <a:pt x="72" y="1060"/>
                  </a:cubicBezTo>
                  <a:cubicBezTo>
                    <a:pt x="762" y="632"/>
                    <a:pt x="774" y="72"/>
                    <a:pt x="774" y="48"/>
                  </a:cubicBezTo>
                  <a:cubicBezTo>
                    <a:pt x="774" y="25"/>
                    <a:pt x="751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3"/>
            <p:cNvSpPr/>
            <p:nvPr/>
          </p:nvSpPr>
          <p:spPr>
            <a:xfrm>
              <a:off x="3772775" y="2279875"/>
              <a:ext cx="23250" cy="16100"/>
            </a:xfrm>
            <a:custGeom>
              <a:avLst/>
              <a:gdLst/>
              <a:ahLst/>
              <a:cxnLst/>
              <a:rect l="l" t="t" r="r" b="b"/>
              <a:pathLst>
                <a:path w="930" h="644" extrusionOk="0">
                  <a:moveTo>
                    <a:pt x="715" y="84"/>
                  </a:moveTo>
                  <a:cubicBezTo>
                    <a:pt x="739" y="84"/>
                    <a:pt x="763" y="96"/>
                    <a:pt x="787" y="120"/>
                  </a:cubicBezTo>
                  <a:cubicBezTo>
                    <a:pt x="798" y="131"/>
                    <a:pt x="798" y="131"/>
                    <a:pt x="810" y="143"/>
                  </a:cubicBezTo>
                  <a:cubicBezTo>
                    <a:pt x="846" y="191"/>
                    <a:pt x="834" y="227"/>
                    <a:pt x="822" y="251"/>
                  </a:cubicBezTo>
                  <a:cubicBezTo>
                    <a:pt x="763" y="393"/>
                    <a:pt x="382" y="501"/>
                    <a:pt x="156" y="536"/>
                  </a:cubicBezTo>
                  <a:cubicBezTo>
                    <a:pt x="286" y="358"/>
                    <a:pt x="548" y="84"/>
                    <a:pt x="715" y="84"/>
                  </a:cubicBezTo>
                  <a:close/>
                  <a:moveTo>
                    <a:pt x="706" y="0"/>
                  </a:moveTo>
                  <a:cubicBezTo>
                    <a:pt x="433" y="0"/>
                    <a:pt x="60" y="525"/>
                    <a:pt x="13" y="584"/>
                  </a:cubicBezTo>
                  <a:cubicBezTo>
                    <a:pt x="1" y="596"/>
                    <a:pt x="1" y="608"/>
                    <a:pt x="13" y="632"/>
                  </a:cubicBezTo>
                  <a:cubicBezTo>
                    <a:pt x="25" y="643"/>
                    <a:pt x="36" y="643"/>
                    <a:pt x="48" y="643"/>
                  </a:cubicBezTo>
                  <a:cubicBezTo>
                    <a:pt x="132" y="632"/>
                    <a:pt x="798" y="524"/>
                    <a:pt x="906" y="286"/>
                  </a:cubicBezTo>
                  <a:cubicBezTo>
                    <a:pt x="918" y="239"/>
                    <a:pt x="929" y="179"/>
                    <a:pt x="882" y="96"/>
                  </a:cubicBezTo>
                  <a:cubicBezTo>
                    <a:pt x="834" y="36"/>
                    <a:pt x="775" y="0"/>
                    <a:pt x="715" y="0"/>
                  </a:cubicBezTo>
                  <a:cubicBezTo>
                    <a:pt x="712" y="0"/>
                    <a:pt x="7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3772475" y="2294050"/>
              <a:ext cx="22950" cy="16525"/>
            </a:xfrm>
            <a:custGeom>
              <a:avLst/>
              <a:gdLst/>
              <a:ahLst/>
              <a:cxnLst/>
              <a:rect l="l" t="t" r="r" b="b"/>
              <a:pathLst>
                <a:path w="918" h="661" extrusionOk="0">
                  <a:moveTo>
                    <a:pt x="156" y="100"/>
                  </a:moveTo>
                  <a:lnTo>
                    <a:pt x="156" y="100"/>
                  </a:lnTo>
                  <a:cubicBezTo>
                    <a:pt x="358" y="148"/>
                    <a:pt x="668" y="231"/>
                    <a:pt x="775" y="350"/>
                  </a:cubicBezTo>
                  <a:cubicBezTo>
                    <a:pt x="799" y="362"/>
                    <a:pt x="810" y="386"/>
                    <a:pt x="810" y="398"/>
                  </a:cubicBezTo>
                  <a:cubicBezTo>
                    <a:pt x="834" y="434"/>
                    <a:pt x="822" y="469"/>
                    <a:pt x="799" y="517"/>
                  </a:cubicBezTo>
                  <a:cubicBezTo>
                    <a:pt x="775" y="565"/>
                    <a:pt x="739" y="576"/>
                    <a:pt x="715" y="576"/>
                  </a:cubicBezTo>
                  <a:cubicBezTo>
                    <a:pt x="560" y="576"/>
                    <a:pt x="298" y="291"/>
                    <a:pt x="156" y="100"/>
                  </a:cubicBezTo>
                  <a:close/>
                  <a:moveTo>
                    <a:pt x="47" y="0"/>
                  </a:moveTo>
                  <a:cubicBezTo>
                    <a:pt x="36" y="0"/>
                    <a:pt x="21" y="8"/>
                    <a:pt x="13" y="17"/>
                  </a:cubicBezTo>
                  <a:cubicBezTo>
                    <a:pt x="1" y="29"/>
                    <a:pt x="1" y="53"/>
                    <a:pt x="13" y="65"/>
                  </a:cubicBezTo>
                  <a:cubicBezTo>
                    <a:pt x="37" y="100"/>
                    <a:pt x="132" y="231"/>
                    <a:pt x="263" y="374"/>
                  </a:cubicBezTo>
                  <a:cubicBezTo>
                    <a:pt x="400" y="512"/>
                    <a:pt x="560" y="660"/>
                    <a:pt x="699" y="660"/>
                  </a:cubicBezTo>
                  <a:cubicBezTo>
                    <a:pt x="705" y="660"/>
                    <a:pt x="710" y="660"/>
                    <a:pt x="715" y="660"/>
                  </a:cubicBezTo>
                  <a:cubicBezTo>
                    <a:pt x="763" y="660"/>
                    <a:pt x="834" y="636"/>
                    <a:pt x="882" y="565"/>
                  </a:cubicBezTo>
                  <a:cubicBezTo>
                    <a:pt x="918" y="493"/>
                    <a:pt x="918" y="422"/>
                    <a:pt x="894" y="362"/>
                  </a:cubicBezTo>
                  <a:cubicBezTo>
                    <a:pt x="775" y="112"/>
                    <a:pt x="132" y="5"/>
                    <a:pt x="60" y="5"/>
                  </a:cubicBezTo>
                  <a:cubicBezTo>
                    <a:pt x="57" y="1"/>
                    <a:pt x="52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4342500" y="1847550"/>
              <a:ext cx="156575" cy="180950"/>
            </a:xfrm>
            <a:custGeom>
              <a:avLst/>
              <a:gdLst/>
              <a:ahLst/>
              <a:cxnLst/>
              <a:rect l="l" t="t" r="r" b="b"/>
              <a:pathLst>
                <a:path w="6263" h="7238" extrusionOk="0">
                  <a:moveTo>
                    <a:pt x="2427" y="1"/>
                  </a:moveTo>
                  <a:cubicBezTo>
                    <a:pt x="1484" y="1"/>
                    <a:pt x="798" y="827"/>
                    <a:pt x="798" y="827"/>
                  </a:cubicBezTo>
                  <a:cubicBezTo>
                    <a:pt x="0" y="2089"/>
                    <a:pt x="1227" y="7030"/>
                    <a:pt x="1227" y="7030"/>
                  </a:cubicBezTo>
                  <a:cubicBezTo>
                    <a:pt x="1661" y="7181"/>
                    <a:pt x="2181" y="7238"/>
                    <a:pt x="2720" y="7238"/>
                  </a:cubicBezTo>
                  <a:cubicBezTo>
                    <a:pt x="4400" y="7238"/>
                    <a:pt x="6263" y="6685"/>
                    <a:pt x="6263" y="6685"/>
                  </a:cubicBezTo>
                  <a:cubicBezTo>
                    <a:pt x="6084" y="6197"/>
                    <a:pt x="5132" y="1077"/>
                    <a:pt x="3132" y="160"/>
                  </a:cubicBezTo>
                  <a:cubicBezTo>
                    <a:pt x="2886" y="47"/>
                    <a:pt x="2650" y="1"/>
                    <a:pt x="2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4281175" y="1828925"/>
              <a:ext cx="196475" cy="200350"/>
            </a:xfrm>
            <a:custGeom>
              <a:avLst/>
              <a:gdLst/>
              <a:ahLst/>
              <a:cxnLst/>
              <a:rect l="l" t="t" r="r" b="b"/>
              <a:pathLst>
                <a:path w="7859" h="8014" extrusionOk="0">
                  <a:moveTo>
                    <a:pt x="3882" y="1"/>
                  </a:moveTo>
                  <a:cubicBezTo>
                    <a:pt x="1608" y="274"/>
                    <a:pt x="1" y="5466"/>
                    <a:pt x="1" y="5466"/>
                  </a:cubicBezTo>
                  <a:cubicBezTo>
                    <a:pt x="882" y="7132"/>
                    <a:pt x="3894" y="8013"/>
                    <a:pt x="3894" y="8013"/>
                  </a:cubicBezTo>
                  <a:cubicBezTo>
                    <a:pt x="5406" y="7049"/>
                    <a:pt x="7859" y="4275"/>
                    <a:pt x="6049" y="1108"/>
                  </a:cubicBezTo>
                  <a:lnTo>
                    <a:pt x="38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3806425" y="2071450"/>
              <a:ext cx="665575" cy="313925"/>
            </a:xfrm>
            <a:custGeom>
              <a:avLst/>
              <a:gdLst/>
              <a:ahLst/>
              <a:cxnLst/>
              <a:rect l="l" t="t" r="r" b="b"/>
              <a:pathLst>
                <a:path w="26623" h="12557" extrusionOk="0">
                  <a:moveTo>
                    <a:pt x="12531" y="1"/>
                  </a:moveTo>
                  <a:cubicBezTo>
                    <a:pt x="9775" y="1"/>
                    <a:pt x="0" y="9016"/>
                    <a:pt x="0" y="9016"/>
                  </a:cubicBezTo>
                  <a:cubicBezTo>
                    <a:pt x="0" y="9016"/>
                    <a:pt x="0" y="11874"/>
                    <a:pt x="2405" y="11909"/>
                  </a:cubicBezTo>
                  <a:cubicBezTo>
                    <a:pt x="2405" y="11909"/>
                    <a:pt x="8680" y="9278"/>
                    <a:pt x="10347" y="7575"/>
                  </a:cubicBezTo>
                  <a:cubicBezTo>
                    <a:pt x="10347" y="7575"/>
                    <a:pt x="14534" y="12557"/>
                    <a:pt x="19619" y="12557"/>
                  </a:cubicBezTo>
                  <a:cubicBezTo>
                    <a:pt x="19707" y="12557"/>
                    <a:pt x="19795" y="12555"/>
                    <a:pt x="19884" y="12552"/>
                  </a:cubicBezTo>
                  <a:cubicBezTo>
                    <a:pt x="25087" y="12386"/>
                    <a:pt x="26456" y="9361"/>
                    <a:pt x="26623" y="8790"/>
                  </a:cubicBezTo>
                  <a:lnTo>
                    <a:pt x="18205" y="3754"/>
                  </a:lnTo>
                  <a:cubicBezTo>
                    <a:pt x="18205" y="3754"/>
                    <a:pt x="15264" y="182"/>
                    <a:pt x="12609" y="3"/>
                  </a:cubicBezTo>
                  <a:cubicBezTo>
                    <a:pt x="12583" y="1"/>
                    <a:pt x="12557" y="1"/>
                    <a:pt x="12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257513" y="1853678"/>
              <a:ext cx="263150" cy="445350"/>
            </a:xfrm>
            <a:custGeom>
              <a:avLst/>
              <a:gdLst/>
              <a:ahLst/>
              <a:cxnLst/>
              <a:rect l="l" t="t" r="r" b="b"/>
              <a:pathLst>
                <a:path w="10526" h="17814" extrusionOk="0">
                  <a:moveTo>
                    <a:pt x="6543" y="1"/>
                  </a:moveTo>
                  <a:cubicBezTo>
                    <a:pt x="6531" y="1"/>
                    <a:pt x="6525" y="2"/>
                    <a:pt x="6525" y="2"/>
                  </a:cubicBezTo>
                  <a:lnTo>
                    <a:pt x="2227" y="2240"/>
                  </a:lnTo>
                  <a:cubicBezTo>
                    <a:pt x="1025" y="4169"/>
                    <a:pt x="1" y="12122"/>
                    <a:pt x="1" y="12122"/>
                  </a:cubicBezTo>
                  <a:cubicBezTo>
                    <a:pt x="132" y="14325"/>
                    <a:pt x="3275" y="15122"/>
                    <a:pt x="5775" y="16063"/>
                  </a:cubicBezTo>
                  <a:cubicBezTo>
                    <a:pt x="7263" y="16623"/>
                    <a:pt x="8680" y="17813"/>
                    <a:pt x="8680" y="17813"/>
                  </a:cubicBezTo>
                  <a:cubicBezTo>
                    <a:pt x="8490" y="17563"/>
                    <a:pt x="10526" y="13515"/>
                    <a:pt x="9788" y="7348"/>
                  </a:cubicBezTo>
                  <a:cubicBezTo>
                    <a:pt x="8929" y="183"/>
                    <a:pt x="6762" y="1"/>
                    <a:pt x="6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4285350" y="2080925"/>
              <a:ext cx="111950" cy="121275"/>
            </a:xfrm>
            <a:custGeom>
              <a:avLst/>
              <a:gdLst/>
              <a:ahLst/>
              <a:cxnLst/>
              <a:rect l="l" t="t" r="r" b="b"/>
              <a:pathLst>
                <a:path w="4478" h="4851" extrusionOk="0">
                  <a:moveTo>
                    <a:pt x="43" y="0"/>
                  </a:moveTo>
                  <a:cubicBezTo>
                    <a:pt x="37" y="0"/>
                    <a:pt x="30" y="2"/>
                    <a:pt x="24" y="5"/>
                  </a:cubicBezTo>
                  <a:cubicBezTo>
                    <a:pt x="12" y="5"/>
                    <a:pt x="0" y="29"/>
                    <a:pt x="12" y="53"/>
                  </a:cubicBezTo>
                  <a:cubicBezTo>
                    <a:pt x="810" y="2124"/>
                    <a:pt x="2417" y="3875"/>
                    <a:pt x="4418" y="4851"/>
                  </a:cubicBezTo>
                  <a:lnTo>
                    <a:pt x="4429" y="4851"/>
                  </a:lnTo>
                  <a:cubicBezTo>
                    <a:pt x="4441" y="4851"/>
                    <a:pt x="4453" y="4851"/>
                    <a:pt x="4465" y="4827"/>
                  </a:cubicBezTo>
                  <a:cubicBezTo>
                    <a:pt x="4477" y="4815"/>
                    <a:pt x="4465" y="4791"/>
                    <a:pt x="4453" y="4780"/>
                  </a:cubicBezTo>
                  <a:cubicBezTo>
                    <a:pt x="2465" y="3815"/>
                    <a:pt x="869" y="2077"/>
                    <a:pt x="84" y="29"/>
                  </a:cubicBezTo>
                  <a:cubicBezTo>
                    <a:pt x="75" y="11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4352025" y="2091650"/>
              <a:ext cx="44675" cy="78700"/>
            </a:xfrm>
            <a:custGeom>
              <a:avLst/>
              <a:gdLst/>
              <a:ahLst/>
              <a:cxnLst/>
              <a:rect l="l" t="t" r="r" b="b"/>
              <a:pathLst>
                <a:path w="1787" h="3148" extrusionOk="0">
                  <a:moveTo>
                    <a:pt x="55" y="0"/>
                  </a:moveTo>
                  <a:cubicBezTo>
                    <a:pt x="49" y="0"/>
                    <a:pt x="42" y="2"/>
                    <a:pt x="36" y="5"/>
                  </a:cubicBezTo>
                  <a:cubicBezTo>
                    <a:pt x="12" y="5"/>
                    <a:pt x="0" y="29"/>
                    <a:pt x="12" y="52"/>
                  </a:cubicBezTo>
                  <a:cubicBezTo>
                    <a:pt x="381" y="1160"/>
                    <a:pt x="965" y="2231"/>
                    <a:pt x="1715" y="3124"/>
                  </a:cubicBezTo>
                  <a:cubicBezTo>
                    <a:pt x="1727" y="3136"/>
                    <a:pt x="1739" y="3148"/>
                    <a:pt x="1751" y="3148"/>
                  </a:cubicBezTo>
                  <a:cubicBezTo>
                    <a:pt x="1751" y="3148"/>
                    <a:pt x="1762" y="3136"/>
                    <a:pt x="1774" y="3136"/>
                  </a:cubicBezTo>
                  <a:cubicBezTo>
                    <a:pt x="1786" y="3124"/>
                    <a:pt x="1786" y="3100"/>
                    <a:pt x="1774" y="3077"/>
                  </a:cubicBezTo>
                  <a:cubicBezTo>
                    <a:pt x="1036" y="2184"/>
                    <a:pt x="453" y="1124"/>
                    <a:pt x="84" y="29"/>
                  </a:cubicBezTo>
                  <a:cubicBezTo>
                    <a:pt x="84" y="11"/>
                    <a:pt x="71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4129975" y="1850950"/>
              <a:ext cx="214925" cy="112675"/>
            </a:xfrm>
            <a:custGeom>
              <a:avLst/>
              <a:gdLst/>
              <a:ahLst/>
              <a:cxnLst/>
              <a:rect l="l" t="t" r="r" b="b"/>
              <a:pathLst>
                <a:path w="8597" h="4507" extrusionOk="0">
                  <a:moveTo>
                    <a:pt x="2548" y="1"/>
                  </a:moveTo>
                  <a:lnTo>
                    <a:pt x="0" y="2013"/>
                  </a:lnTo>
                  <a:cubicBezTo>
                    <a:pt x="0" y="2013"/>
                    <a:pt x="2691" y="3453"/>
                    <a:pt x="4394" y="4096"/>
                  </a:cubicBezTo>
                  <a:cubicBezTo>
                    <a:pt x="5177" y="4392"/>
                    <a:pt x="5893" y="4507"/>
                    <a:pt x="6459" y="4507"/>
                  </a:cubicBezTo>
                  <a:cubicBezTo>
                    <a:pt x="7123" y="4507"/>
                    <a:pt x="7581" y="4350"/>
                    <a:pt x="7704" y="4144"/>
                  </a:cubicBezTo>
                  <a:cubicBezTo>
                    <a:pt x="7918" y="3775"/>
                    <a:pt x="8597" y="1620"/>
                    <a:pt x="7846" y="1370"/>
                  </a:cubicBezTo>
                  <a:cubicBezTo>
                    <a:pt x="7791" y="1352"/>
                    <a:pt x="7736" y="1343"/>
                    <a:pt x="7683" y="1343"/>
                  </a:cubicBezTo>
                  <a:cubicBezTo>
                    <a:pt x="7012" y="1343"/>
                    <a:pt x="6572" y="2703"/>
                    <a:pt x="6572" y="2703"/>
                  </a:cubicBezTo>
                  <a:cubicBezTo>
                    <a:pt x="5370" y="1441"/>
                    <a:pt x="2548" y="1"/>
                    <a:pt x="25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4056750" y="1885475"/>
              <a:ext cx="239625" cy="144700"/>
            </a:xfrm>
            <a:custGeom>
              <a:avLst/>
              <a:gdLst/>
              <a:ahLst/>
              <a:cxnLst/>
              <a:rect l="l" t="t" r="r" b="b"/>
              <a:pathLst>
                <a:path w="9585" h="5788" extrusionOk="0">
                  <a:moveTo>
                    <a:pt x="4203" y="1"/>
                  </a:moveTo>
                  <a:lnTo>
                    <a:pt x="0" y="1918"/>
                  </a:lnTo>
                  <a:cubicBezTo>
                    <a:pt x="0" y="1918"/>
                    <a:pt x="905" y="3084"/>
                    <a:pt x="3894" y="4775"/>
                  </a:cubicBezTo>
                  <a:cubicBezTo>
                    <a:pt x="5269" y="5555"/>
                    <a:pt x="6221" y="5787"/>
                    <a:pt x="6870" y="5787"/>
                  </a:cubicBezTo>
                  <a:cubicBezTo>
                    <a:pt x="7519" y="5787"/>
                    <a:pt x="7864" y="5555"/>
                    <a:pt x="8025" y="5406"/>
                  </a:cubicBezTo>
                  <a:cubicBezTo>
                    <a:pt x="8335" y="5108"/>
                    <a:pt x="9585" y="3215"/>
                    <a:pt x="8918" y="2763"/>
                  </a:cubicBezTo>
                  <a:cubicBezTo>
                    <a:pt x="8825" y="2700"/>
                    <a:pt x="8727" y="2673"/>
                    <a:pt x="8627" y="2673"/>
                  </a:cubicBezTo>
                  <a:cubicBezTo>
                    <a:pt x="8013" y="2673"/>
                    <a:pt x="7335" y="3704"/>
                    <a:pt x="7335" y="3704"/>
                  </a:cubicBezTo>
                  <a:cubicBezTo>
                    <a:pt x="6513" y="2168"/>
                    <a:pt x="4203" y="1"/>
                    <a:pt x="4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4170450" y="1577675"/>
              <a:ext cx="45875" cy="72750"/>
            </a:xfrm>
            <a:custGeom>
              <a:avLst/>
              <a:gdLst/>
              <a:ahLst/>
              <a:cxnLst/>
              <a:rect l="l" t="t" r="r" b="b"/>
              <a:pathLst>
                <a:path w="1835" h="2910" extrusionOk="0">
                  <a:moveTo>
                    <a:pt x="901" y="0"/>
                  </a:moveTo>
                  <a:cubicBezTo>
                    <a:pt x="672" y="0"/>
                    <a:pt x="786" y="1026"/>
                    <a:pt x="786" y="1026"/>
                  </a:cubicBezTo>
                  <a:cubicBezTo>
                    <a:pt x="786" y="1026"/>
                    <a:pt x="589" y="192"/>
                    <a:pt x="401" y="192"/>
                  </a:cubicBezTo>
                  <a:cubicBezTo>
                    <a:pt x="399" y="192"/>
                    <a:pt x="396" y="192"/>
                    <a:pt x="393" y="192"/>
                  </a:cubicBezTo>
                  <a:cubicBezTo>
                    <a:pt x="203" y="216"/>
                    <a:pt x="489" y="1311"/>
                    <a:pt x="489" y="1311"/>
                  </a:cubicBezTo>
                  <a:cubicBezTo>
                    <a:pt x="489" y="1311"/>
                    <a:pt x="311" y="1026"/>
                    <a:pt x="186" y="1026"/>
                  </a:cubicBezTo>
                  <a:cubicBezTo>
                    <a:pt x="156" y="1026"/>
                    <a:pt x="129" y="1043"/>
                    <a:pt x="108" y="1085"/>
                  </a:cubicBezTo>
                  <a:cubicBezTo>
                    <a:pt x="0" y="1288"/>
                    <a:pt x="501" y="2014"/>
                    <a:pt x="501" y="2014"/>
                  </a:cubicBezTo>
                  <a:cubicBezTo>
                    <a:pt x="501" y="2014"/>
                    <a:pt x="358" y="2371"/>
                    <a:pt x="179" y="2907"/>
                  </a:cubicBezTo>
                  <a:cubicBezTo>
                    <a:pt x="237" y="2908"/>
                    <a:pt x="295" y="2909"/>
                    <a:pt x="353" y="2909"/>
                  </a:cubicBezTo>
                  <a:cubicBezTo>
                    <a:pt x="736" y="2909"/>
                    <a:pt x="1120" y="2877"/>
                    <a:pt x="1513" y="2835"/>
                  </a:cubicBezTo>
                  <a:cubicBezTo>
                    <a:pt x="1608" y="2240"/>
                    <a:pt x="1667" y="1859"/>
                    <a:pt x="1667" y="1859"/>
                  </a:cubicBezTo>
                  <a:cubicBezTo>
                    <a:pt x="1739" y="1371"/>
                    <a:pt x="1834" y="311"/>
                    <a:pt x="1667" y="276"/>
                  </a:cubicBezTo>
                  <a:cubicBezTo>
                    <a:pt x="1663" y="275"/>
                    <a:pt x="1659" y="274"/>
                    <a:pt x="1655" y="274"/>
                  </a:cubicBezTo>
                  <a:cubicBezTo>
                    <a:pt x="1495" y="274"/>
                    <a:pt x="1382" y="966"/>
                    <a:pt x="1382" y="966"/>
                  </a:cubicBezTo>
                  <a:cubicBezTo>
                    <a:pt x="1382" y="966"/>
                    <a:pt x="1465" y="85"/>
                    <a:pt x="1298" y="49"/>
                  </a:cubicBezTo>
                  <a:cubicBezTo>
                    <a:pt x="1296" y="49"/>
                    <a:pt x="1294" y="49"/>
                    <a:pt x="1292" y="49"/>
                  </a:cubicBezTo>
                  <a:cubicBezTo>
                    <a:pt x="1142" y="49"/>
                    <a:pt x="1084" y="954"/>
                    <a:pt x="1084" y="954"/>
                  </a:cubicBezTo>
                  <a:cubicBezTo>
                    <a:pt x="1084" y="954"/>
                    <a:pt x="1072" y="26"/>
                    <a:pt x="917" y="2"/>
                  </a:cubicBezTo>
                  <a:cubicBezTo>
                    <a:pt x="912" y="1"/>
                    <a:pt x="907" y="0"/>
                    <a:pt x="901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173725" y="1624975"/>
              <a:ext cx="46150" cy="24775"/>
            </a:xfrm>
            <a:custGeom>
              <a:avLst/>
              <a:gdLst/>
              <a:ahLst/>
              <a:cxnLst/>
              <a:rect l="l" t="t" r="r" b="b"/>
              <a:pathLst>
                <a:path w="1846" h="991" extrusionOk="0">
                  <a:moveTo>
                    <a:pt x="552" y="1"/>
                  </a:moveTo>
                  <a:cubicBezTo>
                    <a:pt x="412" y="1"/>
                    <a:pt x="291" y="21"/>
                    <a:pt x="215" y="74"/>
                  </a:cubicBezTo>
                  <a:cubicBezTo>
                    <a:pt x="215" y="74"/>
                    <a:pt x="131" y="300"/>
                    <a:pt x="0" y="646"/>
                  </a:cubicBezTo>
                  <a:cubicBezTo>
                    <a:pt x="584" y="789"/>
                    <a:pt x="1215" y="860"/>
                    <a:pt x="1810" y="991"/>
                  </a:cubicBezTo>
                  <a:cubicBezTo>
                    <a:pt x="1846" y="431"/>
                    <a:pt x="1786" y="253"/>
                    <a:pt x="1786" y="253"/>
                  </a:cubicBezTo>
                  <a:cubicBezTo>
                    <a:pt x="1786" y="253"/>
                    <a:pt x="1045" y="1"/>
                    <a:pt x="5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4140975" y="1641100"/>
              <a:ext cx="78025" cy="171175"/>
            </a:xfrm>
            <a:custGeom>
              <a:avLst/>
              <a:gdLst/>
              <a:ahLst/>
              <a:cxnLst/>
              <a:rect l="l" t="t" r="r" b="b"/>
              <a:pathLst>
                <a:path w="3121" h="6847" extrusionOk="0">
                  <a:moveTo>
                    <a:pt x="1310" y="1"/>
                  </a:moveTo>
                  <a:cubicBezTo>
                    <a:pt x="953" y="894"/>
                    <a:pt x="287" y="2596"/>
                    <a:pt x="1" y="3275"/>
                  </a:cubicBezTo>
                  <a:cubicBezTo>
                    <a:pt x="167" y="4394"/>
                    <a:pt x="882" y="5763"/>
                    <a:pt x="1227" y="6847"/>
                  </a:cubicBezTo>
                  <a:cubicBezTo>
                    <a:pt x="1608" y="6513"/>
                    <a:pt x="1787" y="5751"/>
                    <a:pt x="1953" y="5251"/>
                  </a:cubicBezTo>
                  <a:cubicBezTo>
                    <a:pt x="2811" y="2572"/>
                    <a:pt x="3061" y="1108"/>
                    <a:pt x="3120" y="346"/>
                  </a:cubicBezTo>
                  <a:cubicBezTo>
                    <a:pt x="2525" y="215"/>
                    <a:pt x="1894" y="144"/>
                    <a:pt x="1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4026675" y="1755100"/>
              <a:ext cx="188150" cy="167600"/>
            </a:xfrm>
            <a:custGeom>
              <a:avLst/>
              <a:gdLst/>
              <a:ahLst/>
              <a:cxnLst/>
              <a:rect l="l" t="t" r="r" b="b"/>
              <a:pathLst>
                <a:path w="7526" h="6704" extrusionOk="0">
                  <a:moveTo>
                    <a:pt x="1322" y="1"/>
                  </a:moveTo>
                  <a:cubicBezTo>
                    <a:pt x="1322" y="1"/>
                    <a:pt x="1" y="1108"/>
                    <a:pt x="453" y="4025"/>
                  </a:cubicBezTo>
                  <a:cubicBezTo>
                    <a:pt x="775" y="6073"/>
                    <a:pt x="1346" y="6704"/>
                    <a:pt x="1346" y="6704"/>
                  </a:cubicBezTo>
                  <a:cubicBezTo>
                    <a:pt x="1346" y="6704"/>
                    <a:pt x="7335" y="6525"/>
                    <a:pt x="7442" y="4478"/>
                  </a:cubicBezTo>
                  <a:cubicBezTo>
                    <a:pt x="7526" y="2823"/>
                    <a:pt x="5906" y="120"/>
                    <a:pt x="5906" y="120"/>
                  </a:cubicBezTo>
                  <a:lnTo>
                    <a:pt x="13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3938875" y="1558350"/>
              <a:ext cx="260775" cy="194475"/>
            </a:xfrm>
            <a:custGeom>
              <a:avLst/>
              <a:gdLst/>
              <a:ahLst/>
              <a:cxnLst/>
              <a:rect l="l" t="t" r="r" b="b"/>
              <a:pathLst>
                <a:path w="10431" h="7779" extrusionOk="0">
                  <a:moveTo>
                    <a:pt x="8311" y="1"/>
                  </a:moveTo>
                  <a:lnTo>
                    <a:pt x="3799" y="2156"/>
                  </a:lnTo>
                  <a:lnTo>
                    <a:pt x="143" y="2823"/>
                  </a:lnTo>
                  <a:cubicBezTo>
                    <a:pt x="143" y="2823"/>
                    <a:pt x="143" y="2906"/>
                    <a:pt x="143" y="3025"/>
                  </a:cubicBezTo>
                  <a:cubicBezTo>
                    <a:pt x="143" y="3215"/>
                    <a:pt x="155" y="3525"/>
                    <a:pt x="191" y="3882"/>
                  </a:cubicBezTo>
                  <a:cubicBezTo>
                    <a:pt x="191" y="3882"/>
                    <a:pt x="0" y="6180"/>
                    <a:pt x="572" y="6418"/>
                  </a:cubicBezTo>
                  <a:cubicBezTo>
                    <a:pt x="613" y="6438"/>
                    <a:pt x="653" y="6447"/>
                    <a:pt x="690" y="6447"/>
                  </a:cubicBezTo>
                  <a:cubicBezTo>
                    <a:pt x="836" y="6447"/>
                    <a:pt x="953" y="6310"/>
                    <a:pt x="1048" y="6121"/>
                  </a:cubicBezTo>
                  <a:cubicBezTo>
                    <a:pt x="1370" y="6823"/>
                    <a:pt x="1405" y="7430"/>
                    <a:pt x="1810" y="7430"/>
                  </a:cubicBezTo>
                  <a:cubicBezTo>
                    <a:pt x="2310" y="7406"/>
                    <a:pt x="2667" y="7216"/>
                    <a:pt x="2667" y="7216"/>
                  </a:cubicBezTo>
                  <a:cubicBezTo>
                    <a:pt x="2667" y="7216"/>
                    <a:pt x="3020" y="7778"/>
                    <a:pt x="3259" y="7778"/>
                  </a:cubicBezTo>
                  <a:cubicBezTo>
                    <a:pt x="3268" y="7778"/>
                    <a:pt x="3278" y="7777"/>
                    <a:pt x="3287" y="7776"/>
                  </a:cubicBezTo>
                  <a:cubicBezTo>
                    <a:pt x="3525" y="7716"/>
                    <a:pt x="3929" y="7037"/>
                    <a:pt x="3894" y="6728"/>
                  </a:cubicBezTo>
                  <a:cubicBezTo>
                    <a:pt x="3891" y="6697"/>
                    <a:pt x="3892" y="6683"/>
                    <a:pt x="3895" y="6683"/>
                  </a:cubicBezTo>
                  <a:cubicBezTo>
                    <a:pt x="3923" y="6683"/>
                    <a:pt x="4139" y="7586"/>
                    <a:pt x="4608" y="7586"/>
                  </a:cubicBezTo>
                  <a:cubicBezTo>
                    <a:pt x="4681" y="7586"/>
                    <a:pt x="4761" y="7564"/>
                    <a:pt x="4846" y="7514"/>
                  </a:cubicBezTo>
                  <a:cubicBezTo>
                    <a:pt x="5549" y="7085"/>
                    <a:pt x="7323" y="7073"/>
                    <a:pt x="7859" y="6335"/>
                  </a:cubicBezTo>
                  <a:cubicBezTo>
                    <a:pt x="8406" y="5597"/>
                    <a:pt x="7990" y="5240"/>
                    <a:pt x="7990" y="5240"/>
                  </a:cubicBezTo>
                  <a:lnTo>
                    <a:pt x="7990" y="5240"/>
                  </a:lnTo>
                  <a:cubicBezTo>
                    <a:pt x="7990" y="5240"/>
                    <a:pt x="8420" y="5558"/>
                    <a:pt x="8794" y="5558"/>
                  </a:cubicBezTo>
                  <a:cubicBezTo>
                    <a:pt x="8894" y="5558"/>
                    <a:pt x="8990" y="5535"/>
                    <a:pt x="9073" y="5478"/>
                  </a:cubicBezTo>
                  <a:cubicBezTo>
                    <a:pt x="9454" y="5204"/>
                    <a:pt x="8585" y="4239"/>
                    <a:pt x="8585" y="4239"/>
                  </a:cubicBezTo>
                  <a:lnTo>
                    <a:pt x="8585" y="4239"/>
                  </a:lnTo>
                  <a:cubicBezTo>
                    <a:pt x="8585" y="4239"/>
                    <a:pt x="8617" y="4241"/>
                    <a:pt x="8672" y="4241"/>
                  </a:cubicBezTo>
                  <a:cubicBezTo>
                    <a:pt x="8942" y="4241"/>
                    <a:pt x="9765" y="4208"/>
                    <a:pt x="10121" y="3823"/>
                  </a:cubicBezTo>
                  <a:cubicBezTo>
                    <a:pt x="10430" y="3489"/>
                    <a:pt x="9930" y="2596"/>
                    <a:pt x="9478" y="1906"/>
                  </a:cubicBezTo>
                  <a:cubicBezTo>
                    <a:pt x="9644" y="1834"/>
                    <a:pt x="9823" y="1739"/>
                    <a:pt x="9990" y="1632"/>
                  </a:cubicBezTo>
                  <a:cubicBezTo>
                    <a:pt x="10371" y="1394"/>
                    <a:pt x="8775" y="429"/>
                    <a:pt x="83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4079375" y="1727125"/>
              <a:ext cx="54775" cy="31300"/>
            </a:xfrm>
            <a:custGeom>
              <a:avLst/>
              <a:gdLst/>
              <a:ahLst/>
              <a:cxnLst/>
              <a:rect l="l" t="t" r="r" b="b"/>
              <a:pathLst>
                <a:path w="2191" h="1252" extrusionOk="0">
                  <a:moveTo>
                    <a:pt x="2155" y="1"/>
                  </a:moveTo>
                  <a:cubicBezTo>
                    <a:pt x="1560" y="477"/>
                    <a:pt x="738" y="703"/>
                    <a:pt x="0" y="786"/>
                  </a:cubicBezTo>
                  <a:lnTo>
                    <a:pt x="143" y="1144"/>
                  </a:lnTo>
                  <a:cubicBezTo>
                    <a:pt x="423" y="1216"/>
                    <a:pt x="675" y="1251"/>
                    <a:pt x="900" y="1251"/>
                  </a:cubicBezTo>
                  <a:cubicBezTo>
                    <a:pt x="1668" y="1251"/>
                    <a:pt x="2108" y="841"/>
                    <a:pt x="2191" y="132"/>
                  </a:cubicBezTo>
                  <a:lnTo>
                    <a:pt x="2155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069250" y="1700350"/>
              <a:ext cx="64025" cy="46450"/>
            </a:xfrm>
            <a:custGeom>
              <a:avLst/>
              <a:gdLst/>
              <a:ahLst/>
              <a:cxnLst/>
              <a:rect l="l" t="t" r="r" b="b"/>
              <a:pathLst>
                <a:path w="2561" h="1858" extrusionOk="0">
                  <a:moveTo>
                    <a:pt x="2239" y="0"/>
                  </a:moveTo>
                  <a:lnTo>
                    <a:pt x="0" y="845"/>
                  </a:lnTo>
                  <a:lnTo>
                    <a:pt x="405" y="1857"/>
                  </a:lnTo>
                  <a:cubicBezTo>
                    <a:pt x="1143" y="1774"/>
                    <a:pt x="1965" y="1548"/>
                    <a:pt x="2560" y="1072"/>
                  </a:cubicBezTo>
                  <a:lnTo>
                    <a:pt x="2239" y="0"/>
                  </a:ln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3960900" y="1546250"/>
              <a:ext cx="203925" cy="196100"/>
            </a:xfrm>
            <a:custGeom>
              <a:avLst/>
              <a:gdLst/>
              <a:ahLst/>
              <a:cxnLst/>
              <a:rect l="l" t="t" r="r" b="b"/>
              <a:pathLst>
                <a:path w="8157" h="7844" extrusionOk="0">
                  <a:moveTo>
                    <a:pt x="4814" y="0"/>
                  </a:moveTo>
                  <a:cubicBezTo>
                    <a:pt x="3861" y="0"/>
                    <a:pt x="2769" y="492"/>
                    <a:pt x="1751" y="1175"/>
                  </a:cubicBezTo>
                  <a:cubicBezTo>
                    <a:pt x="0" y="2330"/>
                    <a:pt x="286" y="4188"/>
                    <a:pt x="1524" y="6128"/>
                  </a:cubicBezTo>
                  <a:cubicBezTo>
                    <a:pt x="2315" y="7379"/>
                    <a:pt x="3338" y="7844"/>
                    <a:pt x="4360" y="7844"/>
                  </a:cubicBezTo>
                  <a:cubicBezTo>
                    <a:pt x="4924" y="7844"/>
                    <a:pt x="5488" y="7702"/>
                    <a:pt x="6013" y="7474"/>
                  </a:cubicBezTo>
                  <a:cubicBezTo>
                    <a:pt x="7573" y="6795"/>
                    <a:pt x="8156" y="5128"/>
                    <a:pt x="7692" y="3819"/>
                  </a:cubicBezTo>
                  <a:cubicBezTo>
                    <a:pt x="7097" y="2187"/>
                    <a:pt x="6549" y="842"/>
                    <a:pt x="6549" y="842"/>
                  </a:cubicBezTo>
                  <a:cubicBezTo>
                    <a:pt x="6090" y="245"/>
                    <a:pt x="5487" y="0"/>
                    <a:pt x="4814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4064175" y="15759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2"/>
                  </a:moveTo>
                  <a:cubicBezTo>
                    <a:pt x="13" y="0"/>
                    <a:pt x="1" y="0"/>
                    <a:pt x="1" y="0"/>
                  </a:cubicBezTo>
                  <a:cubicBezTo>
                    <a:pt x="1" y="0"/>
                    <a:pt x="13" y="0"/>
                    <a:pt x="25" y="12"/>
                  </a:cubicBezTo>
                  <a:close/>
                </a:path>
              </a:pathLst>
            </a:custGeom>
            <a:solidFill>
              <a:srgbClr val="F6A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3971925" y="1687250"/>
              <a:ext cx="52100" cy="48025"/>
            </a:xfrm>
            <a:custGeom>
              <a:avLst/>
              <a:gdLst/>
              <a:ahLst/>
              <a:cxnLst/>
              <a:rect l="l" t="t" r="r" b="b"/>
              <a:pathLst>
                <a:path w="2084" h="1921" extrusionOk="0">
                  <a:moveTo>
                    <a:pt x="1286" y="0"/>
                  </a:moveTo>
                  <a:cubicBezTo>
                    <a:pt x="1286" y="0"/>
                    <a:pt x="0" y="0"/>
                    <a:pt x="357" y="1179"/>
                  </a:cubicBezTo>
                  <a:cubicBezTo>
                    <a:pt x="522" y="1705"/>
                    <a:pt x="860" y="1920"/>
                    <a:pt x="1194" y="1920"/>
                  </a:cubicBezTo>
                  <a:cubicBezTo>
                    <a:pt x="1609" y="1920"/>
                    <a:pt x="2018" y="1589"/>
                    <a:pt x="2084" y="1107"/>
                  </a:cubicBezTo>
                  <a:lnTo>
                    <a:pt x="1286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016850" y="1625425"/>
              <a:ext cx="33375" cy="32425"/>
            </a:xfrm>
            <a:custGeom>
              <a:avLst/>
              <a:gdLst/>
              <a:ahLst/>
              <a:cxnLst/>
              <a:rect l="l" t="t" r="r" b="b"/>
              <a:pathLst>
                <a:path w="1335" h="1297" extrusionOk="0">
                  <a:moveTo>
                    <a:pt x="1007" y="0"/>
                  </a:moveTo>
                  <a:cubicBezTo>
                    <a:pt x="866" y="0"/>
                    <a:pt x="679" y="123"/>
                    <a:pt x="418" y="485"/>
                  </a:cubicBezTo>
                  <a:cubicBezTo>
                    <a:pt x="1" y="1056"/>
                    <a:pt x="370" y="1259"/>
                    <a:pt x="370" y="1259"/>
                  </a:cubicBezTo>
                  <a:cubicBezTo>
                    <a:pt x="413" y="1284"/>
                    <a:pt x="457" y="1297"/>
                    <a:pt x="502" y="1297"/>
                  </a:cubicBezTo>
                  <a:cubicBezTo>
                    <a:pt x="667" y="1297"/>
                    <a:pt x="848" y="1130"/>
                    <a:pt x="1072" y="830"/>
                  </a:cubicBezTo>
                  <a:cubicBezTo>
                    <a:pt x="1311" y="521"/>
                    <a:pt x="1334" y="235"/>
                    <a:pt x="1203" y="92"/>
                  </a:cubicBezTo>
                  <a:cubicBezTo>
                    <a:pt x="1149" y="37"/>
                    <a:pt x="1085" y="0"/>
                    <a:pt x="10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096075" y="1600200"/>
              <a:ext cx="38075" cy="18350"/>
            </a:xfrm>
            <a:custGeom>
              <a:avLst/>
              <a:gdLst/>
              <a:ahLst/>
              <a:cxnLst/>
              <a:rect l="l" t="t" r="r" b="b"/>
              <a:pathLst>
                <a:path w="1523" h="734" extrusionOk="0">
                  <a:moveTo>
                    <a:pt x="663" y="1"/>
                  </a:moveTo>
                  <a:cubicBezTo>
                    <a:pt x="108" y="1"/>
                    <a:pt x="1" y="167"/>
                    <a:pt x="23" y="363"/>
                  </a:cubicBezTo>
                  <a:cubicBezTo>
                    <a:pt x="47" y="565"/>
                    <a:pt x="297" y="720"/>
                    <a:pt x="689" y="732"/>
                  </a:cubicBezTo>
                  <a:cubicBezTo>
                    <a:pt x="726" y="733"/>
                    <a:pt x="762" y="733"/>
                    <a:pt x="796" y="733"/>
                  </a:cubicBezTo>
                  <a:cubicBezTo>
                    <a:pt x="1194" y="733"/>
                    <a:pt x="1419" y="666"/>
                    <a:pt x="1451" y="458"/>
                  </a:cubicBezTo>
                  <a:cubicBezTo>
                    <a:pt x="1451" y="458"/>
                    <a:pt x="1523" y="41"/>
                    <a:pt x="832" y="6"/>
                  </a:cubicBezTo>
                  <a:cubicBezTo>
                    <a:pt x="772" y="2"/>
                    <a:pt x="715" y="1"/>
                    <a:pt x="6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3984125" y="1698375"/>
              <a:ext cx="32175" cy="21925"/>
            </a:xfrm>
            <a:custGeom>
              <a:avLst/>
              <a:gdLst/>
              <a:ahLst/>
              <a:cxnLst/>
              <a:rect l="l" t="t" r="r" b="b"/>
              <a:pathLst>
                <a:path w="1287" h="877" extrusionOk="0">
                  <a:moveTo>
                    <a:pt x="582" y="1"/>
                  </a:moveTo>
                  <a:cubicBezTo>
                    <a:pt x="473" y="1"/>
                    <a:pt x="372" y="24"/>
                    <a:pt x="286" y="79"/>
                  </a:cubicBezTo>
                  <a:cubicBezTo>
                    <a:pt x="72" y="222"/>
                    <a:pt x="12" y="496"/>
                    <a:pt x="0" y="508"/>
                  </a:cubicBezTo>
                  <a:cubicBezTo>
                    <a:pt x="0" y="520"/>
                    <a:pt x="12" y="531"/>
                    <a:pt x="24" y="531"/>
                  </a:cubicBezTo>
                  <a:cubicBezTo>
                    <a:pt x="27" y="535"/>
                    <a:pt x="31" y="536"/>
                    <a:pt x="34" y="536"/>
                  </a:cubicBezTo>
                  <a:cubicBezTo>
                    <a:pt x="42" y="536"/>
                    <a:pt x="48" y="528"/>
                    <a:pt x="48" y="520"/>
                  </a:cubicBezTo>
                  <a:cubicBezTo>
                    <a:pt x="48" y="520"/>
                    <a:pt x="107" y="258"/>
                    <a:pt x="322" y="127"/>
                  </a:cubicBezTo>
                  <a:cubicBezTo>
                    <a:pt x="399" y="81"/>
                    <a:pt x="485" y="54"/>
                    <a:pt x="582" y="54"/>
                  </a:cubicBezTo>
                  <a:cubicBezTo>
                    <a:pt x="635" y="54"/>
                    <a:pt x="691" y="62"/>
                    <a:pt x="750" y="79"/>
                  </a:cubicBezTo>
                  <a:cubicBezTo>
                    <a:pt x="1238" y="198"/>
                    <a:pt x="1191" y="841"/>
                    <a:pt x="1191" y="853"/>
                  </a:cubicBezTo>
                  <a:cubicBezTo>
                    <a:pt x="1179" y="865"/>
                    <a:pt x="1191" y="877"/>
                    <a:pt x="1203" y="877"/>
                  </a:cubicBezTo>
                  <a:lnTo>
                    <a:pt x="1215" y="877"/>
                  </a:lnTo>
                  <a:cubicBezTo>
                    <a:pt x="1227" y="865"/>
                    <a:pt x="1238" y="865"/>
                    <a:pt x="1238" y="853"/>
                  </a:cubicBezTo>
                  <a:cubicBezTo>
                    <a:pt x="1238" y="841"/>
                    <a:pt x="1286" y="150"/>
                    <a:pt x="762" y="20"/>
                  </a:cubicBezTo>
                  <a:cubicBezTo>
                    <a:pt x="701" y="7"/>
                    <a:pt x="640" y="1"/>
                    <a:pt x="582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3995125" y="1705775"/>
              <a:ext cx="17900" cy="8275"/>
            </a:xfrm>
            <a:custGeom>
              <a:avLst/>
              <a:gdLst/>
              <a:ahLst/>
              <a:cxnLst/>
              <a:rect l="l" t="t" r="r" b="b"/>
              <a:pathLst>
                <a:path w="716" h="331" extrusionOk="0">
                  <a:moveTo>
                    <a:pt x="495" y="1"/>
                  </a:moveTo>
                  <a:cubicBezTo>
                    <a:pt x="207" y="1"/>
                    <a:pt x="13" y="285"/>
                    <a:pt x="13" y="295"/>
                  </a:cubicBezTo>
                  <a:cubicBezTo>
                    <a:pt x="1" y="307"/>
                    <a:pt x="13" y="319"/>
                    <a:pt x="25" y="331"/>
                  </a:cubicBezTo>
                  <a:lnTo>
                    <a:pt x="36" y="331"/>
                  </a:lnTo>
                  <a:cubicBezTo>
                    <a:pt x="48" y="331"/>
                    <a:pt x="48" y="319"/>
                    <a:pt x="48" y="319"/>
                  </a:cubicBezTo>
                  <a:cubicBezTo>
                    <a:pt x="58" y="319"/>
                    <a:pt x="238" y="51"/>
                    <a:pt x="501" y="51"/>
                  </a:cubicBezTo>
                  <a:cubicBezTo>
                    <a:pt x="557" y="51"/>
                    <a:pt x="617" y="63"/>
                    <a:pt x="679" y="93"/>
                  </a:cubicBezTo>
                  <a:cubicBezTo>
                    <a:pt x="691" y="93"/>
                    <a:pt x="703" y="93"/>
                    <a:pt x="703" y="81"/>
                  </a:cubicBezTo>
                  <a:cubicBezTo>
                    <a:pt x="715" y="69"/>
                    <a:pt x="703" y="57"/>
                    <a:pt x="691" y="45"/>
                  </a:cubicBezTo>
                  <a:cubicBezTo>
                    <a:pt x="622" y="14"/>
                    <a:pt x="556" y="1"/>
                    <a:pt x="495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135925" y="1618475"/>
              <a:ext cx="53225" cy="47100"/>
            </a:xfrm>
            <a:custGeom>
              <a:avLst/>
              <a:gdLst/>
              <a:ahLst/>
              <a:cxnLst/>
              <a:rect l="l" t="t" r="r" b="b"/>
              <a:pathLst>
                <a:path w="2129" h="1884" extrusionOk="0">
                  <a:moveTo>
                    <a:pt x="800" y="0"/>
                  </a:moveTo>
                  <a:cubicBezTo>
                    <a:pt x="338" y="0"/>
                    <a:pt x="0" y="501"/>
                    <a:pt x="0" y="501"/>
                  </a:cubicBezTo>
                  <a:lnTo>
                    <a:pt x="477" y="1787"/>
                  </a:lnTo>
                  <a:cubicBezTo>
                    <a:pt x="613" y="1853"/>
                    <a:pt x="755" y="1883"/>
                    <a:pt x="894" y="1883"/>
                  </a:cubicBezTo>
                  <a:cubicBezTo>
                    <a:pt x="1556" y="1883"/>
                    <a:pt x="2128" y="1193"/>
                    <a:pt x="1489" y="406"/>
                  </a:cubicBezTo>
                  <a:cubicBezTo>
                    <a:pt x="1247" y="104"/>
                    <a:pt x="1010" y="0"/>
                    <a:pt x="800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141575" y="1626675"/>
              <a:ext cx="25625" cy="31725"/>
            </a:xfrm>
            <a:custGeom>
              <a:avLst/>
              <a:gdLst/>
              <a:ahLst/>
              <a:cxnLst/>
              <a:rect l="l" t="t" r="r" b="b"/>
              <a:pathLst>
                <a:path w="1025" h="1269" extrusionOk="0">
                  <a:moveTo>
                    <a:pt x="732" y="0"/>
                  </a:moveTo>
                  <a:cubicBezTo>
                    <a:pt x="659" y="0"/>
                    <a:pt x="578" y="11"/>
                    <a:pt x="501" y="42"/>
                  </a:cubicBezTo>
                  <a:cubicBezTo>
                    <a:pt x="358" y="113"/>
                    <a:pt x="251" y="232"/>
                    <a:pt x="179" y="411"/>
                  </a:cubicBezTo>
                  <a:cubicBezTo>
                    <a:pt x="1" y="911"/>
                    <a:pt x="596" y="1256"/>
                    <a:pt x="608" y="1256"/>
                  </a:cubicBezTo>
                  <a:cubicBezTo>
                    <a:pt x="608" y="1268"/>
                    <a:pt x="620" y="1268"/>
                    <a:pt x="632" y="1268"/>
                  </a:cubicBezTo>
                  <a:cubicBezTo>
                    <a:pt x="632" y="1256"/>
                    <a:pt x="632" y="1256"/>
                    <a:pt x="632" y="1256"/>
                  </a:cubicBezTo>
                  <a:cubicBezTo>
                    <a:pt x="644" y="1244"/>
                    <a:pt x="644" y="1233"/>
                    <a:pt x="632" y="1221"/>
                  </a:cubicBezTo>
                  <a:cubicBezTo>
                    <a:pt x="620" y="1221"/>
                    <a:pt x="60" y="899"/>
                    <a:pt x="227" y="423"/>
                  </a:cubicBezTo>
                  <a:cubicBezTo>
                    <a:pt x="286" y="268"/>
                    <a:pt x="382" y="149"/>
                    <a:pt x="513" y="90"/>
                  </a:cubicBezTo>
                  <a:cubicBezTo>
                    <a:pt x="588" y="58"/>
                    <a:pt x="666" y="47"/>
                    <a:pt x="737" y="47"/>
                  </a:cubicBezTo>
                  <a:cubicBezTo>
                    <a:pt x="878" y="47"/>
                    <a:pt x="989" y="90"/>
                    <a:pt x="989" y="90"/>
                  </a:cubicBezTo>
                  <a:cubicBezTo>
                    <a:pt x="992" y="93"/>
                    <a:pt x="996" y="94"/>
                    <a:pt x="999" y="94"/>
                  </a:cubicBezTo>
                  <a:cubicBezTo>
                    <a:pt x="1008" y="94"/>
                    <a:pt x="1016" y="86"/>
                    <a:pt x="1025" y="78"/>
                  </a:cubicBezTo>
                  <a:cubicBezTo>
                    <a:pt x="1025" y="66"/>
                    <a:pt x="1025" y="54"/>
                    <a:pt x="1013" y="54"/>
                  </a:cubicBezTo>
                  <a:cubicBezTo>
                    <a:pt x="1005" y="46"/>
                    <a:pt x="883" y="0"/>
                    <a:pt x="732" y="0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4147525" y="1638425"/>
              <a:ext cx="15200" cy="11450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584" y="1"/>
                  </a:moveTo>
                  <a:cubicBezTo>
                    <a:pt x="572" y="1"/>
                    <a:pt x="60" y="1"/>
                    <a:pt x="1" y="429"/>
                  </a:cubicBezTo>
                  <a:cubicBezTo>
                    <a:pt x="1" y="441"/>
                    <a:pt x="1" y="453"/>
                    <a:pt x="13" y="453"/>
                  </a:cubicBezTo>
                  <a:cubicBezTo>
                    <a:pt x="20" y="456"/>
                    <a:pt x="26" y="458"/>
                    <a:pt x="30" y="458"/>
                  </a:cubicBezTo>
                  <a:cubicBezTo>
                    <a:pt x="42" y="458"/>
                    <a:pt x="48" y="450"/>
                    <a:pt x="48" y="441"/>
                  </a:cubicBezTo>
                  <a:cubicBezTo>
                    <a:pt x="108" y="48"/>
                    <a:pt x="572" y="48"/>
                    <a:pt x="584" y="48"/>
                  </a:cubicBezTo>
                  <a:lnTo>
                    <a:pt x="596" y="48"/>
                  </a:lnTo>
                  <a:cubicBezTo>
                    <a:pt x="608" y="36"/>
                    <a:pt x="608" y="36"/>
                    <a:pt x="608" y="24"/>
                  </a:cubicBezTo>
                  <a:cubicBezTo>
                    <a:pt x="608" y="12"/>
                    <a:pt x="596" y="1"/>
                    <a:pt x="584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3"/>
            <p:cNvSpPr/>
            <p:nvPr/>
          </p:nvSpPr>
          <p:spPr>
            <a:xfrm>
              <a:off x="4033225" y="1685275"/>
              <a:ext cx="42000" cy="22125"/>
            </a:xfrm>
            <a:custGeom>
              <a:avLst/>
              <a:gdLst/>
              <a:ahLst/>
              <a:cxnLst/>
              <a:rect l="l" t="t" r="r" b="b"/>
              <a:pathLst>
                <a:path w="1680" h="885" extrusionOk="0">
                  <a:moveTo>
                    <a:pt x="1012" y="0"/>
                  </a:moveTo>
                  <a:cubicBezTo>
                    <a:pt x="936" y="0"/>
                    <a:pt x="856" y="6"/>
                    <a:pt x="775" y="20"/>
                  </a:cubicBezTo>
                  <a:cubicBezTo>
                    <a:pt x="334" y="79"/>
                    <a:pt x="1" y="329"/>
                    <a:pt x="36" y="567"/>
                  </a:cubicBezTo>
                  <a:cubicBezTo>
                    <a:pt x="66" y="762"/>
                    <a:pt x="324" y="884"/>
                    <a:pt x="664" y="884"/>
                  </a:cubicBezTo>
                  <a:cubicBezTo>
                    <a:pt x="741" y="884"/>
                    <a:pt x="822" y="878"/>
                    <a:pt x="906" y="865"/>
                  </a:cubicBezTo>
                  <a:cubicBezTo>
                    <a:pt x="1346" y="805"/>
                    <a:pt x="1679" y="555"/>
                    <a:pt x="1644" y="317"/>
                  </a:cubicBezTo>
                  <a:cubicBezTo>
                    <a:pt x="1615" y="123"/>
                    <a:pt x="1348" y="0"/>
                    <a:pt x="1012" y="0"/>
                  </a:cubicBez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4109425" y="1654500"/>
              <a:ext cx="40500" cy="28900"/>
            </a:xfrm>
            <a:custGeom>
              <a:avLst/>
              <a:gdLst/>
              <a:ahLst/>
              <a:cxnLst/>
              <a:rect l="l" t="t" r="r" b="b"/>
              <a:pathLst>
                <a:path w="1620" h="1156" extrusionOk="0">
                  <a:moveTo>
                    <a:pt x="1179" y="1"/>
                  </a:moveTo>
                  <a:cubicBezTo>
                    <a:pt x="1001" y="1"/>
                    <a:pt x="781" y="73"/>
                    <a:pt x="572" y="215"/>
                  </a:cubicBezTo>
                  <a:cubicBezTo>
                    <a:pt x="191" y="465"/>
                    <a:pt x="1" y="822"/>
                    <a:pt x="132" y="1024"/>
                  </a:cubicBezTo>
                  <a:cubicBezTo>
                    <a:pt x="189" y="1112"/>
                    <a:pt x="299" y="1155"/>
                    <a:pt x="437" y="1155"/>
                  </a:cubicBezTo>
                  <a:cubicBezTo>
                    <a:pt x="616" y="1155"/>
                    <a:pt x="840" y="1082"/>
                    <a:pt x="1048" y="941"/>
                  </a:cubicBezTo>
                  <a:cubicBezTo>
                    <a:pt x="1418" y="691"/>
                    <a:pt x="1620" y="334"/>
                    <a:pt x="1489" y="131"/>
                  </a:cubicBezTo>
                  <a:cubicBezTo>
                    <a:pt x="1427" y="44"/>
                    <a:pt x="1315" y="1"/>
                    <a:pt x="1179" y="1"/>
                  </a:cubicBez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4074900" y="1661350"/>
              <a:ext cx="19375" cy="10450"/>
            </a:xfrm>
            <a:custGeom>
              <a:avLst/>
              <a:gdLst/>
              <a:ahLst/>
              <a:cxnLst/>
              <a:rect l="l" t="t" r="r" b="b"/>
              <a:pathLst>
                <a:path w="775" h="418" extrusionOk="0">
                  <a:moveTo>
                    <a:pt x="477" y="0"/>
                  </a:moveTo>
                  <a:cubicBezTo>
                    <a:pt x="72" y="0"/>
                    <a:pt x="1" y="334"/>
                    <a:pt x="1" y="334"/>
                  </a:cubicBezTo>
                  <a:cubicBezTo>
                    <a:pt x="1" y="358"/>
                    <a:pt x="12" y="369"/>
                    <a:pt x="24" y="369"/>
                  </a:cubicBezTo>
                  <a:cubicBezTo>
                    <a:pt x="36" y="369"/>
                    <a:pt x="60" y="369"/>
                    <a:pt x="60" y="346"/>
                  </a:cubicBezTo>
                  <a:cubicBezTo>
                    <a:pt x="60" y="334"/>
                    <a:pt x="120" y="60"/>
                    <a:pt x="477" y="60"/>
                  </a:cubicBezTo>
                  <a:cubicBezTo>
                    <a:pt x="560" y="60"/>
                    <a:pt x="620" y="84"/>
                    <a:pt x="644" y="131"/>
                  </a:cubicBezTo>
                  <a:cubicBezTo>
                    <a:pt x="715" y="215"/>
                    <a:pt x="655" y="381"/>
                    <a:pt x="655" y="381"/>
                  </a:cubicBezTo>
                  <a:cubicBezTo>
                    <a:pt x="655" y="393"/>
                    <a:pt x="655" y="405"/>
                    <a:pt x="667" y="417"/>
                  </a:cubicBezTo>
                  <a:lnTo>
                    <a:pt x="679" y="417"/>
                  </a:lnTo>
                  <a:cubicBezTo>
                    <a:pt x="691" y="417"/>
                    <a:pt x="703" y="405"/>
                    <a:pt x="703" y="393"/>
                  </a:cubicBezTo>
                  <a:cubicBezTo>
                    <a:pt x="715" y="393"/>
                    <a:pt x="774" y="215"/>
                    <a:pt x="691" y="96"/>
                  </a:cubicBezTo>
                  <a:cubicBezTo>
                    <a:pt x="655" y="36"/>
                    <a:pt x="584" y="0"/>
                    <a:pt x="477" y="0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937675" y="1524425"/>
              <a:ext cx="235775" cy="166225"/>
            </a:xfrm>
            <a:custGeom>
              <a:avLst/>
              <a:gdLst/>
              <a:ahLst/>
              <a:cxnLst/>
              <a:rect l="l" t="t" r="r" b="b"/>
              <a:pathLst>
                <a:path w="9431" h="6649" extrusionOk="0">
                  <a:moveTo>
                    <a:pt x="5549" y="0"/>
                  </a:moveTo>
                  <a:cubicBezTo>
                    <a:pt x="4462" y="0"/>
                    <a:pt x="3092" y="424"/>
                    <a:pt x="1906" y="1513"/>
                  </a:cubicBezTo>
                  <a:cubicBezTo>
                    <a:pt x="1906" y="1513"/>
                    <a:pt x="1" y="2953"/>
                    <a:pt x="203" y="4382"/>
                  </a:cubicBezTo>
                  <a:cubicBezTo>
                    <a:pt x="398" y="5683"/>
                    <a:pt x="1176" y="6649"/>
                    <a:pt x="1925" y="6649"/>
                  </a:cubicBezTo>
                  <a:cubicBezTo>
                    <a:pt x="1999" y="6649"/>
                    <a:pt x="2072" y="6639"/>
                    <a:pt x="2144" y="6620"/>
                  </a:cubicBezTo>
                  <a:cubicBezTo>
                    <a:pt x="2287" y="6585"/>
                    <a:pt x="2323" y="5930"/>
                    <a:pt x="2561" y="5680"/>
                  </a:cubicBezTo>
                  <a:cubicBezTo>
                    <a:pt x="2577" y="5663"/>
                    <a:pt x="2595" y="5656"/>
                    <a:pt x="2614" y="5656"/>
                  </a:cubicBezTo>
                  <a:cubicBezTo>
                    <a:pt x="2775" y="5656"/>
                    <a:pt x="2997" y="6207"/>
                    <a:pt x="3044" y="6207"/>
                  </a:cubicBezTo>
                  <a:cubicBezTo>
                    <a:pt x="3046" y="6207"/>
                    <a:pt x="3047" y="6206"/>
                    <a:pt x="3049" y="6204"/>
                  </a:cubicBezTo>
                  <a:cubicBezTo>
                    <a:pt x="3168" y="6025"/>
                    <a:pt x="3477" y="4692"/>
                    <a:pt x="3596" y="4489"/>
                  </a:cubicBezTo>
                  <a:cubicBezTo>
                    <a:pt x="4382" y="3108"/>
                    <a:pt x="4906" y="1917"/>
                    <a:pt x="4906" y="1917"/>
                  </a:cubicBezTo>
                  <a:cubicBezTo>
                    <a:pt x="6133" y="2874"/>
                    <a:pt x="8205" y="3813"/>
                    <a:pt x="8916" y="3813"/>
                  </a:cubicBezTo>
                  <a:cubicBezTo>
                    <a:pt x="9019" y="3813"/>
                    <a:pt x="9094" y="3793"/>
                    <a:pt x="9133" y="3751"/>
                  </a:cubicBezTo>
                  <a:cubicBezTo>
                    <a:pt x="9431" y="3418"/>
                    <a:pt x="9300" y="1441"/>
                    <a:pt x="6835" y="251"/>
                  </a:cubicBezTo>
                  <a:cubicBezTo>
                    <a:pt x="6499" y="92"/>
                    <a:pt x="6054" y="0"/>
                    <a:pt x="55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948100" y="1539825"/>
              <a:ext cx="38425" cy="36125"/>
            </a:xfrm>
            <a:custGeom>
              <a:avLst/>
              <a:gdLst/>
              <a:ahLst/>
              <a:cxnLst/>
              <a:rect l="l" t="t" r="r" b="b"/>
              <a:pathLst>
                <a:path w="1537" h="1445" extrusionOk="0">
                  <a:moveTo>
                    <a:pt x="892" y="1"/>
                  </a:moveTo>
                  <a:cubicBezTo>
                    <a:pt x="494" y="1"/>
                    <a:pt x="989" y="1159"/>
                    <a:pt x="989" y="1159"/>
                  </a:cubicBezTo>
                  <a:cubicBezTo>
                    <a:pt x="989" y="1159"/>
                    <a:pt x="655" y="671"/>
                    <a:pt x="387" y="671"/>
                  </a:cubicBezTo>
                  <a:cubicBezTo>
                    <a:pt x="348" y="671"/>
                    <a:pt x="310" y="681"/>
                    <a:pt x="274" y="706"/>
                  </a:cubicBezTo>
                  <a:cubicBezTo>
                    <a:pt x="1" y="897"/>
                    <a:pt x="905" y="1444"/>
                    <a:pt x="905" y="1444"/>
                  </a:cubicBezTo>
                  <a:lnTo>
                    <a:pt x="1263" y="1301"/>
                  </a:lnTo>
                  <a:cubicBezTo>
                    <a:pt x="1536" y="1028"/>
                    <a:pt x="1394" y="63"/>
                    <a:pt x="929" y="4"/>
                  </a:cubicBezTo>
                  <a:cubicBezTo>
                    <a:pt x="916" y="2"/>
                    <a:pt x="904" y="1"/>
                    <a:pt x="8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896000" y="1691100"/>
              <a:ext cx="68200" cy="56900"/>
            </a:xfrm>
            <a:custGeom>
              <a:avLst/>
              <a:gdLst/>
              <a:ahLst/>
              <a:cxnLst/>
              <a:rect l="l" t="t" r="r" b="b"/>
              <a:pathLst>
                <a:path w="2728" h="2276" extrusionOk="0">
                  <a:moveTo>
                    <a:pt x="748" y="1"/>
                  </a:moveTo>
                  <a:cubicBezTo>
                    <a:pt x="735" y="1"/>
                    <a:pt x="724" y="5"/>
                    <a:pt x="715" y="13"/>
                  </a:cubicBezTo>
                  <a:cubicBezTo>
                    <a:pt x="596" y="132"/>
                    <a:pt x="1072" y="751"/>
                    <a:pt x="1072" y="751"/>
                  </a:cubicBezTo>
                  <a:cubicBezTo>
                    <a:pt x="1072" y="751"/>
                    <a:pt x="573" y="234"/>
                    <a:pt x="361" y="234"/>
                  </a:cubicBezTo>
                  <a:cubicBezTo>
                    <a:pt x="329" y="234"/>
                    <a:pt x="303" y="246"/>
                    <a:pt x="287" y="275"/>
                  </a:cubicBezTo>
                  <a:cubicBezTo>
                    <a:pt x="227" y="394"/>
                    <a:pt x="858" y="918"/>
                    <a:pt x="858" y="918"/>
                  </a:cubicBezTo>
                  <a:cubicBezTo>
                    <a:pt x="858" y="918"/>
                    <a:pt x="343" y="550"/>
                    <a:pt x="170" y="550"/>
                  </a:cubicBezTo>
                  <a:cubicBezTo>
                    <a:pt x="146" y="550"/>
                    <a:pt x="129" y="557"/>
                    <a:pt x="120" y="572"/>
                  </a:cubicBezTo>
                  <a:cubicBezTo>
                    <a:pt x="37" y="703"/>
                    <a:pt x="703" y="1132"/>
                    <a:pt x="703" y="1132"/>
                  </a:cubicBezTo>
                  <a:cubicBezTo>
                    <a:pt x="703" y="1132"/>
                    <a:pt x="321" y="917"/>
                    <a:pt x="143" y="917"/>
                  </a:cubicBezTo>
                  <a:cubicBezTo>
                    <a:pt x="103" y="917"/>
                    <a:pt x="73" y="927"/>
                    <a:pt x="60" y="953"/>
                  </a:cubicBezTo>
                  <a:cubicBezTo>
                    <a:pt x="1" y="1084"/>
                    <a:pt x="787" y="1620"/>
                    <a:pt x="1168" y="1846"/>
                  </a:cubicBezTo>
                  <a:cubicBezTo>
                    <a:pt x="1168" y="1846"/>
                    <a:pt x="1465" y="2013"/>
                    <a:pt x="1930" y="2275"/>
                  </a:cubicBezTo>
                  <a:cubicBezTo>
                    <a:pt x="2215" y="1989"/>
                    <a:pt x="2489" y="1704"/>
                    <a:pt x="2727" y="1394"/>
                  </a:cubicBezTo>
                  <a:cubicBezTo>
                    <a:pt x="2251" y="1215"/>
                    <a:pt x="1930" y="1120"/>
                    <a:pt x="1930" y="1120"/>
                  </a:cubicBezTo>
                  <a:cubicBezTo>
                    <a:pt x="1930" y="1120"/>
                    <a:pt x="1704" y="358"/>
                    <a:pt x="1501" y="322"/>
                  </a:cubicBezTo>
                  <a:cubicBezTo>
                    <a:pt x="1490" y="320"/>
                    <a:pt x="1481" y="319"/>
                    <a:pt x="1472" y="319"/>
                  </a:cubicBezTo>
                  <a:cubicBezTo>
                    <a:pt x="1313" y="319"/>
                    <a:pt x="1442" y="703"/>
                    <a:pt x="1442" y="703"/>
                  </a:cubicBezTo>
                  <a:cubicBezTo>
                    <a:pt x="1442" y="703"/>
                    <a:pt x="925" y="1"/>
                    <a:pt x="748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937375" y="1714025"/>
              <a:ext cx="160175" cy="111775"/>
            </a:xfrm>
            <a:custGeom>
              <a:avLst/>
              <a:gdLst/>
              <a:ahLst/>
              <a:cxnLst/>
              <a:rect l="l" t="t" r="r" b="b"/>
              <a:pathLst>
                <a:path w="6407" h="4471" extrusionOk="0">
                  <a:moveTo>
                    <a:pt x="632" y="1"/>
                  </a:moveTo>
                  <a:cubicBezTo>
                    <a:pt x="346" y="513"/>
                    <a:pt x="191" y="1084"/>
                    <a:pt x="1" y="1656"/>
                  </a:cubicBezTo>
                  <a:cubicBezTo>
                    <a:pt x="334" y="1953"/>
                    <a:pt x="894" y="2382"/>
                    <a:pt x="1823" y="2942"/>
                  </a:cubicBezTo>
                  <a:cubicBezTo>
                    <a:pt x="2799" y="3529"/>
                    <a:pt x="4317" y="4471"/>
                    <a:pt x="5539" y="4471"/>
                  </a:cubicBezTo>
                  <a:cubicBezTo>
                    <a:pt x="5853" y="4471"/>
                    <a:pt x="6146" y="4409"/>
                    <a:pt x="6406" y="4263"/>
                  </a:cubicBezTo>
                  <a:lnTo>
                    <a:pt x="5168" y="1739"/>
                  </a:lnTo>
                  <a:cubicBezTo>
                    <a:pt x="5168" y="1739"/>
                    <a:pt x="1787" y="120"/>
                    <a:pt x="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3926075" y="1713700"/>
              <a:ext cx="27100" cy="41725"/>
            </a:xfrm>
            <a:custGeom>
              <a:avLst/>
              <a:gdLst/>
              <a:ahLst/>
              <a:cxnLst/>
              <a:rect l="l" t="t" r="r" b="b"/>
              <a:pathLst>
                <a:path w="1084" h="1669" extrusionOk="0">
                  <a:moveTo>
                    <a:pt x="949" y="1"/>
                  </a:moveTo>
                  <a:cubicBezTo>
                    <a:pt x="877" y="1"/>
                    <a:pt x="809" y="11"/>
                    <a:pt x="751" y="26"/>
                  </a:cubicBezTo>
                  <a:cubicBezTo>
                    <a:pt x="405" y="97"/>
                    <a:pt x="12" y="895"/>
                    <a:pt x="0" y="1204"/>
                  </a:cubicBezTo>
                  <a:cubicBezTo>
                    <a:pt x="0" y="1204"/>
                    <a:pt x="84" y="1359"/>
                    <a:pt x="453" y="1669"/>
                  </a:cubicBezTo>
                  <a:cubicBezTo>
                    <a:pt x="643" y="1097"/>
                    <a:pt x="810" y="526"/>
                    <a:pt x="1084" y="14"/>
                  </a:cubicBezTo>
                  <a:cubicBezTo>
                    <a:pt x="1038" y="5"/>
                    <a:pt x="993" y="1"/>
                    <a:pt x="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4174325" y="1806850"/>
              <a:ext cx="18775" cy="22100"/>
            </a:xfrm>
            <a:custGeom>
              <a:avLst/>
              <a:gdLst/>
              <a:ahLst/>
              <a:cxnLst/>
              <a:rect l="l" t="t" r="r" b="b"/>
              <a:pathLst>
                <a:path w="751" h="884" extrusionOk="0">
                  <a:moveTo>
                    <a:pt x="44" y="1"/>
                  </a:moveTo>
                  <a:cubicBezTo>
                    <a:pt x="36" y="1"/>
                    <a:pt x="29" y="4"/>
                    <a:pt x="24" y="14"/>
                  </a:cubicBezTo>
                  <a:cubicBezTo>
                    <a:pt x="0" y="26"/>
                    <a:pt x="0" y="50"/>
                    <a:pt x="12" y="62"/>
                  </a:cubicBezTo>
                  <a:lnTo>
                    <a:pt x="679" y="872"/>
                  </a:lnTo>
                  <a:cubicBezTo>
                    <a:pt x="691" y="884"/>
                    <a:pt x="703" y="884"/>
                    <a:pt x="715" y="884"/>
                  </a:cubicBezTo>
                  <a:cubicBezTo>
                    <a:pt x="715" y="884"/>
                    <a:pt x="727" y="884"/>
                    <a:pt x="727" y="872"/>
                  </a:cubicBezTo>
                  <a:cubicBezTo>
                    <a:pt x="750" y="860"/>
                    <a:pt x="750" y="836"/>
                    <a:pt x="738" y="824"/>
                  </a:cubicBezTo>
                  <a:lnTo>
                    <a:pt x="72" y="14"/>
                  </a:lnTo>
                  <a:cubicBezTo>
                    <a:pt x="65" y="8"/>
                    <a:pt x="54" y="1"/>
                    <a:pt x="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4063900" y="1729200"/>
              <a:ext cx="84850" cy="39950"/>
            </a:xfrm>
            <a:custGeom>
              <a:avLst/>
              <a:gdLst/>
              <a:ahLst/>
              <a:cxnLst/>
              <a:rect l="l" t="t" r="r" b="b"/>
              <a:pathLst>
                <a:path w="3394" h="1598" extrusionOk="0">
                  <a:moveTo>
                    <a:pt x="2798" y="1"/>
                  </a:moveTo>
                  <a:cubicBezTo>
                    <a:pt x="2798" y="1"/>
                    <a:pt x="2929" y="346"/>
                    <a:pt x="2155" y="822"/>
                  </a:cubicBezTo>
                  <a:cubicBezTo>
                    <a:pt x="1772" y="1060"/>
                    <a:pt x="1478" y="1144"/>
                    <a:pt x="1253" y="1144"/>
                  </a:cubicBezTo>
                  <a:cubicBezTo>
                    <a:pt x="688" y="1144"/>
                    <a:pt x="560" y="608"/>
                    <a:pt x="560" y="608"/>
                  </a:cubicBezTo>
                  <a:cubicBezTo>
                    <a:pt x="310" y="703"/>
                    <a:pt x="60" y="942"/>
                    <a:pt x="0" y="1061"/>
                  </a:cubicBezTo>
                  <a:cubicBezTo>
                    <a:pt x="347" y="1441"/>
                    <a:pt x="780" y="1598"/>
                    <a:pt x="1224" y="1598"/>
                  </a:cubicBezTo>
                  <a:cubicBezTo>
                    <a:pt x="1878" y="1598"/>
                    <a:pt x="2556" y="1259"/>
                    <a:pt x="3024" y="799"/>
                  </a:cubicBezTo>
                  <a:cubicBezTo>
                    <a:pt x="3203" y="584"/>
                    <a:pt x="3310" y="358"/>
                    <a:pt x="3393" y="120"/>
                  </a:cubicBezTo>
                  <a:cubicBezTo>
                    <a:pt x="3072" y="25"/>
                    <a:pt x="2798" y="1"/>
                    <a:pt x="27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4082950" y="1729200"/>
              <a:ext cx="105725" cy="93175"/>
            </a:xfrm>
            <a:custGeom>
              <a:avLst/>
              <a:gdLst/>
              <a:ahLst/>
              <a:cxnLst/>
              <a:rect l="l" t="t" r="r" b="b"/>
              <a:pathLst>
                <a:path w="4229" h="3727" extrusionOk="0">
                  <a:moveTo>
                    <a:pt x="2036" y="1"/>
                  </a:moveTo>
                  <a:cubicBezTo>
                    <a:pt x="2036" y="1"/>
                    <a:pt x="1803" y="1009"/>
                    <a:pt x="543" y="1009"/>
                  </a:cubicBezTo>
                  <a:cubicBezTo>
                    <a:pt x="380" y="1009"/>
                    <a:pt x="200" y="992"/>
                    <a:pt x="0" y="953"/>
                  </a:cubicBezTo>
                  <a:lnTo>
                    <a:pt x="0" y="953"/>
                  </a:lnTo>
                  <a:cubicBezTo>
                    <a:pt x="0" y="954"/>
                    <a:pt x="405" y="3501"/>
                    <a:pt x="1965" y="3704"/>
                  </a:cubicBezTo>
                  <a:cubicBezTo>
                    <a:pt x="2083" y="3719"/>
                    <a:pt x="2197" y="3726"/>
                    <a:pt x="2306" y="3726"/>
                  </a:cubicBezTo>
                  <a:cubicBezTo>
                    <a:pt x="3639" y="3726"/>
                    <a:pt x="4228" y="2629"/>
                    <a:pt x="3810" y="1573"/>
                  </a:cubicBezTo>
                  <a:cubicBezTo>
                    <a:pt x="3370" y="441"/>
                    <a:pt x="2036" y="1"/>
                    <a:pt x="20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4088300" y="1734875"/>
              <a:ext cx="95750" cy="84275"/>
            </a:xfrm>
            <a:custGeom>
              <a:avLst/>
              <a:gdLst/>
              <a:ahLst/>
              <a:cxnLst/>
              <a:rect l="l" t="t" r="r" b="b"/>
              <a:pathLst>
                <a:path w="3830" h="3371" extrusionOk="0">
                  <a:moveTo>
                    <a:pt x="1882" y="0"/>
                  </a:moveTo>
                  <a:cubicBezTo>
                    <a:pt x="1882" y="0"/>
                    <a:pt x="1641" y="932"/>
                    <a:pt x="445" y="932"/>
                  </a:cubicBezTo>
                  <a:cubicBezTo>
                    <a:pt x="310" y="932"/>
                    <a:pt x="162" y="920"/>
                    <a:pt x="0" y="893"/>
                  </a:cubicBezTo>
                  <a:lnTo>
                    <a:pt x="0" y="893"/>
                  </a:lnTo>
                  <a:cubicBezTo>
                    <a:pt x="0" y="893"/>
                    <a:pt x="453" y="3024"/>
                    <a:pt x="1751" y="3322"/>
                  </a:cubicBezTo>
                  <a:cubicBezTo>
                    <a:pt x="1891" y="3355"/>
                    <a:pt x="2026" y="3370"/>
                    <a:pt x="2154" y="3370"/>
                  </a:cubicBezTo>
                  <a:cubicBezTo>
                    <a:pt x="3229" y="3370"/>
                    <a:pt x="3829" y="2286"/>
                    <a:pt x="3489" y="1381"/>
                  </a:cubicBezTo>
                  <a:cubicBezTo>
                    <a:pt x="3096" y="369"/>
                    <a:pt x="1882" y="0"/>
                    <a:pt x="18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4072300" y="1743400"/>
              <a:ext cx="13350" cy="18000"/>
            </a:xfrm>
            <a:custGeom>
              <a:avLst/>
              <a:gdLst/>
              <a:ahLst/>
              <a:cxnLst/>
              <a:rect l="l" t="t" r="r" b="b"/>
              <a:pathLst>
                <a:path w="534" h="720" extrusionOk="0">
                  <a:moveTo>
                    <a:pt x="176" y="0"/>
                  </a:moveTo>
                  <a:cubicBezTo>
                    <a:pt x="108" y="0"/>
                    <a:pt x="0" y="114"/>
                    <a:pt x="9" y="159"/>
                  </a:cubicBezTo>
                  <a:cubicBezTo>
                    <a:pt x="9" y="159"/>
                    <a:pt x="318" y="720"/>
                    <a:pt x="521" y="720"/>
                  </a:cubicBezTo>
                  <a:cubicBezTo>
                    <a:pt x="525" y="720"/>
                    <a:pt x="529" y="719"/>
                    <a:pt x="533" y="719"/>
                  </a:cubicBezTo>
                  <a:lnTo>
                    <a:pt x="509" y="445"/>
                  </a:lnTo>
                  <a:cubicBezTo>
                    <a:pt x="509" y="445"/>
                    <a:pt x="295" y="266"/>
                    <a:pt x="224" y="40"/>
                  </a:cubicBezTo>
                  <a:cubicBezTo>
                    <a:pt x="215" y="12"/>
                    <a:pt x="198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4046925" y="1742900"/>
              <a:ext cx="31875" cy="17600"/>
            </a:xfrm>
            <a:custGeom>
              <a:avLst/>
              <a:gdLst/>
              <a:ahLst/>
              <a:cxnLst/>
              <a:rect l="l" t="t" r="r" b="b"/>
              <a:pathLst>
                <a:path w="1275" h="704" extrusionOk="0">
                  <a:moveTo>
                    <a:pt x="1001" y="155"/>
                  </a:moveTo>
                  <a:lnTo>
                    <a:pt x="1001" y="155"/>
                  </a:lnTo>
                  <a:cubicBezTo>
                    <a:pt x="741" y="405"/>
                    <a:pt x="454" y="545"/>
                    <a:pt x="290" y="545"/>
                  </a:cubicBezTo>
                  <a:cubicBezTo>
                    <a:pt x="266" y="545"/>
                    <a:pt x="245" y="542"/>
                    <a:pt x="227" y="536"/>
                  </a:cubicBezTo>
                  <a:cubicBezTo>
                    <a:pt x="203" y="525"/>
                    <a:pt x="167" y="501"/>
                    <a:pt x="155" y="429"/>
                  </a:cubicBezTo>
                  <a:cubicBezTo>
                    <a:pt x="155" y="394"/>
                    <a:pt x="167" y="370"/>
                    <a:pt x="191" y="346"/>
                  </a:cubicBezTo>
                  <a:cubicBezTo>
                    <a:pt x="322" y="215"/>
                    <a:pt x="727" y="167"/>
                    <a:pt x="1001" y="155"/>
                  </a:cubicBezTo>
                  <a:close/>
                  <a:moveTo>
                    <a:pt x="1154" y="1"/>
                  </a:moveTo>
                  <a:cubicBezTo>
                    <a:pt x="975" y="1"/>
                    <a:pt x="301" y="10"/>
                    <a:pt x="84" y="239"/>
                  </a:cubicBezTo>
                  <a:cubicBezTo>
                    <a:pt x="24" y="298"/>
                    <a:pt x="0" y="370"/>
                    <a:pt x="0" y="441"/>
                  </a:cubicBezTo>
                  <a:cubicBezTo>
                    <a:pt x="12" y="560"/>
                    <a:pt x="72" y="644"/>
                    <a:pt x="179" y="679"/>
                  </a:cubicBezTo>
                  <a:cubicBezTo>
                    <a:pt x="215" y="691"/>
                    <a:pt x="250" y="703"/>
                    <a:pt x="286" y="703"/>
                  </a:cubicBezTo>
                  <a:cubicBezTo>
                    <a:pt x="548" y="703"/>
                    <a:pt x="941" y="465"/>
                    <a:pt x="1251" y="132"/>
                  </a:cubicBezTo>
                  <a:cubicBezTo>
                    <a:pt x="1262" y="108"/>
                    <a:pt x="1274" y="72"/>
                    <a:pt x="1262" y="48"/>
                  </a:cubicBezTo>
                  <a:cubicBezTo>
                    <a:pt x="1251" y="13"/>
                    <a:pt x="1215" y="1"/>
                    <a:pt x="1191" y="1"/>
                  </a:cubicBezTo>
                  <a:cubicBezTo>
                    <a:pt x="1184" y="1"/>
                    <a:pt x="1171" y="1"/>
                    <a:pt x="1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4050200" y="1742750"/>
              <a:ext cx="26800" cy="33225"/>
            </a:xfrm>
            <a:custGeom>
              <a:avLst/>
              <a:gdLst/>
              <a:ahLst/>
              <a:cxnLst/>
              <a:rect l="l" t="t" r="r" b="b"/>
              <a:pathLst>
                <a:path w="1072" h="1329" extrusionOk="0">
                  <a:moveTo>
                    <a:pt x="858" y="269"/>
                  </a:moveTo>
                  <a:cubicBezTo>
                    <a:pt x="715" y="769"/>
                    <a:pt x="536" y="1173"/>
                    <a:pt x="441" y="1173"/>
                  </a:cubicBezTo>
                  <a:cubicBezTo>
                    <a:pt x="441" y="1173"/>
                    <a:pt x="429" y="1173"/>
                    <a:pt x="405" y="1126"/>
                  </a:cubicBezTo>
                  <a:cubicBezTo>
                    <a:pt x="262" y="816"/>
                    <a:pt x="631" y="459"/>
                    <a:pt x="858" y="269"/>
                  </a:cubicBezTo>
                  <a:close/>
                  <a:moveTo>
                    <a:pt x="995" y="1"/>
                  </a:moveTo>
                  <a:cubicBezTo>
                    <a:pt x="980" y="1"/>
                    <a:pt x="965" y="7"/>
                    <a:pt x="953" y="19"/>
                  </a:cubicBezTo>
                  <a:cubicBezTo>
                    <a:pt x="917" y="42"/>
                    <a:pt x="0" y="626"/>
                    <a:pt x="262" y="1185"/>
                  </a:cubicBezTo>
                  <a:cubicBezTo>
                    <a:pt x="322" y="1304"/>
                    <a:pt x="393" y="1328"/>
                    <a:pt x="441" y="1328"/>
                  </a:cubicBezTo>
                  <a:lnTo>
                    <a:pt x="453" y="1328"/>
                  </a:lnTo>
                  <a:cubicBezTo>
                    <a:pt x="727" y="1304"/>
                    <a:pt x="977" y="459"/>
                    <a:pt x="1072" y="102"/>
                  </a:cubicBezTo>
                  <a:cubicBezTo>
                    <a:pt x="1072" y="66"/>
                    <a:pt x="1060" y="42"/>
                    <a:pt x="1036" y="19"/>
                  </a:cubicBezTo>
                  <a:cubicBezTo>
                    <a:pt x="1024" y="7"/>
                    <a:pt x="1009" y="1"/>
                    <a:pt x="9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4075800" y="1681475"/>
              <a:ext cx="25925" cy="6675"/>
            </a:xfrm>
            <a:custGeom>
              <a:avLst/>
              <a:gdLst/>
              <a:ahLst/>
              <a:cxnLst/>
              <a:rect l="l" t="t" r="r" b="b"/>
              <a:pathLst>
                <a:path w="1037" h="267" extrusionOk="0">
                  <a:moveTo>
                    <a:pt x="439" y="0"/>
                  </a:moveTo>
                  <a:cubicBezTo>
                    <a:pt x="187" y="0"/>
                    <a:pt x="0" y="29"/>
                    <a:pt x="0" y="29"/>
                  </a:cubicBezTo>
                  <a:cubicBezTo>
                    <a:pt x="0" y="29"/>
                    <a:pt x="0" y="124"/>
                    <a:pt x="48" y="255"/>
                  </a:cubicBezTo>
                  <a:cubicBezTo>
                    <a:pt x="165" y="235"/>
                    <a:pt x="326" y="216"/>
                    <a:pt x="509" y="216"/>
                  </a:cubicBezTo>
                  <a:cubicBezTo>
                    <a:pt x="661" y="216"/>
                    <a:pt x="828" y="229"/>
                    <a:pt x="1000" y="267"/>
                  </a:cubicBezTo>
                  <a:cubicBezTo>
                    <a:pt x="1036" y="160"/>
                    <a:pt x="1036" y="64"/>
                    <a:pt x="1036" y="64"/>
                  </a:cubicBezTo>
                  <a:cubicBezTo>
                    <a:pt x="833" y="15"/>
                    <a:pt x="619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4076975" y="1686850"/>
              <a:ext cx="23850" cy="9950"/>
            </a:xfrm>
            <a:custGeom>
              <a:avLst/>
              <a:gdLst/>
              <a:ahLst/>
              <a:cxnLst/>
              <a:rect l="l" t="t" r="r" b="b"/>
              <a:pathLst>
                <a:path w="954" h="398" extrusionOk="0">
                  <a:moveTo>
                    <a:pt x="462" y="1"/>
                  </a:moveTo>
                  <a:cubicBezTo>
                    <a:pt x="279" y="1"/>
                    <a:pt x="118" y="20"/>
                    <a:pt x="1" y="40"/>
                  </a:cubicBezTo>
                  <a:cubicBezTo>
                    <a:pt x="49" y="207"/>
                    <a:pt x="180" y="397"/>
                    <a:pt x="453" y="397"/>
                  </a:cubicBezTo>
                  <a:cubicBezTo>
                    <a:pt x="787" y="397"/>
                    <a:pt x="906" y="207"/>
                    <a:pt x="953" y="52"/>
                  </a:cubicBezTo>
                  <a:cubicBezTo>
                    <a:pt x="781" y="14"/>
                    <a:pt x="614" y="1"/>
                    <a:pt x="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4039175" y="1664500"/>
              <a:ext cx="28000" cy="19500"/>
            </a:xfrm>
            <a:custGeom>
              <a:avLst/>
              <a:gdLst/>
              <a:ahLst/>
              <a:cxnLst/>
              <a:rect l="l" t="t" r="r" b="b"/>
              <a:pathLst>
                <a:path w="1120" h="780" extrusionOk="0">
                  <a:moveTo>
                    <a:pt x="604" y="1"/>
                  </a:moveTo>
                  <a:cubicBezTo>
                    <a:pt x="546" y="1"/>
                    <a:pt x="483" y="13"/>
                    <a:pt x="418" y="41"/>
                  </a:cubicBezTo>
                  <a:cubicBezTo>
                    <a:pt x="1" y="220"/>
                    <a:pt x="144" y="755"/>
                    <a:pt x="144" y="755"/>
                  </a:cubicBezTo>
                  <a:cubicBezTo>
                    <a:pt x="144" y="767"/>
                    <a:pt x="156" y="779"/>
                    <a:pt x="168" y="779"/>
                  </a:cubicBezTo>
                  <a:lnTo>
                    <a:pt x="179" y="779"/>
                  </a:lnTo>
                  <a:cubicBezTo>
                    <a:pt x="191" y="779"/>
                    <a:pt x="203" y="755"/>
                    <a:pt x="203" y="743"/>
                  </a:cubicBezTo>
                  <a:cubicBezTo>
                    <a:pt x="191" y="720"/>
                    <a:pt x="72" y="243"/>
                    <a:pt x="441" y="89"/>
                  </a:cubicBezTo>
                  <a:cubicBezTo>
                    <a:pt x="499" y="65"/>
                    <a:pt x="553" y="54"/>
                    <a:pt x="604" y="54"/>
                  </a:cubicBezTo>
                  <a:cubicBezTo>
                    <a:pt x="879" y="54"/>
                    <a:pt x="1050" y="354"/>
                    <a:pt x="1060" y="374"/>
                  </a:cubicBezTo>
                  <a:cubicBezTo>
                    <a:pt x="1072" y="386"/>
                    <a:pt x="1084" y="386"/>
                    <a:pt x="1096" y="386"/>
                  </a:cubicBezTo>
                  <a:cubicBezTo>
                    <a:pt x="1108" y="374"/>
                    <a:pt x="1120" y="362"/>
                    <a:pt x="1108" y="339"/>
                  </a:cubicBezTo>
                  <a:cubicBezTo>
                    <a:pt x="1108" y="339"/>
                    <a:pt x="914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4035025" y="1680400"/>
              <a:ext cx="8950" cy="1800"/>
            </a:xfrm>
            <a:custGeom>
              <a:avLst/>
              <a:gdLst/>
              <a:ahLst/>
              <a:cxnLst/>
              <a:rect l="l" t="t" r="r" b="b"/>
              <a:pathLst>
                <a:path w="358" h="72" extrusionOk="0">
                  <a:moveTo>
                    <a:pt x="24" y="0"/>
                  </a:moveTo>
                  <a:cubicBezTo>
                    <a:pt x="12" y="0"/>
                    <a:pt x="0" y="12"/>
                    <a:pt x="0" y="36"/>
                  </a:cubicBezTo>
                  <a:cubicBezTo>
                    <a:pt x="0" y="48"/>
                    <a:pt x="12" y="60"/>
                    <a:pt x="24" y="60"/>
                  </a:cubicBezTo>
                  <a:lnTo>
                    <a:pt x="322" y="72"/>
                  </a:lnTo>
                  <a:cubicBezTo>
                    <a:pt x="334" y="72"/>
                    <a:pt x="345" y="60"/>
                    <a:pt x="345" y="48"/>
                  </a:cubicBezTo>
                  <a:cubicBezTo>
                    <a:pt x="357" y="36"/>
                    <a:pt x="345" y="24"/>
                    <a:pt x="322" y="2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4035900" y="1677125"/>
              <a:ext cx="7175" cy="2100"/>
            </a:xfrm>
            <a:custGeom>
              <a:avLst/>
              <a:gdLst/>
              <a:ahLst/>
              <a:cxnLst/>
              <a:rect l="l" t="t" r="r" b="b"/>
              <a:pathLst>
                <a:path w="287" h="84" extrusionOk="0">
                  <a:moveTo>
                    <a:pt x="48" y="0"/>
                  </a:moveTo>
                  <a:cubicBezTo>
                    <a:pt x="25" y="0"/>
                    <a:pt x="13" y="12"/>
                    <a:pt x="13" y="24"/>
                  </a:cubicBezTo>
                  <a:cubicBezTo>
                    <a:pt x="1" y="48"/>
                    <a:pt x="25" y="60"/>
                    <a:pt x="37" y="60"/>
                  </a:cubicBezTo>
                  <a:lnTo>
                    <a:pt x="239" y="84"/>
                  </a:lnTo>
                  <a:lnTo>
                    <a:pt x="251" y="84"/>
                  </a:lnTo>
                  <a:cubicBezTo>
                    <a:pt x="263" y="84"/>
                    <a:pt x="275" y="72"/>
                    <a:pt x="275" y="60"/>
                  </a:cubicBezTo>
                  <a:cubicBezTo>
                    <a:pt x="287" y="36"/>
                    <a:pt x="275" y="24"/>
                    <a:pt x="251" y="24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4098725" y="1641300"/>
              <a:ext cx="28600" cy="19475"/>
            </a:xfrm>
            <a:custGeom>
              <a:avLst/>
              <a:gdLst/>
              <a:ahLst/>
              <a:cxnLst/>
              <a:rect l="l" t="t" r="r" b="b"/>
              <a:pathLst>
                <a:path w="1144" h="779" extrusionOk="0">
                  <a:moveTo>
                    <a:pt x="609" y="0"/>
                  </a:moveTo>
                  <a:cubicBezTo>
                    <a:pt x="549" y="0"/>
                    <a:pt x="484" y="12"/>
                    <a:pt x="417" y="40"/>
                  </a:cubicBezTo>
                  <a:cubicBezTo>
                    <a:pt x="0" y="219"/>
                    <a:pt x="167" y="755"/>
                    <a:pt x="167" y="755"/>
                  </a:cubicBezTo>
                  <a:cubicBezTo>
                    <a:pt x="167" y="767"/>
                    <a:pt x="179" y="779"/>
                    <a:pt x="191" y="779"/>
                  </a:cubicBezTo>
                  <a:lnTo>
                    <a:pt x="202" y="779"/>
                  </a:lnTo>
                  <a:cubicBezTo>
                    <a:pt x="214" y="779"/>
                    <a:pt x="226" y="755"/>
                    <a:pt x="226" y="743"/>
                  </a:cubicBezTo>
                  <a:cubicBezTo>
                    <a:pt x="214" y="719"/>
                    <a:pt x="72" y="255"/>
                    <a:pt x="441" y="100"/>
                  </a:cubicBezTo>
                  <a:cubicBezTo>
                    <a:pt x="504" y="72"/>
                    <a:pt x="563" y="61"/>
                    <a:pt x="619" y="61"/>
                  </a:cubicBezTo>
                  <a:cubicBezTo>
                    <a:pt x="898" y="61"/>
                    <a:pt x="1074" y="354"/>
                    <a:pt x="1084" y="374"/>
                  </a:cubicBezTo>
                  <a:cubicBezTo>
                    <a:pt x="1095" y="386"/>
                    <a:pt x="1107" y="386"/>
                    <a:pt x="1119" y="386"/>
                  </a:cubicBezTo>
                  <a:cubicBezTo>
                    <a:pt x="1143" y="374"/>
                    <a:pt x="1143" y="362"/>
                    <a:pt x="1131" y="338"/>
                  </a:cubicBezTo>
                  <a:cubicBezTo>
                    <a:pt x="1131" y="338"/>
                    <a:pt x="929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4124600" y="1642375"/>
              <a:ext cx="6575" cy="7100"/>
            </a:xfrm>
            <a:custGeom>
              <a:avLst/>
              <a:gdLst/>
              <a:ahLst/>
              <a:cxnLst/>
              <a:rect l="l" t="t" r="r" b="b"/>
              <a:pathLst>
                <a:path w="263" h="284" extrusionOk="0">
                  <a:moveTo>
                    <a:pt x="227" y="0"/>
                  </a:moveTo>
                  <a:cubicBezTo>
                    <a:pt x="218" y="0"/>
                    <a:pt x="209" y="3"/>
                    <a:pt x="203" y="9"/>
                  </a:cubicBezTo>
                  <a:lnTo>
                    <a:pt x="13" y="235"/>
                  </a:lnTo>
                  <a:cubicBezTo>
                    <a:pt x="1" y="247"/>
                    <a:pt x="1" y="271"/>
                    <a:pt x="13" y="283"/>
                  </a:cubicBezTo>
                  <a:lnTo>
                    <a:pt x="37" y="283"/>
                  </a:lnTo>
                  <a:cubicBezTo>
                    <a:pt x="37" y="283"/>
                    <a:pt x="49" y="283"/>
                    <a:pt x="60" y="271"/>
                  </a:cubicBezTo>
                  <a:lnTo>
                    <a:pt x="251" y="45"/>
                  </a:lnTo>
                  <a:cubicBezTo>
                    <a:pt x="263" y="33"/>
                    <a:pt x="263" y="21"/>
                    <a:pt x="251" y="9"/>
                  </a:cubicBezTo>
                  <a:cubicBezTo>
                    <a:pt x="245" y="3"/>
                    <a:pt x="236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4122825" y="1640900"/>
              <a:ext cx="5075" cy="5875"/>
            </a:xfrm>
            <a:custGeom>
              <a:avLst/>
              <a:gdLst/>
              <a:ahLst/>
              <a:cxnLst/>
              <a:rect l="l" t="t" r="r" b="b"/>
              <a:pathLst>
                <a:path w="203" h="235" extrusionOk="0">
                  <a:moveTo>
                    <a:pt x="160" y="1"/>
                  </a:moveTo>
                  <a:cubicBezTo>
                    <a:pt x="149" y="1"/>
                    <a:pt x="138" y="7"/>
                    <a:pt x="131" y="21"/>
                  </a:cubicBezTo>
                  <a:lnTo>
                    <a:pt x="12" y="175"/>
                  </a:lnTo>
                  <a:cubicBezTo>
                    <a:pt x="0" y="199"/>
                    <a:pt x="0" y="211"/>
                    <a:pt x="12" y="223"/>
                  </a:cubicBezTo>
                  <a:cubicBezTo>
                    <a:pt x="24" y="235"/>
                    <a:pt x="36" y="235"/>
                    <a:pt x="36" y="235"/>
                  </a:cubicBezTo>
                  <a:cubicBezTo>
                    <a:pt x="48" y="235"/>
                    <a:pt x="60" y="235"/>
                    <a:pt x="60" y="223"/>
                  </a:cubicBezTo>
                  <a:lnTo>
                    <a:pt x="191" y="56"/>
                  </a:lnTo>
                  <a:cubicBezTo>
                    <a:pt x="203" y="44"/>
                    <a:pt x="203" y="21"/>
                    <a:pt x="179" y="9"/>
                  </a:cubicBezTo>
                  <a:cubicBezTo>
                    <a:pt x="174" y="4"/>
                    <a:pt x="167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4030550" y="1868925"/>
              <a:ext cx="248575" cy="248575"/>
            </a:xfrm>
            <a:custGeom>
              <a:avLst/>
              <a:gdLst/>
              <a:ahLst/>
              <a:cxnLst/>
              <a:rect l="l" t="t" r="r" b="b"/>
              <a:pathLst>
                <a:path w="9943" h="9943" extrusionOk="0">
                  <a:moveTo>
                    <a:pt x="1266" y="0"/>
                  </a:moveTo>
                  <a:cubicBezTo>
                    <a:pt x="1138" y="0"/>
                    <a:pt x="1029" y="24"/>
                    <a:pt x="953" y="79"/>
                  </a:cubicBezTo>
                  <a:cubicBezTo>
                    <a:pt x="608" y="341"/>
                    <a:pt x="1132" y="520"/>
                    <a:pt x="1132" y="520"/>
                  </a:cubicBezTo>
                  <a:cubicBezTo>
                    <a:pt x="1132" y="520"/>
                    <a:pt x="1004" y="501"/>
                    <a:pt x="852" y="501"/>
                  </a:cubicBezTo>
                  <a:cubicBezTo>
                    <a:pt x="625" y="501"/>
                    <a:pt x="343" y="544"/>
                    <a:pt x="358" y="758"/>
                  </a:cubicBezTo>
                  <a:cubicBezTo>
                    <a:pt x="382" y="1115"/>
                    <a:pt x="655" y="1234"/>
                    <a:pt x="655" y="1234"/>
                  </a:cubicBezTo>
                  <a:cubicBezTo>
                    <a:pt x="655" y="1234"/>
                    <a:pt x="1" y="1329"/>
                    <a:pt x="167" y="1794"/>
                  </a:cubicBezTo>
                  <a:cubicBezTo>
                    <a:pt x="247" y="1997"/>
                    <a:pt x="477" y="2023"/>
                    <a:pt x="591" y="2023"/>
                  </a:cubicBezTo>
                  <a:cubicBezTo>
                    <a:pt x="630" y="2023"/>
                    <a:pt x="655" y="2020"/>
                    <a:pt x="655" y="2020"/>
                  </a:cubicBezTo>
                  <a:lnTo>
                    <a:pt x="655" y="2020"/>
                  </a:lnTo>
                  <a:cubicBezTo>
                    <a:pt x="655" y="2020"/>
                    <a:pt x="286" y="2187"/>
                    <a:pt x="393" y="2472"/>
                  </a:cubicBezTo>
                  <a:cubicBezTo>
                    <a:pt x="444" y="2631"/>
                    <a:pt x="613" y="2668"/>
                    <a:pt x="759" y="2668"/>
                  </a:cubicBezTo>
                  <a:cubicBezTo>
                    <a:pt x="888" y="2668"/>
                    <a:pt x="1001" y="2639"/>
                    <a:pt x="1001" y="2639"/>
                  </a:cubicBezTo>
                  <a:lnTo>
                    <a:pt x="1001" y="2639"/>
                  </a:lnTo>
                  <a:cubicBezTo>
                    <a:pt x="1001" y="2639"/>
                    <a:pt x="798" y="2794"/>
                    <a:pt x="929" y="3092"/>
                  </a:cubicBezTo>
                  <a:cubicBezTo>
                    <a:pt x="1005" y="3278"/>
                    <a:pt x="1425" y="3416"/>
                    <a:pt x="1892" y="3416"/>
                  </a:cubicBezTo>
                  <a:cubicBezTo>
                    <a:pt x="2082" y="3416"/>
                    <a:pt x="2279" y="3393"/>
                    <a:pt x="2465" y="3342"/>
                  </a:cubicBezTo>
                  <a:cubicBezTo>
                    <a:pt x="2703" y="4032"/>
                    <a:pt x="3406" y="5985"/>
                    <a:pt x="4739" y="8068"/>
                  </a:cubicBezTo>
                  <a:cubicBezTo>
                    <a:pt x="4751" y="8092"/>
                    <a:pt x="4763" y="8128"/>
                    <a:pt x="4787" y="8152"/>
                  </a:cubicBezTo>
                  <a:cubicBezTo>
                    <a:pt x="5645" y="9590"/>
                    <a:pt x="6044" y="9942"/>
                    <a:pt x="6678" y="9942"/>
                  </a:cubicBezTo>
                  <a:cubicBezTo>
                    <a:pt x="6721" y="9942"/>
                    <a:pt x="6765" y="9941"/>
                    <a:pt x="6811" y="9938"/>
                  </a:cubicBezTo>
                  <a:cubicBezTo>
                    <a:pt x="6870" y="9926"/>
                    <a:pt x="7728" y="9616"/>
                    <a:pt x="7787" y="9592"/>
                  </a:cubicBezTo>
                  <a:cubicBezTo>
                    <a:pt x="8537" y="9235"/>
                    <a:pt x="9264" y="8830"/>
                    <a:pt x="9942" y="8354"/>
                  </a:cubicBezTo>
                  <a:cubicBezTo>
                    <a:pt x="8871" y="7580"/>
                    <a:pt x="7966" y="6556"/>
                    <a:pt x="7359" y="5378"/>
                  </a:cubicBezTo>
                  <a:cubicBezTo>
                    <a:pt x="7323" y="5413"/>
                    <a:pt x="7287" y="5437"/>
                    <a:pt x="7251" y="5473"/>
                  </a:cubicBezTo>
                  <a:cubicBezTo>
                    <a:pt x="6168" y="4211"/>
                    <a:pt x="4989" y="3008"/>
                    <a:pt x="4608" y="2520"/>
                  </a:cubicBezTo>
                  <a:cubicBezTo>
                    <a:pt x="4608" y="2520"/>
                    <a:pt x="4596" y="2508"/>
                    <a:pt x="4596" y="2508"/>
                  </a:cubicBezTo>
                  <a:cubicBezTo>
                    <a:pt x="4561" y="2461"/>
                    <a:pt x="4525" y="2425"/>
                    <a:pt x="4513" y="2389"/>
                  </a:cubicBezTo>
                  <a:lnTo>
                    <a:pt x="4501" y="2389"/>
                  </a:lnTo>
                  <a:cubicBezTo>
                    <a:pt x="4239" y="2032"/>
                    <a:pt x="3525" y="960"/>
                    <a:pt x="2799" y="508"/>
                  </a:cubicBezTo>
                  <a:cubicBezTo>
                    <a:pt x="2480" y="320"/>
                    <a:pt x="1741" y="0"/>
                    <a:pt x="1266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4214500" y="1893800"/>
              <a:ext cx="181850" cy="184000"/>
            </a:xfrm>
            <a:custGeom>
              <a:avLst/>
              <a:gdLst/>
              <a:ahLst/>
              <a:cxnLst/>
              <a:rect l="l" t="t" r="r" b="b"/>
              <a:pathLst>
                <a:path w="7274" h="7360" extrusionOk="0">
                  <a:moveTo>
                    <a:pt x="6675" y="1"/>
                  </a:moveTo>
                  <a:cubicBezTo>
                    <a:pt x="6669" y="1"/>
                    <a:pt x="6663" y="1"/>
                    <a:pt x="6656" y="1"/>
                  </a:cubicBezTo>
                  <a:cubicBezTo>
                    <a:pt x="5442" y="61"/>
                    <a:pt x="4465" y="180"/>
                    <a:pt x="3203" y="215"/>
                  </a:cubicBezTo>
                  <a:cubicBezTo>
                    <a:pt x="2977" y="227"/>
                    <a:pt x="2775" y="370"/>
                    <a:pt x="2715" y="585"/>
                  </a:cubicBezTo>
                  <a:cubicBezTo>
                    <a:pt x="2346" y="1870"/>
                    <a:pt x="1560" y="2966"/>
                    <a:pt x="1" y="4383"/>
                  </a:cubicBezTo>
                  <a:cubicBezTo>
                    <a:pt x="608" y="5561"/>
                    <a:pt x="1513" y="6585"/>
                    <a:pt x="2584" y="7359"/>
                  </a:cubicBezTo>
                  <a:cubicBezTo>
                    <a:pt x="4656" y="5942"/>
                    <a:pt x="6359" y="3883"/>
                    <a:pt x="7192" y="656"/>
                  </a:cubicBezTo>
                  <a:cubicBezTo>
                    <a:pt x="7274" y="317"/>
                    <a:pt x="7023" y="1"/>
                    <a:pt x="6675" y="1"/>
                  </a:cubicBezTo>
                  <a:close/>
                </a:path>
              </a:pathLst>
            </a:custGeom>
            <a:solidFill>
              <a:srgbClr val="ECA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4332075" y="1841125"/>
              <a:ext cx="93200" cy="39175"/>
            </a:xfrm>
            <a:custGeom>
              <a:avLst/>
              <a:gdLst/>
              <a:ahLst/>
              <a:cxnLst/>
              <a:rect l="l" t="t" r="r" b="b"/>
              <a:pathLst>
                <a:path w="3728" h="1567" extrusionOk="0">
                  <a:moveTo>
                    <a:pt x="3549" y="1"/>
                  </a:moveTo>
                  <a:cubicBezTo>
                    <a:pt x="2441" y="489"/>
                    <a:pt x="1227" y="739"/>
                    <a:pt x="1" y="763"/>
                  </a:cubicBezTo>
                  <a:lnTo>
                    <a:pt x="179" y="1310"/>
                  </a:lnTo>
                  <a:cubicBezTo>
                    <a:pt x="551" y="1493"/>
                    <a:pt x="967" y="1566"/>
                    <a:pt x="1381" y="1566"/>
                  </a:cubicBezTo>
                  <a:cubicBezTo>
                    <a:pt x="2451" y="1566"/>
                    <a:pt x="3504" y="1076"/>
                    <a:pt x="3727" y="715"/>
                  </a:cubicBezTo>
                  <a:lnTo>
                    <a:pt x="3549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4316900" y="1789925"/>
              <a:ext cx="104200" cy="70275"/>
            </a:xfrm>
            <a:custGeom>
              <a:avLst/>
              <a:gdLst/>
              <a:ahLst/>
              <a:cxnLst/>
              <a:rect l="l" t="t" r="r" b="b"/>
              <a:pathLst>
                <a:path w="4168" h="2811" extrusionOk="0">
                  <a:moveTo>
                    <a:pt x="3667" y="1"/>
                  </a:moveTo>
                  <a:lnTo>
                    <a:pt x="0" y="989"/>
                  </a:lnTo>
                  <a:lnTo>
                    <a:pt x="417" y="2239"/>
                  </a:lnTo>
                  <a:lnTo>
                    <a:pt x="608" y="2811"/>
                  </a:lnTo>
                  <a:cubicBezTo>
                    <a:pt x="1834" y="2787"/>
                    <a:pt x="3060" y="2537"/>
                    <a:pt x="4168" y="2049"/>
                  </a:cubicBezTo>
                  <a:lnTo>
                    <a:pt x="3929" y="1084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ECA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226100" y="1513275"/>
              <a:ext cx="325975" cy="318875"/>
            </a:xfrm>
            <a:custGeom>
              <a:avLst/>
              <a:gdLst/>
              <a:ahLst/>
              <a:cxnLst/>
              <a:rect l="l" t="t" r="r" b="b"/>
              <a:pathLst>
                <a:path w="13039" h="12755" extrusionOk="0">
                  <a:moveTo>
                    <a:pt x="6334" y="0"/>
                  </a:moveTo>
                  <a:cubicBezTo>
                    <a:pt x="5123" y="0"/>
                    <a:pt x="4048" y="615"/>
                    <a:pt x="3168" y="2042"/>
                  </a:cubicBezTo>
                  <a:cubicBezTo>
                    <a:pt x="3168" y="2042"/>
                    <a:pt x="2668" y="2411"/>
                    <a:pt x="2537" y="3125"/>
                  </a:cubicBezTo>
                  <a:cubicBezTo>
                    <a:pt x="2094" y="5625"/>
                    <a:pt x="1835" y="6149"/>
                    <a:pt x="1547" y="6149"/>
                  </a:cubicBezTo>
                  <a:cubicBezTo>
                    <a:pt x="1401" y="6149"/>
                    <a:pt x="1248" y="6015"/>
                    <a:pt x="1061" y="5935"/>
                  </a:cubicBezTo>
                  <a:cubicBezTo>
                    <a:pt x="1040" y="5926"/>
                    <a:pt x="1021" y="5922"/>
                    <a:pt x="1004" y="5922"/>
                  </a:cubicBezTo>
                  <a:cubicBezTo>
                    <a:pt x="816" y="5922"/>
                    <a:pt x="841" y="6426"/>
                    <a:pt x="787" y="6590"/>
                  </a:cubicBezTo>
                  <a:cubicBezTo>
                    <a:pt x="1" y="8864"/>
                    <a:pt x="382" y="11376"/>
                    <a:pt x="3085" y="12507"/>
                  </a:cubicBezTo>
                  <a:cubicBezTo>
                    <a:pt x="3488" y="12677"/>
                    <a:pt x="3901" y="12754"/>
                    <a:pt x="4320" y="12754"/>
                  </a:cubicBezTo>
                  <a:cubicBezTo>
                    <a:pt x="6144" y="12754"/>
                    <a:pt x="8105" y="11298"/>
                    <a:pt x="10050" y="9614"/>
                  </a:cubicBezTo>
                  <a:cubicBezTo>
                    <a:pt x="13038" y="7019"/>
                    <a:pt x="12288" y="2899"/>
                    <a:pt x="9693" y="1220"/>
                  </a:cubicBezTo>
                  <a:cubicBezTo>
                    <a:pt x="8498" y="448"/>
                    <a:pt x="7366" y="0"/>
                    <a:pt x="6334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223125" y="1698250"/>
              <a:ext cx="201475" cy="153750"/>
            </a:xfrm>
            <a:custGeom>
              <a:avLst/>
              <a:gdLst/>
              <a:ahLst/>
              <a:cxnLst/>
              <a:rect l="l" t="t" r="r" b="b"/>
              <a:pathLst>
                <a:path w="8059" h="6150" extrusionOk="0">
                  <a:moveTo>
                    <a:pt x="680" y="1"/>
                  </a:moveTo>
                  <a:cubicBezTo>
                    <a:pt x="680" y="1"/>
                    <a:pt x="1" y="822"/>
                    <a:pt x="49" y="2680"/>
                  </a:cubicBezTo>
                  <a:cubicBezTo>
                    <a:pt x="84" y="4739"/>
                    <a:pt x="1180" y="6001"/>
                    <a:pt x="2704" y="6132"/>
                  </a:cubicBezTo>
                  <a:cubicBezTo>
                    <a:pt x="2846" y="6144"/>
                    <a:pt x="2989" y="6150"/>
                    <a:pt x="3132" y="6150"/>
                  </a:cubicBezTo>
                  <a:cubicBezTo>
                    <a:pt x="5454" y="6150"/>
                    <a:pt x="7715" y="4666"/>
                    <a:pt x="7883" y="3858"/>
                  </a:cubicBezTo>
                  <a:cubicBezTo>
                    <a:pt x="8059" y="3003"/>
                    <a:pt x="7519" y="404"/>
                    <a:pt x="6877" y="404"/>
                  </a:cubicBezTo>
                  <a:cubicBezTo>
                    <a:pt x="6867" y="404"/>
                    <a:pt x="6857" y="404"/>
                    <a:pt x="6847" y="406"/>
                  </a:cubicBezTo>
                  <a:cubicBezTo>
                    <a:pt x="6222" y="496"/>
                    <a:pt x="3936" y="2443"/>
                    <a:pt x="3264" y="2443"/>
                  </a:cubicBezTo>
                  <a:cubicBezTo>
                    <a:pt x="3232" y="2443"/>
                    <a:pt x="3204" y="2439"/>
                    <a:pt x="3180" y="2430"/>
                  </a:cubicBezTo>
                  <a:cubicBezTo>
                    <a:pt x="2632" y="2239"/>
                    <a:pt x="2596" y="834"/>
                    <a:pt x="2144" y="417"/>
                  </a:cubicBezTo>
                  <a:cubicBezTo>
                    <a:pt x="1680" y="1"/>
                    <a:pt x="680" y="1"/>
                    <a:pt x="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388000" y="1554200"/>
              <a:ext cx="235200" cy="284950"/>
            </a:xfrm>
            <a:custGeom>
              <a:avLst/>
              <a:gdLst/>
              <a:ahLst/>
              <a:cxnLst/>
              <a:rect l="l" t="t" r="r" b="b"/>
              <a:pathLst>
                <a:path w="9408" h="11398" extrusionOk="0">
                  <a:moveTo>
                    <a:pt x="5586" y="0"/>
                  </a:moveTo>
                  <a:cubicBezTo>
                    <a:pt x="4467" y="1334"/>
                    <a:pt x="3181" y="2465"/>
                    <a:pt x="1716" y="3286"/>
                  </a:cubicBezTo>
                  <a:cubicBezTo>
                    <a:pt x="1728" y="3298"/>
                    <a:pt x="1740" y="3298"/>
                    <a:pt x="1740" y="3298"/>
                  </a:cubicBezTo>
                  <a:cubicBezTo>
                    <a:pt x="1740" y="3298"/>
                    <a:pt x="1788" y="3536"/>
                    <a:pt x="1169" y="4798"/>
                  </a:cubicBezTo>
                  <a:cubicBezTo>
                    <a:pt x="562" y="6060"/>
                    <a:pt x="966" y="7441"/>
                    <a:pt x="966" y="7441"/>
                  </a:cubicBezTo>
                  <a:cubicBezTo>
                    <a:pt x="966" y="7441"/>
                    <a:pt x="312" y="7906"/>
                    <a:pt x="145" y="8763"/>
                  </a:cubicBezTo>
                  <a:cubicBezTo>
                    <a:pt x="0" y="9565"/>
                    <a:pt x="470" y="11398"/>
                    <a:pt x="2226" y="11398"/>
                  </a:cubicBezTo>
                  <a:cubicBezTo>
                    <a:pt x="2348" y="11398"/>
                    <a:pt x="2475" y="11389"/>
                    <a:pt x="2609" y="11371"/>
                  </a:cubicBezTo>
                  <a:cubicBezTo>
                    <a:pt x="4669" y="11073"/>
                    <a:pt x="5145" y="10156"/>
                    <a:pt x="5145" y="10156"/>
                  </a:cubicBezTo>
                  <a:cubicBezTo>
                    <a:pt x="5145" y="10156"/>
                    <a:pt x="6467" y="10156"/>
                    <a:pt x="7205" y="9120"/>
                  </a:cubicBezTo>
                  <a:cubicBezTo>
                    <a:pt x="9408" y="6013"/>
                    <a:pt x="8479" y="3965"/>
                    <a:pt x="8479" y="3965"/>
                  </a:cubicBezTo>
                  <a:cubicBezTo>
                    <a:pt x="8467" y="1226"/>
                    <a:pt x="5586" y="0"/>
                    <a:pt x="5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256175" y="1476500"/>
              <a:ext cx="277450" cy="180725"/>
            </a:xfrm>
            <a:custGeom>
              <a:avLst/>
              <a:gdLst/>
              <a:ahLst/>
              <a:cxnLst/>
              <a:rect l="l" t="t" r="r" b="b"/>
              <a:pathLst>
                <a:path w="11098" h="7229" extrusionOk="0">
                  <a:moveTo>
                    <a:pt x="4360" y="0"/>
                  </a:moveTo>
                  <a:cubicBezTo>
                    <a:pt x="2110" y="0"/>
                    <a:pt x="2406" y="1977"/>
                    <a:pt x="2406" y="1977"/>
                  </a:cubicBezTo>
                  <a:cubicBezTo>
                    <a:pt x="2406" y="1977"/>
                    <a:pt x="1972" y="1651"/>
                    <a:pt x="1518" y="1651"/>
                  </a:cubicBezTo>
                  <a:cubicBezTo>
                    <a:pt x="1294" y="1651"/>
                    <a:pt x="1066" y="1730"/>
                    <a:pt x="882" y="1965"/>
                  </a:cubicBezTo>
                  <a:cubicBezTo>
                    <a:pt x="322" y="2679"/>
                    <a:pt x="0" y="4394"/>
                    <a:pt x="1644" y="4668"/>
                  </a:cubicBezTo>
                  <a:cubicBezTo>
                    <a:pt x="4251" y="5108"/>
                    <a:pt x="4715" y="6299"/>
                    <a:pt x="5930" y="6906"/>
                  </a:cubicBezTo>
                  <a:cubicBezTo>
                    <a:pt x="6488" y="7178"/>
                    <a:pt x="7069" y="7229"/>
                    <a:pt x="7491" y="7229"/>
                  </a:cubicBezTo>
                  <a:cubicBezTo>
                    <a:pt x="7741" y="7229"/>
                    <a:pt x="7935" y="7211"/>
                    <a:pt x="8036" y="7211"/>
                  </a:cubicBezTo>
                  <a:cubicBezTo>
                    <a:pt x="8063" y="7211"/>
                    <a:pt x="8084" y="7213"/>
                    <a:pt x="8097" y="7216"/>
                  </a:cubicBezTo>
                  <a:cubicBezTo>
                    <a:pt x="9680" y="6430"/>
                    <a:pt x="9883" y="4894"/>
                    <a:pt x="11097" y="3656"/>
                  </a:cubicBezTo>
                  <a:cubicBezTo>
                    <a:pt x="11038" y="3584"/>
                    <a:pt x="10549" y="1882"/>
                    <a:pt x="6966" y="572"/>
                  </a:cubicBezTo>
                  <a:cubicBezTo>
                    <a:pt x="5847" y="160"/>
                    <a:pt x="5000" y="0"/>
                    <a:pt x="4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416025" y="1477850"/>
              <a:ext cx="124425" cy="96900"/>
            </a:xfrm>
            <a:custGeom>
              <a:avLst/>
              <a:gdLst/>
              <a:ahLst/>
              <a:cxnLst/>
              <a:rect l="l" t="t" r="r" b="b"/>
              <a:pathLst>
                <a:path w="4977" h="3876" extrusionOk="0">
                  <a:moveTo>
                    <a:pt x="1088" y="0"/>
                  </a:moveTo>
                  <a:cubicBezTo>
                    <a:pt x="991" y="0"/>
                    <a:pt x="894" y="13"/>
                    <a:pt x="798" y="42"/>
                  </a:cubicBezTo>
                  <a:cubicBezTo>
                    <a:pt x="345" y="173"/>
                    <a:pt x="72" y="613"/>
                    <a:pt x="36" y="1054"/>
                  </a:cubicBezTo>
                  <a:cubicBezTo>
                    <a:pt x="0" y="1482"/>
                    <a:pt x="143" y="1911"/>
                    <a:pt x="286" y="2316"/>
                  </a:cubicBezTo>
                  <a:lnTo>
                    <a:pt x="4977" y="3876"/>
                  </a:lnTo>
                  <a:cubicBezTo>
                    <a:pt x="4429" y="2495"/>
                    <a:pt x="3441" y="1280"/>
                    <a:pt x="2167" y="411"/>
                  </a:cubicBezTo>
                  <a:cubicBezTo>
                    <a:pt x="1853" y="202"/>
                    <a:pt x="1471" y="0"/>
                    <a:pt x="1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380600" y="15756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12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855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395175" y="1559250"/>
              <a:ext cx="925" cy="625"/>
            </a:xfrm>
            <a:custGeom>
              <a:avLst/>
              <a:gdLst/>
              <a:ahLst/>
              <a:cxnLst/>
              <a:rect l="l" t="t" r="r" b="b"/>
              <a:pathLst>
                <a:path w="37" h="25" extrusionOk="0">
                  <a:moveTo>
                    <a:pt x="36" y="1"/>
                  </a:moveTo>
                  <a:cubicBezTo>
                    <a:pt x="36" y="1"/>
                    <a:pt x="24" y="1"/>
                    <a:pt x="1" y="24"/>
                  </a:cubicBezTo>
                  <a:cubicBezTo>
                    <a:pt x="25" y="12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315700" y="1602050"/>
              <a:ext cx="59850" cy="54625"/>
            </a:xfrm>
            <a:custGeom>
              <a:avLst/>
              <a:gdLst/>
              <a:ahLst/>
              <a:cxnLst/>
              <a:rect l="l" t="t" r="r" b="b"/>
              <a:pathLst>
                <a:path w="2394" h="2185" extrusionOk="0">
                  <a:moveTo>
                    <a:pt x="581" y="0"/>
                  </a:moveTo>
                  <a:cubicBezTo>
                    <a:pt x="441" y="0"/>
                    <a:pt x="331" y="69"/>
                    <a:pt x="239" y="170"/>
                  </a:cubicBezTo>
                  <a:cubicBezTo>
                    <a:pt x="1" y="432"/>
                    <a:pt x="96" y="932"/>
                    <a:pt x="537" y="1444"/>
                  </a:cubicBezTo>
                  <a:cubicBezTo>
                    <a:pt x="939" y="1919"/>
                    <a:pt x="1264" y="2184"/>
                    <a:pt x="1544" y="2184"/>
                  </a:cubicBezTo>
                  <a:cubicBezTo>
                    <a:pt x="1629" y="2184"/>
                    <a:pt x="1709" y="2160"/>
                    <a:pt x="1787" y="2110"/>
                  </a:cubicBezTo>
                  <a:cubicBezTo>
                    <a:pt x="1787" y="2110"/>
                    <a:pt x="2394" y="1729"/>
                    <a:pt x="1632" y="789"/>
                  </a:cubicBezTo>
                  <a:cubicBezTo>
                    <a:pt x="1150" y="202"/>
                    <a:pt x="821" y="0"/>
                    <a:pt x="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229100" y="1655600"/>
              <a:ext cx="43225" cy="38550"/>
            </a:xfrm>
            <a:custGeom>
              <a:avLst/>
              <a:gdLst/>
              <a:ahLst/>
              <a:cxnLst/>
              <a:rect l="l" t="t" r="r" b="b"/>
              <a:pathLst>
                <a:path w="1729" h="1542" extrusionOk="0">
                  <a:moveTo>
                    <a:pt x="647" y="0"/>
                  </a:moveTo>
                  <a:cubicBezTo>
                    <a:pt x="500" y="0"/>
                    <a:pt x="170" y="101"/>
                    <a:pt x="95" y="516"/>
                  </a:cubicBezTo>
                  <a:cubicBezTo>
                    <a:pt x="0" y="969"/>
                    <a:pt x="488" y="1397"/>
                    <a:pt x="488" y="1397"/>
                  </a:cubicBezTo>
                  <a:cubicBezTo>
                    <a:pt x="554" y="1499"/>
                    <a:pt x="630" y="1542"/>
                    <a:pt x="710" y="1542"/>
                  </a:cubicBezTo>
                  <a:cubicBezTo>
                    <a:pt x="1148" y="1542"/>
                    <a:pt x="1729" y="270"/>
                    <a:pt x="1688" y="270"/>
                  </a:cubicBezTo>
                  <a:lnTo>
                    <a:pt x="1688" y="270"/>
                  </a:lnTo>
                  <a:cubicBezTo>
                    <a:pt x="1686" y="270"/>
                    <a:pt x="1683" y="273"/>
                    <a:pt x="1679" y="278"/>
                  </a:cubicBezTo>
                  <a:cubicBezTo>
                    <a:pt x="1596" y="377"/>
                    <a:pt x="1508" y="481"/>
                    <a:pt x="1368" y="481"/>
                  </a:cubicBezTo>
                  <a:cubicBezTo>
                    <a:pt x="1305" y="481"/>
                    <a:pt x="1231" y="460"/>
                    <a:pt x="1143" y="409"/>
                  </a:cubicBezTo>
                  <a:cubicBezTo>
                    <a:pt x="869" y="230"/>
                    <a:pt x="810" y="40"/>
                    <a:pt x="691" y="4"/>
                  </a:cubicBezTo>
                  <a:cubicBezTo>
                    <a:pt x="679" y="2"/>
                    <a:pt x="664" y="0"/>
                    <a:pt x="647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229100" y="1591400"/>
              <a:ext cx="63425" cy="99450"/>
            </a:xfrm>
            <a:custGeom>
              <a:avLst/>
              <a:gdLst/>
              <a:ahLst/>
              <a:cxnLst/>
              <a:rect l="l" t="t" r="r" b="b"/>
              <a:pathLst>
                <a:path w="2537" h="3978" extrusionOk="0">
                  <a:moveTo>
                    <a:pt x="2500" y="0"/>
                  </a:moveTo>
                  <a:cubicBezTo>
                    <a:pt x="2477" y="0"/>
                    <a:pt x="2453" y="12"/>
                    <a:pt x="2453" y="36"/>
                  </a:cubicBezTo>
                  <a:cubicBezTo>
                    <a:pt x="2286" y="762"/>
                    <a:pt x="1810" y="2715"/>
                    <a:pt x="1595" y="2894"/>
                  </a:cubicBezTo>
                  <a:cubicBezTo>
                    <a:pt x="1537" y="2944"/>
                    <a:pt x="1472" y="2969"/>
                    <a:pt x="1401" y="2969"/>
                  </a:cubicBezTo>
                  <a:cubicBezTo>
                    <a:pt x="1254" y="2969"/>
                    <a:pt x="1081" y="2864"/>
                    <a:pt x="881" y="2655"/>
                  </a:cubicBezTo>
                  <a:cubicBezTo>
                    <a:pt x="869" y="2644"/>
                    <a:pt x="869" y="2644"/>
                    <a:pt x="857" y="2632"/>
                  </a:cubicBezTo>
                  <a:cubicBezTo>
                    <a:pt x="765" y="2540"/>
                    <a:pt x="663" y="2492"/>
                    <a:pt x="561" y="2492"/>
                  </a:cubicBezTo>
                  <a:cubicBezTo>
                    <a:pt x="505" y="2492"/>
                    <a:pt x="448" y="2507"/>
                    <a:pt x="393" y="2536"/>
                  </a:cubicBezTo>
                  <a:cubicBezTo>
                    <a:pt x="167" y="2655"/>
                    <a:pt x="0" y="3025"/>
                    <a:pt x="60" y="3322"/>
                  </a:cubicBezTo>
                  <a:cubicBezTo>
                    <a:pt x="119" y="3691"/>
                    <a:pt x="417" y="3953"/>
                    <a:pt x="429" y="3965"/>
                  </a:cubicBezTo>
                  <a:cubicBezTo>
                    <a:pt x="429" y="3965"/>
                    <a:pt x="441" y="3977"/>
                    <a:pt x="441" y="3977"/>
                  </a:cubicBezTo>
                  <a:cubicBezTo>
                    <a:pt x="452" y="3977"/>
                    <a:pt x="476" y="3977"/>
                    <a:pt x="488" y="3965"/>
                  </a:cubicBezTo>
                  <a:cubicBezTo>
                    <a:pt x="500" y="3941"/>
                    <a:pt x="500" y="3918"/>
                    <a:pt x="488" y="3894"/>
                  </a:cubicBezTo>
                  <a:cubicBezTo>
                    <a:pt x="476" y="3894"/>
                    <a:pt x="202" y="3644"/>
                    <a:pt x="143" y="3310"/>
                  </a:cubicBezTo>
                  <a:cubicBezTo>
                    <a:pt x="95" y="3048"/>
                    <a:pt x="238" y="2715"/>
                    <a:pt x="429" y="2608"/>
                  </a:cubicBezTo>
                  <a:cubicBezTo>
                    <a:pt x="470" y="2587"/>
                    <a:pt x="513" y="2576"/>
                    <a:pt x="556" y="2576"/>
                  </a:cubicBezTo>
                  <a:cubicBezTo>
                    <a:pt x="638" y="2576"/>
                    <a:pt x="720" y="2614"/>
                    <a:pt x="798" y="2691"/>
                  </a:cubicBezTo>
                  <a:lnTo>
                    <a:pt x="822" y="2715"/>
                  </a:lnTo>
                  <a:cubicBezTo>
                    <a:pt x="1067" y="2975"/>
                    <a:pt x="1259" y="3061"/>
                    <a:pt x="1407" y="3061"/>
                  </a:cubicBezTo>
                  <a:cubicBezTo>
                    <a:pt x="1510" y="3061"/>
                    <a:pt x="1591" y="3019"/>
                    <a:pt x="1655" y="2965"/>
                  </a:cubicBezTo>
                  <a:cubicBezTo>
                    <a:pt x="1929" y="2715"/>
                    <a:pt x="2465" y="322"/>
                    <a:pt x="2536" y="48"/>
                  </a:cubicBezTo>
                  <a:cubicBezTo>
                    <a:pt x="2536" y="36"/>
                    <a:pt x="2524" y="12"/>
                    <a:pt x="2500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240400" y="1724925"/>
              <a:ext cx="37825" cy="12950"/>
            </a:xfrm>
            <a:custGeom>
              <a:avLst/>
              <a:gdLst/>
              <a:ahLst/>
              <a:cxnLst/>
              <a:rect l="l" t="t" r="r" b="b"/>
              <a:pathLst>
                <a:path w="1513" h="518" extrusionOk="0">
                  <a:moveTo>
                    <a:pt x="457" y="0"/>
                  </a:moveTo>
                  <a:cubicBezTo>
                    <a:pt x="323" y="0"/>
                    <a:pt x="185" y="9"/>
                    <a:pt x="48" y="29"/>
                  </a:cubicBezTo>
                  <a:cubicBezTo>
                    <a:pt x="48" y="29"/>
                    <a:pt x="0" y="184"/>
                    <a:pt x="12" y="374"/>
                  </a:cubicBezTo>
                  <a:cubicBezTo>
                    <a:pt x="134" y="359"/>
                    <a:pt x="252" y="353"/>
                    <a:pt x="365" y="353"/>
                  </a:cubicBezTo>
                  <a:cubicBezTo>
                    <a:pt x="783" y="353"/>
                    <a:pt x="1135" y="442"/>
                    <a:pt x="1370" y="517"/>
                  </a:cubicBezTo>
                  <a:cubicBezTo>
                    <a:pt x="1465" y="327"/>
                    <a:pt x="1513" y="148"/>
                    <a:pt x="1513" y="148"/>
                  </a:cubicBezTo>
                  <a:cubicBezTo>
                    <a:pt x="1513" y="148"/>
                    <a:pt x="1022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240700" y="1733725"/>
              <a:ext cx="33950" cy="17375"/>
            </a:xfrm>
            <a:custGeom>
              <a:avLst/>
              <a:gdLst/>
              <a:ahLst/>
              <a:cxnLst/>
              <a:rect l="l" t="t" r="r" b="b"/>
              <a:pathLst>
                <a:path w="1358" h="695" extrusionOk="0">
                  <a:moveTo>
                    <a:pt x="353" y="1"/>
                  </a:moveTo>
                  <a:cubicBezTo>
                    <a:pt x="240" y="1"/>
                    <a:pt x="122" y="7"/>
                    <a:pt x="0" y="22"/>
                  </a:cubicBezTo>
                  <a:cubicBezTo>
                    <a:pt x="24" y="296"/>
                    <a:pt x="143" y="641"/>
                    <a:pt x="619" y="689"/>
                  </a:cubicBezTo>
                  <a:cubicBezTo>
                    <a:pt x="647" y="693"/>
                    <a:pt x="673" y="694"/>
                    <a:pt x="699" y="694"/>
                  </a:cubicBezTo>
                  <a:cubicBezTo>
                    <a:pt x="1034" y="694"/>
                    <a:pt x="1247" y="419"/>
                    <a:pt x="1358" y="165"/>
                  </a:cubicBezTo>
                  <a:cubicBezTo>
                    <a:pt x="1123" y="90"/>
                    <a:pt x="771" y="1"/>
                    <a:pt x="3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378500" y="1704175"/>
              <a:ext cx="85550" cy="82875"/>
            </a:xfrm>
            <a:custGeom>
              <a:avLst/>
              <a:gdLst/>
              <a:ahLst/>
              <a:cxnLst/>
              <a:rect l="l" t="t" r="r" b="b"/>
              <a:pathLst>
                <a:path w="3422" h="3315" extrusionOk="0">
                  <a:moveTo>
                    <a:pt x="1350" y="0"/>
                  </a:moveTo>
                  <a:cubicBezTo>
                    <a:pt x="1302" y="0"/>
                    <a:pt x="1275" y="2"/>
                    <a:pt x="1275" y="2"/>
                  </a:cubicBezTo>
                  <a:lnTo>
                    <a:pt x="1" y="1990"/>
                  </a:lnTo>
                  <a:cubicBezTo>
                    <a:pt x="154" y="2787"/>
                    <a:pt x="849" y="3314"/>
                    <a:pt x="1541" y="3314"/>
                  </a:cubicBezTo>
                  <a:cubicBezTo>
                    <a:pt x="2142" y="3314"/>
                    <a:pt x="2740" y="2917"/>
                    <a:pt x="2978" y="1954"/>
                  </a:cubicBezTo>
                  <a:cubicBezTo>
                    <a:pt x="3422" y="104"/>
                    <a:pt x="1733" y="0"/>
                    <a:pt x="1350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388025" y="1720625"/>
              <a:ext cx="56300" cy="39275"/>
            </a:xfrm>
            <a:custGeom>
              <a:avLst/>
              <a:gdLst/>
              <a:ahLst/>
              <a:cxnLst/>
              <a:rect l="l" t="t" r="r" b="b"/>
              <a:pathLst>
                <a:path w="2252" h="1571" extrusionOk="0">
                  <a:moveTo>
                    <a:pt x="1255" y="0"/>
                  </a:moveTo>
                  <a:cubicBezTo>
                    <a:pt x="1141" y="0"/>
                    <a:pt x="1020" y="19"/>
                    <a:pt x="894" y="58"/>
                  </a:cubicBezTo>
                  <a:cubicBezTo>
                    <a:pt x="1" y="332"/>
                    <a:pt x="156" y="1523"/>
                    <a:pt x="156" y="1535"/>
                  </a:cubicBezTo>
                  <a:cubicBezTo>
                    <a:pt x="156" y="1546"/>
                    <a:pt x="168" y="1558"/>
                    <a:pt x="191" y="1570"/>
                  </a:cubicBezTo>
                  <a:lnTo>
                    <a:pt x="203" y="1570"/>
                  </a:lnTo>
                  <a:cubicBezTo>
                    <a:pt x="227" y="1558"/>
                    <a:pt x="239" y="1546"/>
                    <a:pt x="239" y="1523"/>
                  </a:cubicBezTo>
                  <a:cubicBezTo>
                    <a:pt x="239" y="1511"/>
                    <a:pt x="96" y="392"/>
                    <a:pt x="918" y="142"/>
                  </a:cubicBezTo>
                  <a:cubicBezTo>
                    <a:pt x="1039" y="106"/>
                    <a:pt x="1157" y="88"/>
                    <a:pt x="1268" y="88"/>
                  </a:cubicBezTo>
                  <a:cubicBezTo>
                    <a:pt x="1418" y="88"/>
                    <a:pt x="1557" y="121"/>
                    <a:pt x="1680" y="189"/>
                  </a:cubicBezTo>
                  <a:cubicBezTo>
                    <a:pt x="2049" y="392"/>
                    <a:pt x="2168" y="844"/>
                    <a:pt x="2168" y="844"/>
                  </a:cubicBezTo>
                  <a:cubicBezTo>
                    <a:pt x="2180" y="868"/>
                    <a:pt x="2204" y="880"/>
                    <a:pt x="2216" y="880"/>
                  </a:cubicBezTo>
                  <a:cubicBezTo>
                    <a:pt x="2239" y="868"/>
                    <a:pt x="2251" y="844"/>
                    <a:pt x="2251" y="820"/>
                  </a:cubicBezTo>
                  <a:cubicBezTo>
                    <a:pt x="2239" y="808"/>
                    <a:pt x="2120" y="332"/>
                    <a:pt x="1715" y="118"/>
                  </a:cubicBezTo>
                  <a:cubicBezTo>
                    <a:pt x="1575" y="40"/>
                    <a:pt x="1421" y="0"/>
                    <a:pt x="1255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394275" y="1734150"/>
              <a:ext cx="31300" cy="13250"/>
            </a:xfrm>
            <a:custGeom>
              <a:avLst/>
              <a:gdLst/>
              <a:ahLst/>
              <a:cxnLst/>
              <a:rect l="l" t="t" r="r" b="b"/>
              <a:pathLst>
                <a:path w="1252" h="530" extrusionOk="0">
                  <a:moveTo>
                    <a:pt x="406" y="1"/>
                  </a:moveTo>
                  <a:cubicBezTo>
                    <a:pt x="286" y="1"/>
                    <a:pt x="158" y="29"/>
                    <a:pt x="25" y="101"/>
                  </a:cubicBezTo>
                  <a:cubicBezTo>
                    <a:pt x="13" y="113"/>
                    <a:pt x="1" y="136"/>
                    <a:pt x="13" y="160"/>
                  </a:cubicBezTo>
                  <a:cubicBezTo>
                    <a:pt x="22" y="178"/>
                    <a:pt x="37" y="189"/>
                    <a:pt x="54" y="189"/>
                  </a:cubicBezTo>
                  <a:cubicBezTo>
                    <a:pt x="60" y="189"/>
                    <a:pt x="66" y="187"/>
                    <a:pt x="72" y="184"/>
                  </a:cubicBezTo>
                  <a:cubicBezTo>
                    <a:pt x="191" y="120"/>
                    <a:pt x="306" y="94"/>
                    <a:pt x="413" y="94"/>
                  </a:cubicBezTo>
                  <a:cubicBezTo>
                    <a:pt x="844" y="94"/>
                    <a:pt x="1158" y="508"/>
                    <a:pt x="1168" y="517"/>
                  </a:cubicBezTo>
                  <a:cubicBezTo>
                    <a:pt x="1168" y="517"/>
                    <a:pt x="1180" y="529"/>
                    <a:pt x="1192" y="529"/>
                  </a:cubicBezTo>
                  <a:cubicBezTo>
                    <a:pt x="1204" y="529"/>
                    <a:pt x="1215" y="529"/>
                    <a:pt x="1227" y="517"/>
                  </a:cubicBezTo>
                  <a:cubicBezTo>
                    <a:pt x="1239" y="505"/>
                    <a:pt x="1251" y="482"/>
                    <a:pt x="1239" y="458"/>
                  </a:cubicBezTo>
                  <a:cubicBezTo>
                    <a:pt x="1230" y="458"/>
                    <a:pt x="885" y="1"/>
                    <a:pt x="40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4299625" y="1671125"/>
              <a:ext cx="25925" cy="25450"/>
            </a:xfrm>
            <a:custGeom>
              <a:avLst/>
              <a:gdLst/>
              <a:ahLst/>
              <a:cxnLst/>
              <a:rect l="l" t="t" r="r" b="b"/>
              <a:pathLst>
                <a:path w="1037" h="1018" extrusionOk="0">
                  <a:moveTo>
                    <a:pt x="601" y="0"/>
                  </a:moveTo>
                  <a:cubicBezTo>
                    <a:pt x="421" y="0"/>
                    <a:pt x="232" y="124"/>
                    <a:pt x="132" y="324"/>
                  </a:cubicBezTo>
                  <a:cubicBezTo>
                    <a:pt x="1" y="586"/>
                    <a:pt x="72" y="883"/>
                    <a:pt x="287" y="979"/>
                  </a:cubicBezTo>
                  <a:cubicBezTo>
                    <a:pt x="340" y="1005"/>
                    <a:pt x="397" y="1018"/>
                    <a:pt x="456" y="1018"/>
                  </a:cubicBezTo>
                  <a:cubicBezTo>
                    <a:pt x="633" y="1018"/>
                    <a:pt x="819" y="902"/>
                    <a:pt x="918" y="705"/>
                  </a:cubicBezTo>
                  <a:cubicBezTo>
                    <a:pt x="1037" y="443"/>
                    <a:pt x="977" y="145"/>
                    <a:pt x="763" y="38"/>
                  </a:cubicBezTo>
                  <a:cubicBezTo>
                    <a:pt x="712" y="12"/>
                    <a:pt x="657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4530325" y="1514625"/>
              <a:ext cx="42575" cy="59225"/>
            </a:xfrm>
            <a:custGeom>
              <a:avLst/>
              <a:gdLst/>
              <a:ahLst/>
              <a:cxnLst/>
              <a:rect l="l" t="t" r="r" b="b"/>
              <a:pathLst>
                <a:path w="1703" h="2369" extrusionOk="0">
                  <a:moveTo>
                    <a:pt x="764" y="1"/>
                  </a:moveTo>
                  <a:cubicBezTo>
                    <a:pt x="354" y="1"/>
                    <a:pt x="0" y="2024"/>
                    <a:pt x="0" y="2024"/>
                  </a:cubicBezTo>
                  <a:lnTo>
                    <a:pt x="572" y="2369"/>
                  </a:lnTo>
                  <a:cubicBezTo>
                    <a:pt x="572" y="2369"/>
                    <a:pt x="1703" y="1762"/>
                    <a:pt x="1679" y="1035"/>
                  </a:cubicBezTo>
                  <a:cubicBezTo>
                    <a:pt x="1672" y="889"/>
                    <a:pt x="1621" y="830"/>
                    <a:pt x="1545" y="830"/>
                  </a:cubicBezTo>
                  <a:cubicBezTo>
                    <a:pt x="1238" y="830"/>
                    <a:pt x="512" y="1786"/>
                    <a:pt x="512" y="1786"/>
                  </a:cubicBezTo>
                  <a:cubicBezTo>
                    <a:pt x="512" y="1786"/>
                    <a:pt x="1310" y="464"/>
                    <a:pt x="869" y="47"/>
                  </a:cubicBezTo>
                  <a:cubicBezTo>
                    <a:pt x="834" y="15"/>
                    <a:pt x="799" y="1"/>
                    <a:pt x="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3"/>
            <p:cNvSpPr/>
            <p:nvPr/>
          </p:nvSpPr>
          <p:spPr>
            <a:xfrm>
              <a:off x="4221050" y="1874300"/>
              <a:ext cx="211350" cy="186225"/>
            </a:xfrm>
            <a:custGeom>
              <a:avLst/>
              <a:gdLst/>
              <a:ahLst/>
              <a:cxnLst/>
              <a:rect l="l" t="t" r="r" b="b"/>
              <a:pathLst>
                <a:path w="8454" h="7449" extrusionOk="0">
                  <a:moveTo>
                    <a:pt x="4735" y="1"/>
                  </a:moveTo>
                  <a:cubicBezTo>
                    <a:pt x="4336" y="1"/>
                    <a:pt x="4049" y="43"/>
                    <a:pt x="4049" y="43"/>
                  </a:cubicBezTo>
                  <a:cubicBezTo>
                    <a:pt x="2096" y="745"/>
                    <a:pt x="1" y="3877"/>
                    <a:pt x="1" y="3889"/>
                  </a:cubicBezTo>
                  <a:cubicBezTo>
                    <a:pt x="703" y="5639"/>
                    <a:pt x="3572" y="7449"/>
                    <a:pt x="3572" y="7449"/>
                  </a:cubicBezTo>
                  <a:cubicBezTo>
                    <a:pt x="5180" y="6651"/>
                    <a:pt x="8454" y="4329"/>
                    <a:pt x="6978" y="984"/>
                  </a:cubicBezTo>
                  <a:cubicBezTo>
                    <a:pt x="6606" y="147"/>
                    <a:pt x="5478" y="1"/>
                    <a:pt x="4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3"/>
            <p:cNvSpPr/>
            <p:nvPr/>
          </p:nvSpPr>
          <p:spPr>
            <a:xfrm>
              <a:off x="4010600" y="1808625"/>
              <a:ext cx="70675" cy="85875"/>
            </a:xfrm>
            <a:custGeom>
              <a:avLst/>
              <a:gdLst/>
              <a:ahLst/>
              <a:cxnLst/>
              <a:rect l="l" t="t" r="r" b="b"/>
              <a:pathLst>
                <a:path w="2827" h="3435" extrusionOk="0">
                  <a:moveTo>
                    <a:pt x="1030" y="1"/>
                  </a:moveTo>
                  <a:cubicBezTo>
                    <a:pt x="676" y="1"/>
                    <a:pt x="403" y="798"/>
                    <a:pt x="310" y="1122"/>
                  </a:cubicBezTo>
                  <a:cubicBezTo>
                    <a:pt x="310" y="1134"/>
                    <a:pt x="298" y="1134"/>
                    <a:pt x="298" y="1134"/>
                  </a:cubicBezTo>
                  <a:cubicBezTo>
                    <a:pt x="1" y="1396"/>
                    <a:pt x="453" y="3408"/>
                    <a:pt x="1120" y="3432"/>
                  </a:cubicBezTo>
                  <a:cubicBezTo>
                    <a:pt x="1174" y="3434"/>
                    <a:pt x="1227" y="3435"/>
                    <a:pt x="1280" y="3435"/>
                  </a:cubicBezTo>
                  <a:cubicBezTo>
                    <a:pt x="1888" y="3435"/>
                    <a:pt x="2384" y="3312"/>
                    <a:pt x="2406" y="3158"/>
                  </a:cubicBezTo>
                  <a:cubicBezTo>
                    <a:pt x="2442" y="2837"/>
                    <a:pt x="1453" y="2682"/>
                    <a:pt x="1453" y="2682"/>
                  </a:cubicBezTo>
                  <a:lnTo>
                    <a:pt x="1453" y="2682"/>
                  </a:lnTo>
                  <a:cubicBezTo>
                    <a:pt x="1453" y="2682"/>
                    <a:pt x="1553" y="2686"/>
                    <a:pt x="1696" y="2686"/>
                  </a:cubicBezTo>
                  <a:cubicBezTo>
                    <a:pt x="2070" y="2686"/>
                    <a:pt x="2746" y="2655"/>
                    <a:pt x="2763" y="2432"/>
                  </a:cubicBezTo>
                  <a:cubicBezTo>
                    <a:pt x="2787" y="2134"/>
                    <a:pt x="1430" y="2134"/>
                    <a:pt x="1430" y="2134"/>
                  </a:cubicBezTo>
                  <a:cubicBezTo>
                    <a:pt x="1430" y="2134"/>
                    <a:pt x="2763" y="2015"/>
                    <a:pt x="2811" y="1717"/>
                  </a:cubicBezTo>
                  <a:cubicBezTo>
                    <a:pt x="2826" y="1502"/>
                    <a:pt x="2571" y="1442"/>
                    <a:pt x="2281" y="1442"/>
                  </a:cubicBezTo>
                  <a:cubicBezTo>
                    <a:pt x="1913" y="1442"/>
                    <a:pt x="1489" y="1539"/>
                    <a:pt x="1489" y="1539"/>
                  </a:cubicBezTo>
                  <a:cubicBezTo>
                    <a:pt x="1489" y="1539"/>
                    <a:pt x="2418" y="1122"/>
                    <a:pt x="2358" y="777"/>
                  </a:cubicBezTo>
                  <a:cubicBezTo>
                    <a:pt x="2336" y="675"/>
                    <a:pt x="2183" y="632"/>
                    <a:pt x="1970" y="632"/>
                  </a:cubicBezTo>
                  <a:cubicBezTo>
                    <a:pt x="1735" y="632"/>
                    <a:pt x="1425" y="684"/>
                    <a:pt x="1132" y="765"/>
                  </a:cubicBezTo>
                  <a:cubicBezTo>
                    <a:pt x="1239" y="432"/>
                    <a:pt x="1322" y="39"/>
                    <a:pt x="1060" y="3"/>
                  </a:cubicBezTo>
                  <a:cubicBezTo>
                    <a:pt x="1050" y="2"/>
                    <a:pt x="1040" y="1"/>
                    <a:pt x="1030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43"/>
          <p:cNvGrpSpPr/>
          <p:nvPr/>
        </p:nvGrpSpPr>
        <p:grpSpPr>
          <a:xfrm>
            <a:off x="8059489" y="4014524"/>
            <a:ext cx="1193736" cy="1179160"/>
            <a:chOff x="-2708900" y="3174350"/>
            <a:chExt cx="350100" cy="345825"/>
          </a:xfrm>
        </p:grpSpPr>
        <p:sp>
          <p:nvSpPr>
            <p:cNvPr id="1088" name="Google Shape;1088;p43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3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3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3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3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43"/>
          <p:cNvGrpSpPr/>
          <p:nvPr/>
        </p:nvGrpSpPr>
        <p:grpSpPr>
          <a:xfrm>
            <a:off x="5956040" y="3366405"/>
            <a:ext cx="656087" cy="648111"/>
            <a:chOff x="5624415" y="3404280"/>
            <a:chExt cx="656087" cy="648111"/>
          </a:xfrm>
        </p:grpSpPr>
        <p:grpSp>
          <p:nvGrpSpPr>
            <p:cNvPr id="1095" name="Google Shape;1095;p43"/>
            <p:cNvGrpSpPr/>
            <p:nvPr/>
          </p:nvGrpSpPr>
          <p:grpSpPr>
            <a:xfrm flipH="1">
              <a:off x="5624415" y="3404280"/>
              <a:ext cx="656087" cy="648111"/>
              <a:chOff x="-2708900" y="3174350"/>
              <a:chExt cx="350100" cy="345825"/>
            </a:xfrm>
          </p:grpSpPr>
          <p:sp>
            <p:nvSpPr>
              <p:cNvPr id="1096" name="Google Shape;1096;p43"/>
              <p:cNvSpPr/>
              <p:nvPr/>
            </p:nvSpPr>
            <p:spPr>
              <a:xfrm>
                <a:off x="-2708900" y="3296700"/>
                <a:ext cx="173500" cy="221100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3"/>
              <p:cNvSpPr/>
              <p:nvPr/>
            </p:nvSpPr>
            <p:spPr>
              <a:xfrm>
                <a:off x="-2678900" y="3301975"/>
                <a:ext cx="114325" cy="21462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3"/>
              <p:cNvSpPr/>
              <p:nvPr/>
            </p:nvSpPr>
            <p:spPr>
              <a:xfrm>
                <a:off x="-2524425" y="3174350"/>
                <a:ext cx="165625" cy="342850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3"/>
              <p:cNvSpPr/>
              <p:nvPr/>
            </p:nvSpPr>
            <p:spPr>
              <a:xfrm>
                <a:off x="-2474100" y="3176950"/>
                <a:ext cx="68175" cy="3432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3"/>
              <p:cNvSpPr/>
              <p:nvPr/>
            </p:nvSpPr>
            <p:spPr>
              <a:xfrm>
                <a:off x="-2619950" y="3198375"/>
                <a:ext cx="136925" cy="321200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3"/>
              <p:cNvSpPr/>
              <p:nvPr/>
            </p:nvSpPr>
            <p:spPr>
              <a:xfrm>
                <a:off x="-2574125" y="3198675"/>
                <a:ext cx="61950" cy="3164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102" name="Google Shape;1102;p43"/>
            <p:cNvCxnSpPr/>
            <p:nvPr/>
          </p:nvCxnSpPr>
          <p:spPr>
            <a:xfrm>
              <a:off x="5679725" y="4047784"/>
              <a:ext cx="507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03" name="Google Shape;1103;p43"/>
          <p:cNvSpPr/>
          <p:nvPr/>
        </p:nvSpPr>
        <p:spPr>
          <a:xfrm rot="3372310">
            <a:off x="7683901" y="1025359"/>
            <a:ext cx="448776" cy="457272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43"/>
          <p:cNvSpPr/>
          <p:nvPr/>
        </p:nvSpPr>
        <p:spPr>
          <a:xfrm rot="-331105">
            <a:off x="7205784" y="1304289"/>
            <a:ext cx="279032" cy="284311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5" name="Google Shape;1105;p43"/>
          <p:cNvGrpSpPr/>
          <p:nvPr/>
        </p:nvGrpSpPr>
        <p:grpSpPr>
          <a:xfrm>
            <a:off x="268075" y="2457449"/>
            <a:ext cx="1559508" cy="1417699"/>
            <a:chOff x="6494019" y="-137261"/>
            <a:chExt cx="2116596" cy="1924130"/>
          </a:xfrm>
        </p:grpSpPr>
        <p:sp>
          <p:nvSpPr>
            <p:cNvPr id="1106" name="Google Shape;1106;p43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3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43"/>
          <p:cNvSpPr/>
          <p:nvPr/>
        </p:nvSpPr>
        <p:spPr>
          <a:xfrm>
            <a:off x="2720225" y="3875138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43"/>
          <p:cNvSpPr/>
          <p:nvPr/>
        </p:nvSpPr>
        <p:spPr>
          <a:xfrm>
            <a:off x="6501650" y="491213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2"/>
          <p:cNvSpPr/>
          <p:nvPr/>
        </p:nvSpPr>
        <p:spPr>
          <a:xfrm>
            <a:off x="747490" y="1106219"/>
            <a:ext cx="1260906" cy="1231726"/>
          </a:xfrm>
          <a:custGeom>
            <a:avLst/>
            <a:gdLst/>
            <a:ahLst/>
            <a:cxnLst/>
            <a:rect l="l" t="t" r="r" b="b"/>
            <a:pathLst>
              <a:path w="46983" h="45900" extrusionOk="0">
                <a:moveTo>
                  <a:pt x="23491" y="1"/>
                </a:moveTo>
                <a:cubicBezTo>
                  <a:pt x="10514" y="1"/>
                  <a:pt x="0" y="10276"/>
                  <a:pt x="0" y="22956"/>
                </a:cubicBezTo>
                <a:cubicBezTo>
                  <a:pt x="0" y="35624"/>
                  <a:pt x="10514" y="45899"/>
                  <a:pt x="23491" y="45899"/>
                </a:cubicBezTo>
                <a:cubicBezTo>
                  <a:pt x="36469" y="45899"/>
                  <a:pt x="46982" y="35624"/>
                  <a:pt x="46982" y="22956"/>
                </a:cubicBezTo>
                <a:cubicBezTo>
                  <a:pt x="46982" y="10276"/>
                  <a:pt x="36469" y="1"/>
                  <a:pt x="234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42"/>
          <p:cNvSpPr txBox="1">
            <a:spLocks noGrp="1"/>
          </p:cNvSpPr>
          <p:nvPr>
            <p:ph type="title" idx="2"/>
          </p:nvPr>
        </p:nvSpPr>
        <p:spPr>
          <a:xfrm>
            <a:off x="753800" y="126338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68" name="Google Shape;868;p42"/>
          <p:cNvSpPr txBox="1">
            <a:spLocks noGrp="1"/>
          </p:cNvSpPr>
          <p:nvPr>
            <p:ph type="title"/>
          </p:nvPr>
        </p:nvSpPr>
        <p:spPr>
          <a:xfrm>
            <a:off x="713100" y="2427950"/>
            <a:ext cx="3858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Meeting Objective</a:t>
            </a:r>
          </a:p>
        </p:txBody>
      </p:sp>
      <p:grpSp>
        <p:nvGrpSpPr>
          <p:cNvPr id="870" name="Google Shape;870;p42"/>
          <p:cNvGrpSpPr/>
          <p:nvPr/>
        </p:nvGrpSpPr>
        <p:grpSpPr>
          <a:xfrm>
            <a:off x="4157157" y="403696"/>
            <a:ext cx="4833538" cy="4333495"/>
            <a:chOff x="4157157" y="403696"/>
            <a:chExt cx="4833538" cy="4333495"/>
          </a:xfrm>
        </p:grpSpPr>
        <p:sp>
          <p:nvSpPr>
            <p:cNvPr id="871" name="Google Shape;871;p42"/>
            <p:cNvSpPr/>
            <p:nvPr/>
          </p:nvSpPr>
          <p:spPr>
            <a:xfrm>
              <a:off x="4422034" y="1110130"/>
              <a:ext cx="4568661" cy="3324380"/>
            </a:xfrm>
            <a:custGeom>
              <a:avLst/>
              <a:gdLst/>
              <a:ahLst/>
              <a:cxnLst/>
              <a:rect l="l" t="t" r="r" b="b"/>
              <a:pathLst>
                <a:path w="67938" h="49435" extrusionOk="0">
                  <a:moveTo>
                    <a:pt x="19861" y="0"/>
                  </a:moveTo>
                  <a:cubicBezTo>
                    <a:pt x="10467" y="0"/>
                    <a:pt x="2847" y="7608"/>
                    <a:pt x="2847" y="17014"/>
                  </a:cubicBezTo>
                  <a:cubicBezTo>
                    <a:pt x="2847" y="20848"/>
                    <a:pt x="4109" y="24384"/>
                    <a:pt x="6252" y="27230"/>
                  </a:cubicBezTo>
                  <a:cubicBezTo>
                    <a:pt x="2394" y="31135"/>
                    <a:pt x="1" y="36505"/>
                    <a:pt x="1" y="42434"/>
                  </a:cubicBezTo>
                  <a:cubicBezTo>
                    <a:pt x="1" y="44887"/>
                    <a:pt x="418" y="47244"/>
                    <a:pt x="1168" y="49435"/>
                  </a:cubicBezTo>
                  <a:lnTo>
                    <a:pt x="66628" y="49435"/>
                  </a:lnTo>
                  <a:cubicBezTo>
                    <a:pt x="67474" y="47399"/>
                    <a:pt x="67938" y="45160"/>
                    <a:pt x="67938" y="42815"/>
                  </a:cubicBezTo>
                  <a:cubicBezTo>
                    <a:pt x="67938" y="37826"/>
                    <a:pt x="65831" y="33326"/>
                    <a:pt x="62461" y="30171"/>
                  </a:cubicBezTo>
                  <a:cubicBezTo>
                    <a:pt x="63283" y="27873"/>
                    <a:pt x="63747" y="25396"/>
                    <a:pt x="63747" y="22801"/>
                  </a:cubicBezTo>
                  <a:cubicBezTo>
                    <a:pt x="63747" y="10835"/>
                    <a:pt x="54032" y="1119"/>
                    <a:pt x="42054" y="1119"/>
                  </a:cubicBezTo>
                  <a:cubicBezTo>
                    <a:pt x="38018" y="1119"/>
                    <a:pt x="34243" y="2227"/>
                    <a:pt x="31005" y="4155"/>
                  </a:cubicBezTo>
                  <a:cubicBezTo>
                    <a:pt x="28016" y="1560"/>
                    <a:pt x="24123" y="0"/>
                    <a:pt x="19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2" name="Google Shape;872;p42"/>
            <p:cNvGrpSpPr/>
            <p:nvPr/>
          </p:nvGrpSpPr>
          <p:grpSpPr>
            <a:xfrm>
              <a:off x="4711468" y="3532318"/>
              <a:ext cx="941734" cy="930235"/>
              <a:chOff x="5044343" y="3532318"/>
              <a:chExt cx="941734" cy="930235"/>
            </a:xfrm>
          </p:grpSpPr>
          <p:sp>
            <p:nvSpPr>
              <p:cNvPr id="873" name="Google Shape;873;p42"/>
              <p:cNvSpPr/>
              <p:nvPr/>
            </p:nvSpPr>
            <p:spPr>
              <a:xfrm>
                <a:off x="5044343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2"/>
              <p:cNvSpPr/>
              <p:nvPr/>
            </p:nvSpPr>
            <p:spPr>
              <a:xfrm>
                <a:off x="5125040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2"/>
              <p:cNvSpPr/>
              <p:nvPr/>
            </p:nvSpPr>
            <p:spPr>
              <a:xfrm>
                <a:off x="5540562" y="3532318"/>
                <a:ext cx="445515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2"/>
              <p:cNvSpPr/>
              <p:nvPr/>
            </p:nvSpPr>
            <p:spPr>
              <a:xfrm>
                <a:off x="5675931" y="3539311"/>
                <a:ext cx="183384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2"/>
              <p:cNvSpPr/>
              <p:nvPr/>
            </p:nvSpPr>
            <p:spPr>
              <a:xfrm>
                <a:off x="5283609" y="3596943"/>
                <a:ext cx="368315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2"/>
              <p:cNvSpPr/>
              <p:nvPr/>
            </p:nvSpPr>
            <p:spPr>
              <a:xfrm>
                <a:off x="5406874" y="3597749"/>
                <a:ext cx="166639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9" name="Google Shape;879;p42"/>
            <p:cNvGrpSpPr/>
            <p:nvPr/>
          </p:nvGrpSpPr>
          <p:grpSpPr>
            <a:xfrm>
              <a:off x="7884941" y="3532318"/>
              <a:ext cx="941734" cy="930235"/>
              <a:chOff x="7429141" y="3532318"/>
              <a:chExt cx="941734" cy="930235"/>
            </a:xfrm>
          </p:grpSpPr>
          <p:sp>
            <p:nvSpPr>
              <p:cNvPr id="880" name="Google Shape;880;p42"/>
              <p:cNvSpPr/>
              <p:nvPr/>
            </p:nvSpPr>
            <p:spPr>
              <a:xfrm>
                <a:off x="7904177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5003" y="1"/>
                    </a:moveTo>
                    <a:cubicBezTo>
                      <a:pt x="4850" y="1"/>
                      <a:pt x="4689" y="27"/>
                      <a:pt x="4525" y="80"/>
                    </a:cubicBezTo>
                    <a:cubicBezTo>
                      <a:pt x="3179" y="509"/>
                      <a:pt x="893" y="4390"/>
                      <a:pt x="0" y="8796"/>
                    </a:cubicBezTo>
                    <a:lnTo>
                      <a:pt x="2596" y="8843"/>
                    </a:lnTo>
                    <a:cubicBezTo>
                      <a:pt x="3072" y="7700"/>
                      <a:pt x="3858" y="6057"/>
                      <a:pt x="5037" y="4367"/>
                    </a:cubicBezTo>
                    <a:cubicBezTo>
                      <a:pt x="6939" y="1639"/>
                      <a:pt x="6214" y="1"/>
                      <a:pt x="50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2"/>
              <p:cNvSpPr/>
              <p:nvPr/>
            </p:nvSpPr>
            <p:spPr>
              <a:xfrm>
                <a:off x="7982655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4477" y="0"/>
                    </a:moveTo>
                    <a:cubicBezTo>
                      <a:pt x="4453" y="24"/>
                      <a:pt x="3834" y="548"/>
                      <a:pt x="2965" y="1858"/>
                    </a:cubicBezTo>
                    <a:cubicBezTo>
                      <a:pt x="2167" y="3072"/>
                      <a:pt x="1000" y="5215"/>
                      <a:pt x="0" y="8537"/>
                    </a:cubicBezTo>
                    <a:lnTo>
                      <a:pt x="143" y="8585"/>
                    </a:lnTo>
                    <a:cubicBezTo>
                      <a:pt x="2060" y="2274"/>
                      <a:pt x="4548" y="131"/>
                      <a:pt x="4572" y="119"/>
                    </a:cubicBezTo>
                    <a:lnTo>
                      <a:pt x="4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2"/>
              <p:cNvSpPr/>
              <p:nvPr/>
            </p:nvSpPr>
            <p:spPr>
              <a:xfrm>
                <a:off x="7429141" y="3532318"/>
                <a:ext cx="445447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4" h="13714" extrusionOk="0">
                    <a:moveTo>
                      <a:pt x="2474" y="1"/>
                    </a:moveTo>
                    <a:cubicBezTo>
                      <a:pt x="1112" y="1"/>
                      <a:pt x="0" y="1847"/>
                      <a:pt x="1278" y="5593"/>
                    </a:cubicBezTo>
                    <a:cubicBezTo>
                      <a:pt x="2516" y="9213"/>
                      <a:pt x="2790" y="12440"/>
                      <a:pt x="2861" y="13713"/>
                    </a:cubicBezTo>
                    <a:lnTo>
                      <a:pt x="5993" y="13666"/>
                    </a:lnTo>
                    <a:cubicBezTo>
                      <a:pt x="6624" y="7546"/>
                      <a:pt x="5100" y="1414"/>
                      <a:pt x="3504" y="343"/>
                    </a:cubicBezTo>
                    <a:cubicBezTo>
                      <a:pt x="3167" y="115"/>
                      <a:pt x="2813" y="1"/>
                      <a:pt x="2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2"/>
              <p:cNvSpPr/>
              <p:nvPr/>
            </p:nvSpPr>
            <p:spPr>
              <a:xfrm>
                <a:off x="7555902" y="3539311"/>
                <a:ext cx="187419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13729" extrusionOk="0">
                    <a:moveTo>
                      <a:pt x="131" y="1"/>
                    </a:moveTo>
                    <a:lnTo>
                      <a:pt x="0" y="84"/>
                    </a:lnTo>
                    <a:cubicBezTo>
                      <a:pt x="12" y="96"/>
                      <a:pt x="667" y="1084"/>
                      <a:pt x="1310" y="3251"/>
                    </a:cubicBezTo>
                    <a:cubicBezTo>
                      <a:pt x="1893" y="5251"/>
                      <a:pt x="2584" y="8692"/>
                      <a:pt x="2524" y="13729"/>
                    </a:cubicBezTo>
                    <a:lnTo>
                      <a:pt x="2679" y="13729"/>
                    </a:lnTo>
                    <a:cubicBezTo>
                      <a:pt x="2786" y="4049"/>
                      <a:pt x="155" y="48"/>
                      <a:pt x="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2"/>
              <p:cNvSpPr/>
              <p:nvPr/>
            </p:nvSpPr>
            <p:spPr>
              <a:xfrm>
                <a:off x="7763227" y="3596943"/>
                <a:ext cx="369189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12848" extrusionOk="0">
                    <a:moveTo>
                      <a:pt x="3151" y="1"/>
                    </a:moveTo>
                    <a:cubicBezTo>
                      <a:pt x="2185" y="1"/>
                      <a:pt x="1553" y="665"/>
                      <a:pt x="810" y="2882"/>
                    </a:cubicBezTo>
                    <a:cubicBezTo>
                      <a:pt x="120" y="4966"/>
                      <a:pt x="13" y="10717"/>
                      <a:pt x="1" y="12848"/>
                    </a:cubicBezTo>
                    <a:lnTo>
                      <a:pt x="2584" y="12824"/>
                    </a:lnTo>
                    <a:cubicBezTo>
                      <a:pt x="2918" y="11752"/>
                      <a:pt x="3454" y="9943"/>
                      <a:pt x="4132" y="7347"/>
                    </a:cubicBezTo>
                    <a:cubicBezTo>
                      <a:pt x="5490" y="2251"/>
                      <a:pt x="4775" y="227"/>
                      <a:pt x="3573" y="37"/>
                    </a:cubicBezTo>
                    <a:cubicBezTo>
                      <a:pt x="3425" y="13"/>
                      <a:pt x="3284" y="1"/>
                      <a:pt x="3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2"/>
              <p:cNvSpPr/>
              <p:nvPr/>
            </p:nvSpPr>
            <p:spPr>
              <a:xfrm>
                <a:off x="7842511" y="3597749"/>
                <a:ext cx="165832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12658" extrusionOk="0">
                    <a:moveTo>
                      <a:pt x="2322" y="1"/>
                    </a:moveTo>
                    <a:cubicBezTo>
                      <a:pt x="2298" y="72"/>
                      <a:pt x="774" y="6835"/>
                      <a:pt x="0" y="12633"/>
                    </a:cubicBezTo>
                    <a:lnTo>
                      <a:pt x="143" y="12657"/>
                    </a:lnTo>
                    <a:cubicBezTo>
                      <a:pt x="917" y="6859"/>
                      <a:pt x="2441" y="108"/>
                      <a:pt x="2465" y="37"/>
                    </a:cubicBez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6" name="Google Shape;886;p42"/>
            <p:cNvSpPr/>
            <p:nvPr/>
          </p:nvSpPr>
          <p:spPr>
            <a:xfrm>
              <a:off x="6667160" y="2188578"/>
              <a:ext cx="614171" cy="793655"/>
            </a:xfrm>
            <a:custGeom>
              <a:avLst/>
              <a:gdLst/>
              <a:ahLst/>
              <a:cxnLst/>
              <a:rect l="l" t="t" r="r" b="b"/>
              <a:pathLst>
                <a:path w="9133" h="11802" extrusionOk="0">
                  <a:moveTo>
                    <a:pt x="798" y="1"/>
                  </a:moveTo>
                  <a:lnTo>
                    <a:pt x="0" y="10478"/>
                  </a:lnTo>
                  <a:cubicBezTo>
                    <a:pt x="659" y="11194"/>
                    <a:pt x="1880" y="11802"/>
                    <a:pt x="3204" y="11802"/>
                  </a:cubicBezTo>
                  <a:cubicBezTo>
                    <a:pt x="4368" y="11802"/>
                    <a:pt x="5611" y="11331"/>
                    <a:pt x="6620" y="10050"/>
                  </a:cubicBezTo>
                  <a:cubicBezTo>
                    <a:pt x="8203" y="8038"/>
                    <a:pt x="9132" y="3358"/>
                    <a:pt x="9073" y="1989"/>
                  </a:cubicBezTo>
                  <a:cubicBezTo>
                    <a:pt x="8192" y="1501"/>
                    <a:pt x="7049" y="1227"/>
                    <a:pt x="6108" y="953"/>
                  </a:cubicBezTo>
                  <a:cubicBezTo>
                    <a:pt x="4810" y="2465"/>
                    <a:pt x="4120" y="4704"/>
                    <a:pt x="4120" y="4704"/>
                  </a:cubicBezTo>
                  <a:cubicBezTo>
                    <a:pt x="3179" y="2727"/>
                    <a:pt x="2203" y="1370"/>
                    <a:pt x="1274" y="441"/>
                  </a:cubicBezTo>
                  <a:cubicBezTo>
                    <a:pt x="1107" y="287"/>
                    <a:pt x="953" y="132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7025858" y="2211039"/>
              <a:ext cx="256280" cy="179416"/>
            </a:xfrm>
            <a:custGeom>
              <a:avLst/>
              <a:gdLst/>
              <a:ahLst/>
              <a:cxnLst/>
              <a:rect l="l" t="t" r="r" b="b"/>
              <a:pathLst>
                <a:path w="3811" h="2668" extrusionOk="0">
                  <a:moveTo>
                    <a:pt x="845" y="0"/>
                  </a:moveTo>
                  <a:cubicBezTo>
                    <a:pt x="500" y="298"/>
                    <a:pt x="0" y="1631"/>
                    <a:pt x="0" y="1631"/>
                  </a:cubicBezTo>
                  <a:lnTo>
                    <a:pt x="3667" y="2667"/>
                  </a:lnTo>
                  <a:lnTo>
                    <a:pt x="3810" y="1084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rgbClr val="E2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6522981" y="2762670"/>
              <a:ext cx="44114" cy="185805"/>
            </a:xfrm>
            <a:custGeom>
              <a:avLst/>
              <a:gdLst/>
              <a:ahLst/>
              <a:cxnLst/>
              <a:rect l="l" t="t" r="r" b="b"/>
              <a:pathLst>
                <a:path w="656" h="2763" extrusionOk="0">
                  <a:moveTo>
                    <a:pt x="1" y="1"/>
                  </a:moveTo>
                  <a:cubicBezTo>
                    <a:pt x="120" y="596"/>
                    <a:pt x="275" y="1417"/>
                    <a:pt x="656" y="276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5204325" y="1902978"/>
              <a:ext cx="996070" cy="947585"/>
            </a:xfrm>
            <a:custGeom>
              <a:avLst/>
              <a:gdLst/>
              <a:ahLst/>
              <a:cxnLst/>
              <a:rect l="l" t="t" r="r" b="b"/>
              <a:pathLst>
                <a:path w="14812" h="14091" extrusionOk="0">
                  <a:moveTo>
                    <a:pt x="1832" y="1"/>
                  </a:moveTo>
                  <a:cubicBezTo>
                    <a:pt x="1805" y="1"/>
                    <a:pt x="1778" y="7"/>
                    <a:pt x="1751" y="21"/>
                  </a:cubicBezTo>
                  <a:cubicBezTo>
                    <a:pt x="1453" y="176"/>
                    <a:pt x="1965" y="2152"/>
                    <a:pt x="1965" y="2152"/>
                  </a:cubicBezTo>
                  <a:cubicBezTo>
                    <a:pt x="1965" y="2152"/>
                    <a:pt x="1359" y="358"/>
                    <a:pt x="1016" y="358"/>
                  </a:cubicBezTo>
                  <a:cubicBezTo>
                    <a:pt x="1003" y="358"/>
                    <a:pt x="989" y="360"/>
                    <a:pt x="977" y="366"/>
                  </a:cubicBezTo>
                  <a:cubicBezTo>
                    <a:pt x="643" y="521"/>
                    <a:pt x="1358" y="2343"/>
                    <a:pt x="1358" y="2343"/>
                  </a:cubicBezTo>
                  <a:cubicBezTo>
                    <a:pt x="1358" y="2343"/>
                    <a:pt x="734" y="1042"/>
                    <a:pt x="393" y="1042"/>
                  </a:cubicBezTo>
                  <a:cubicBezTo>
                    <a:pt x="372" y="1042"/>
                    <a:pt x="352" y="1047"/>
                    <a:pt x="334" y="1057"/>
                  </a:cubicBezTo>
                  <a:cubicBezTo>
                    <a:pt x="0" y="1247"/>
                    <a:pt x="846" y="3772"/>
                    <a:pt x="1262" y="4510"/>
                  </a:cubicBezTo>
                  <a:cubicBezTo>
                    <a:pt x="1262" y="4510"/>
                    <a:pt x="1596" y="12332"/>
                    <a:pt x="4739" y="13880"/>
                  </a:cubicBezTo>
                  <a:cubicBezTo>
                    <a:pt x="5032" y="14025"/>
                    <a:pt x="5327" y="14090"/>
                    <a:pt x="5619" y="14090"/>
                  </a:cubicBezTo>
                  <a:cubicBezTo>
                    <a:pt x="8043" y="14090"/>
                    <a:pt x="10339" y="9576"/>
                    <a:pt x="10966" y="8248"/>
                  </a:cubicBezTo>
                  <a:lnTo>
                    <a:pt x="11764" y="8856"/>
                  </a:lnTo>
                  <a:cubicBezTo>
                    <a:pt x="12633" y="6832"/>
                    <a:pt x="13752" y="5391"/>
                    <a:pt x="14812" y="3498"/>
                  </a:cubicBezTo>
                  <a:cubicBezTo>
                    <a:pt x="14670" y="3462"/>
                    <a:pt x="13966" y="2724"/>
                    <a:pt x="13943" y="2724"/>
                  </a:cubicBezTo>
                  <a:cubicBezTo>
                    <a:pt x="13943" y="2724"/>
                    <a:pt x="13943" y="2724"/>
                    <a:pt x="13943" y="2724"/>
                  </a:cubicBezTo>
                  <a:cubicBezTo>
                    <a:pt x="13943" y="2724"/>
                    <a:pt x="13510" y="2556"/>
                    <a:pt x="12832" y="2556"/>
                  </a:cubicBezTo>
                  <a:cubicBezTo>
                    <a:pt x="11815" y="2556"/>
                    <a:pt x="10244" y="2933"/>
                    <a:pt x="8751" y="4819"/>
                  </a:cubicBezTo>
                  <a:cubicBezTo>
                    <a:pt x="7323" y="7046"/>
                    <a:pt x="5989" y="8701"/>
                    <a:pt x="5989" y="8701"/>
                  </a:cubicBezTo>
                  <a:lnTo>
                    <a:pt x="3501" y="4688"/>
                  </a:lnTo>
                  <a:cubicBezTo>
                    <a:pt x="3501" y="4688"/>
                    <a:pt x="4477" y="2236"/>
                    <a:pt x="4120" y="1855"/>
                  </a:cubicBezTo>
                  <a:cubicBezTo>
                    <a:pt x="4068" y="1798"/>
                    <a:pt x="4017" y="1774"/>
                    <a:pt x="3967" y="1774"/>
                  </a:cubicBezTo>
                  <a:cubicBezTo>
                    <a:pt x="3682" y="1774"/>
                    <a:pt x="3441" y="2557"/>
                    <a:pt x="3441" y="2557"/>
                  </a:cubicBezTo>
                  <a:cubicBezTo>
                    <a:pt x="3441" y="2557"/>
                    <a:pt x="3418" y="127"/>
                    <a:pt x="3007" y="127"/>
                  </a:cubicBezTo>
                  <a:cubicBezTo>
                    <a:pt x="3001" y="127"/>
                    <a:pt x="2995" y="127"/>
                    <a:pt x="2989" y="128"/>
                  </a:cubicBezTo>
                  <a:cubicBezTo>
                    <a:pt x="2572" y="200"/>
                    <a:pt x="2644" y="2129"/>
                    <a:pt x="2644" y="2129"/>
                  </a:cubicBezTo>
                  <a:cubicBezTo>
                    <a:pt x="2644" y="2129"/>
                    <a:pt x="2312" y="1"/>
                    <a:pt x="1832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5286770" y="2059261"/>
              <a:ext cx="136983" cy="53327"/>
            </a:xfrm>
            <a:custGeom>
              <a:avLst/>
              <a:gdLst/>
              <a:ahLst/>
              <a:cxnLst/>
              <a:rect l="l" t="t" r="r" b="b"/>
              <a:pathLst>
                <a:path w="2037" h="793" extrusionOk="0">
                  <a:moveTo>
                    <a:pt x="1496" y="1"/>
                  </a:moveTo>
                  <a:cubicBezTo>
                    <a:pt x="1017" y="1"/>
                    <a:pt x="325" y="117"/>
                    <a:pt x="13" y="733"/>
                  </a:cubicBezTo>
                  <a:cubicBezTo>
                    <a:pt x="1" y="757"/>
                    <a:pt x="13" y="781"/>
                    <a:pt x="25" y="793"/>
                  </a:cubicBezTo>
                  <a:lnTo>
                    <a:pt x="48" y="793"/>
                  </a:lnTo>
                  <a:cubicBezTo>
                    <a:pt x="72" y="793"/>
                    <a:pt x="84" y="793"/>
                    <a:pt x="96" y="769"/>
                  </a:cubicBezTo>
                  <a:cubicBezTo>
                    <a:pt x="391" y="194"/>
                    <a:pt x="1037" y="85"/>
                    <a:pt x="1489" y="85"/>
                  </a:cubicBezTo>
                  <a:cubicBezTo>
                    <a:pt x="1768" y="85"/>
                    <a:pt x="1973" y="126"/>
                    <a:pt x="1977" y="126"/>
                  </a:cubicBezTo>
                  <a:cubicBezTo>
                    <a:pt x="1984" y="129"/>
                    <a:pt x="1990" y="131"/>
                    <a:pt x="1996" y="131"/>
                  </a:cubicBezTo>
                  <a:cubicBezTo>
                    <a:pt x="2013" y="131"/>
                    <a:pt x="2028" y="120"/>
                    <a:pt x="2037" y="102"/>
                  </a:cubicBezTo>
                  <a:cubicBezTo>
                    <a:pt x="2037" y="78"/>
                    <a:pt x="2025" y="55"/>
                    <a:pt x="2001" y="43"/>
                  </a:cubicBezTo>
                  <a:cubicBezTo>
                    <a:pt x="1996" y="43"/>
                    <a:pt x="1785" y="1"/>
                    <a:pt x="1496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6061058" y="2035254"/>
              <a:ext cx="374770" cy="140615"/>
            </a:xfrm>
            <a:custGeom>
              <a:avLst/>
              <a:gdLst/>
              <a:ahLst/>
              <a:cxnLst/>
              <a:rect l="l" t="t" r="r" b="b"/>
              <a:pathLst>
                <a:path w="5573" h="2091" extrusionOk="0">
                  <a:moveTo>
                    <a:pt x="2741" y="0"/>
                  </a:moveTo>
                  <a:cubicBezTo>
                    <a:pt x="1090" y="0"/>
                    <a:pt x="0" y="138"/>
                    <a:pt x="0" y="138"/>
                  </a:cubicBezTo>
                  <a:cubicBezTo>
                    <a:pt x="0" y="221"/>
                    <a:pt x="71" y="2090"/>
                    <a:pt x="71" y="2090"/>
                  </a:cubicBezTo>
                  <a:lnTo>
                    <a:pt x="5572" y="2090"/>
                  </a:lnTo>
                  <a:lnTo>
                    <a:pt x="5572" y="138"/>
                  </a:lnTo>
                  <a:cubicBezTo>
                    <a:pt x="4532" y="35"/>
                    <a:pt x="3567" y="0"/>
                    <a:pt x="2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5998585" y="2078897"/>
              <a:ext cx="474835" cy="206517"/>
            </a:xfrm>
            <a:custGeom>
              <a:avLst/>
              <a:gdLst/>
              <a:ahLst/>
              <a:cxnLst/>
              <a:rect l="l" t="t" r="r" b="b"/>
              <a:pathLst>
                <a:path w="7061" h="3071" extrusionOk="0">
                  <a:moveTo>
                    <a:pt x="3283" y="0"/>
                  </a:moveTo>
                  <a:cubicBezTo>
                    <a:pt x="1799" y="0"/>
                    <a:pt x="74" y="205"/>
                    <a:pt x="0" y="215"/>
                  </a:cubicBezTo>
                  <a:cubicBezTo>
                    <a:pt x="0" y="215"/>
                    <a:pt x="1312" y="3071"/>
                    <a:pt x="3443" y="3071"/>
                  </a:cubicBezTo>
                  <a:cubicBezTo>
                    <a:pt x="3671" y="3071"/>
                    <a:pt x="3909" y="3038"/>
                    <a:pt x="4156" y="2965"/>
                  </a:cubicBezTo>
                  <a:cubicBezTo>
                    <a:pt x="6715" y="2215"/>
                    <a:pt x="7061" y="310"/>
                    <a:pt x="7061" y="310"/>
                  </a:cubicBezTo>
                  <a:cubicBezTo>
                    <a:pt x="7061" y="310"/>
                    <a:pt x="5549" y="96"/>
                    <a:pt x="3870" y="13"/>
                  </a:cubicBezTo>
                  <a:cubicBezTo>
                    <a:pt x="3682" y="4"/>
                    <a:pt x="3485" y="0"/>
                    <a:pt x="3283" y="0"/>
                  </a:cubicBezTo>
                  <a:close/>
                </a:path>
              </a:pathLst>
            </a:custGeom>
            <a:solidFill>
              <a:srgbClr val="B89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6129112" y="1896388"/>
              <a:ext cx="250631" cy="121583"/>
            </a:xfrm>
            <a:custGeom>
              <a:avLst/>
              <a:gdLst/>
              <a:ahLst/>
              <a:cxnLst/>
              <a:rect l="l" t="t" r="r" b="b"/>
              <a:pathLst>
                <a:path w="3727" h="1808" extrusionOk="0">
                  <a:moveTo>
                    <a:pt x="3727" y="0"/>
                  </a:moveTo>
                  <a:lnTo>
                    <a:pt x="0" y="393"/>
                  </a:lnTo>
                  <a:lnTo>
                    <a:pt x="95" y="1536"/>
                  </a:lnTo>
                  <a:cubicBezTo>
                    <a:pt x="772" y="1717"/>
                    <a:pt x="1463" y="1807"/>
                    <a:pt x="2144" y="1807"/>
                  </a:cubicBezTo>
                  <a:cubicBezTo>
                    <a:pt x="2674" y="1807"/>
                    <a:pt x="3198" y="1753"/>
                    <a:pt x="3703" y="1643"/>
                  </a:cubicBezTo>
                  <a:lnTo>
                    <a:pt x="3727" y="0"/>
                  </a:ln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6089840" y="2015685"/>
              <a:ext cx="319560" cy="71148"/>
            </a:xfrm>
            <a:custGeom>
              <a:avLst/>
              <a:gdLst/>
              <a:ahLst/>
              <a:cxnLst/>
              <a:rect l="l" t="t" r="r" b="b"/>
              <a:pathLst>
                <a:path w="4752" h="1058" extrusionOk="0">
                  <a:moveTo>
                    <a:pt x="1" y="0"/>
                  </a:moveTo>
                  <a:lnTo>
                    <a:pt x="84" y="774"/>
                  </a:lnTo>
                  <a:cubicBezTo>
                    <a:pt x="862" y="972"/>
                    <a:pt x="1659" y="1057"/>
                    <a:pt x="2467" y="1057"/>
                  </a:cubicBezTo>
                  <a:cubicBezTo>
                    <a:pt x="3218" y="1057"/>
                    <a:pt x="3977" y="983"/>
                    <a:pt x="4739" y="857"/>
                  </a:cubicBezTo>
                  <a:lnTo>
                    <a:pt x="4751" y="95"/>
                  </a:lnTo>
                  <a:lnTo>
                    <a:pt x="4751" y="95"/>
                  </a:lnTo>
                  <a:cubicBezTo>
                    <a:pt x="4089" y="210"/>
                    <a:pt x="3402" y="265"/>
                    <a:pt x="2705" y="265"/>
                  </a:cubicBezTo>
                  <a:cubicBezTo>
                    <a:pt x="1810" y="265"/>
                    <a:pt x="898" y="174"/>
                    <a:pt x="1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6095489" y="2067734"/>
              <a:ext cx="313104" cy="289097"/>
            </a:xfrm>
            <a:custGeom>
              <a:avLst/>
              <a:gdLst/>
              <a:ahLst/>
              <a:cxnLst/>
              <a:rect l="l" t="t" r="r" b="b"/>
              <a:pathLst>
                <a:path w="4656" h="4299" extrusionOk="0">
                  <a:moveTo>
                    <a:pt x="0" y="0"/>
                  </a:moveTo>
                  <a:lnTo>
                    <a:pt x="107" y="964"/>
                  </a:lnTo>
                  <a:cubicBezTo>
                    <a:pt x="107" y="964"/>
                    <a:pt x="405" y="4298"/>
                    <a:pt x="2274" y="4298"/>
                  </a:cubicBezTo>
                  <a:cubicBezTo>
                    <a:pt x="4370" y="4298"/>
                    <a:pt x="4643" y="964"/>
                    <a:pt x="4643" y="964"/>
                  </a:cubicBezTo>
                  <a:lnTo>
                    <a:pt x="4655" y="83"/>
                  </a:lnTo>
                  <a:lnTo>
                    <a:pt x="4655" y="83"/>
                  </a:lnTo>
                  <a:cubicBezTo>
                    <a:pt x="3893" y="209"/>
                    <a:pt x="3134" y="283"/>
                    <a:pt x="2383" y="283"/>
                  </a:cubicBezTo>
                  <a:cubicBezTo>
                    <a:pt x="1575" y="283"/>
                    <a:pt x="778" y="198"/>
                    <a:pt x="0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5772768" y="1042344"/>
              <a:ext cx="892038" cy="921022"/>
            </a:xfrm>
            <a:custGeom>
              <a:avLst/>
              <a:gdLst/>
              <a:ahLst/>
              <a:cxnLst/>
              <a:rect l="l" t="t" r="r" b="b"/>
              <a:pathLst>
                <a:path w="13265" h="13696" extrusionOk="0">
                  <a:moveTo>
                    <a:pt x="6941" y="0"/>
                  </a:moveTo>
                  <a:cubicBezTo>
                    <a:pt x="6280" y="0"/>
                    <a:pt x="5583" y="81"/>
                    <a:pt x="4859" y="258"/>
                  </a:cubicBezTo>
                  <a:cubicBezTo>
                    <a:pt x="1001" y="1211"/>
                    <a:pt x="1" y="4794"/>
                    <a:pt x="608" y="8414"/>
                  </a:cubicBezTo>
                  <a:cubicBezTo>
                    <a:pt x="1297" y="12412"/>
                    <a:pt x="4264" y="13696"/>
                    <a:pt x="7114" y="13696"/>
                  </a:cubicBezTo>
                  <a:cubicBezTo>
                    <a:pt x="7320" y="13696"/>
                    <a:pt x="7525" y="13689"/>
                    <a:pt x="7728" y="13676"/>
                  </a:cubicBezTo>
                  <a:cubicBezTo>
                    <a:pt x="10943" y="13462"/>
                    <a:pt x="12860" y="10878"/>
                    <a:pt x="13050" y="8247"/>
                  </a:cubicBezTo>
                  <a:cubicBezTo>
                    <a:pt x="13264" y="5402"/>
                    <a:pt x="13074" y="4675"/>
                    <a:pt x="12633" y="3437"/>
                  </a:cubicBezTo>
                  <a:cubicBezTo>
                    <a:pt x="11966" y="1522"/>
                    <a:pt x="9798" y="0"/>
                    <a:pt x="6941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772768" y="1325524"/>
              <a:ext cx="189840" cy="336305"/>
            </a:xfrm>
            <a:custGeom>
              <a:avLst/>
              <a:gdLst/>
              <a:ahLst/>
              <a:cxnLst/>
              <a:rect l="l" t="t" r="r" b="b"/>
              <a:pathLst>
                <a:path w="2823" h="5001" extrusionOk="0">
                  <a:moveTo>
                    <a:pt x="1451" y="1"/>
                  </a:moveTo>
                  <a:cubicBezTo>
                    <a:pt x="1116" y="1"/>
                    <a:pt x="790" y="67"/>
                    <a:pt x="632" y="250"/>
                  </a:cubicBezTo>
                  <a:cubicBezTo>
                    <a:pt x="96" y="893"/>
                    <a:pt x="120" y="2084"/>
                    <a:pt x="60" y="2929"/>
                  </a:cubicBezTo>
                  <a:cubicBezTo>
                    <a:pt x="1" y="3774"/>
                    <a:pt x="418" y="4691"/>
                    <a:pt x="1203" y="5001"/>
                  </a:cubicBezTo>
                  <a:lnTo>
                    <a:pt x="858" y="4548"/>
                  </a:lnTo>
                  <a:cubicBezTo>
                    <a:pt x="1489" y="4143"/>
                    <a:pt x="1787" y="3274"/>
                    <a:pt x="1525" y="2560"/>
                  </a:cubicBezTo>
                  <a:lnTo>
                    <a:pt x="1525" y="2560"/>
                  </a:lnTo>
                  <a:cubicBezTo>
                    <a:pt x="1606" y="2749"/>
                    <a:pt x="1816" y="2856"/>
                    <a:pt x="2022" y="2856"/>
                  </a:cubicBezTo>
                  <a:cubicBezTo>
                    <a:pt x="2088" y="2856"/>
                    <a:pt x="2154" y="2845"/>
                    <a:pt x="2215" y="2822"/>
                  </a:cubicBezTo>
                  <a:cubicBezTo>
                    <a:pt x="2465" y="2726"/>
                    <a:pt x="2644" y="2488"/>
                    <a:pt x="2727" y="2226"/>
                  </a:cubicBezTo>
                  <a:cubicBezTo>
                    <a:pt x="2811" y="1964"/>
                    <a:pt x="2811" y="1691"/>
                    <a:pt x="2823" y="1417"/>
                  </a:cubicBezTo>
                  <a:cubicBezTo>
                    <a:pt x="2823" y="1167"/>
                    <a:pt x="2823" y="905"/>
                    <a:pt x="2739" y="667"/>
                  </a:cubicBezTo>
                  <a:cubicBezTo>
                    <a:pt x="2668" y="429"/>
                    <a:pt x="2489" y="202"/>
                    <a:pt x="2251" y="119"/>
                  </a:cubicBezTo>
                  <a:cubicBezTo>
                    <a:pt x="2050" y="52"/>
                    <a:pt x="1747" y="1"/>
                    <a:pt x="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6521434" y="1331307"/>
              <a:ext cx="168993" cy="330521"/>
            </a:xfrm>
            <a:custGeom>
              <a:avLst/>
              <a:gdLst/>
              <a:ahLst/>
              <a:cxnLst/>
              <a:rect l="l" t="t" r="r" b="b"/>
              <a:pathLst>
                <a:path w="2513" h="4915" extrusionOk="0">
                  <a:moveTo>
                    <a:pt x="758" y="1"/>
                  </a:moveTo>
                  <a:cubicBezTo>
                    <a:pt x="692" y="1"/>
                    <a:pt x="626" y="11"/>
                    <a:pt x="560" y="33"/>
                  </a:cubicBezTo>
                  <a:cubicBezTo>
                    <a:pt x="322" y="116"/>
                    <a:pt x="155" y="343"/>
                    <a:pt x="72" y="581"/>
                  </a:cubicBezTo>
                  <a:cubicBezTo>
                    <a:pt x="0" y="819"/>
                    <a:pt x="0" y="1081"/>
                    <a:pt x="0" y="1331"/>
                  </a:cubicBezTo>
                  <a:cubicBezTo>
                    <a:pt x="0" y="1605"/>
                    <a:pt x="0" y="1878"/>
                    <a:pt x="83" y="2140"/>
                  </a:cubicBezTo>
                  <a:cubicBezTo>
                    <a:pt x="167" y="2402"/>
                    <a:pt x="345" y="2640"/>
                    <a:pt x="595" y="2736"/>
                  </a:cubicBezTo>
                  <a:cubicBezTo>
                    <a:pt x="659" y="2759"/>
                    <a:pt x="728" y="2770"/>
                    <a:pt x="795" y="2770"/>
                  </a:cubicBezTo>
                  <a:cubicBezTo>
                    <a:pt x="1006" y="2770"/>
                    <a:pt x="1214" y="2663"/>
                    <a:pt x="1286" y="2474"/>
                  </a:cubicBezTo>
                  <a:lnTo>
                    <a:pt x="1286" y="2474"/>
                  </a:lnTo>
                  <a:cubicBezTo>
                    <a:pt x="1036" y="3188"/>
                    <a:pt x="1322" y="4057"/>
                    <a:pt x="1953" y="4462"/>
                  </a:cubicBezTo>
                  <a:lnTo>
                    <a:pt x="1607" y="4915"/>
                  </a:lnTo>
                  <a:cubicBezTo>
                    <a:pt x="2393" y="4605"/>
                    <a:pt x="2512" y="3831"/>
                    <a:pt x="2453" y="2986"/>
                  </a:cubicBezTo>
                  <a:cubicBezTo>
                    <a:pt x="2393" y="2140"/>
                    <a:pt x="2239" y="1236"/>
                    <a:pt x="1703" y="593"/>
                  </a:cubicBezTo>
                  <a:cubicBezTo>
                    <a:pt x="1451" y="301"/>
                    <a:pt x="111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6492585" y="1547373"/>
              <a:ext cx="217680" cy="246462"/>
            </a:xfrm>
            <a:custGeom>
              <a:avLst/>
              <a:gdLst/>
              <a:ahLst/>
              <a:cxnLst/>
              <a:rect l="l" t="t" r="r" b="b"/>
              <a:pathLst>
                <a:path w="3237" h="3665" extrusionOk="0">
                  <a:moveTo>
                    <a:pt x="1631" y="1"/>
                  </a:moveTo>
                  <a:cubicBezTo>
                    <a:pt x="1165" y="1"/>
                    <a:pt x="774" y="142"/>
                    <a:pt x="774" y="142"/>
                  </a:cubicBezTo>
                  <a:cubicBezTo>
                    <a:pt x="774" y="142"/>
                    <a:pt x="1" y="1975"/>
                    <a:pt x="72" y="2618"/>
                  </a:cubicBezTo>
                  <a:cubicBezTo>
                    <a:pt x="142" y="3313"/>
                    <a:pt x="720" y="3664"/>
                    <a:pt x="1359" y="3664"/>
                  </a:cubicBezTo>
                  <a:cubicBezTo>
                    <a:pt x="2240" y="3664"/>
                    <a:pt x="3237" y="2995"/>
                    <a:pt x="3168" y="1642"/>
                  </a:cubicBezTo>
                  <a:cubicBezTo>
                    <a:pt x="3098" y="282"/>
                    <a:pt x="2289" y="1"/>
                    <a:pt x="1631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6511818" y="1596329"/>
              <a:ext cx="169800" cy="135974"/>
            </a:xfrm>
            <a:custGeom>
              <a:avLst/>
              <a:gdLst/>
              <a:ahLst/>
              <a:cxnLst/>
              <a:rect l="l" t="t" r="r" b="b"/>
              <a:pathLst>
                <a:path w="2525" h="2022" extrusionOk="0">
                  <a:moveTo>
                    <a:pt x="1528" y="1"/>
                  </a:moveTo>
                  <a:cubicBezTo>
                    <a:pt x="1304" y="1"/>
                    <a:pt x="1075" y="77"/>
                    <a:pt x="846" y="223"/>
                  </a:cubicBezTo>
                  <a:cubicBezTo>
                    <a:pt x="0" y="795"/>
                    <a:pt x="536" y="1986"/>
                    <a:pt x="536" y="1998"/>
                  </a:cubicBezTo>
                  <a:cubicBezTo>
                    <a:pt x="548" y="2009"/>
                    <a:pt x="560" y="2021"/>
                    <a:pt x="584" y="2021"/>
                  </a:cubicBezTo>
                  <a:lnTo>
                    <a:pt x="596" y="2021"/>
                  </a:lnTo>
                  <a:cubicBezTo>
                    <a:pt x="619" y="2009"/>
                    <a:pt x="631" y="1986"/>
                    <a:pt x="619" y="1962"/>
                  </a:cubicBezTo>
                  <a:cubicBezTo>
                    <a:pt x="619" y="1950"/>
                    <a:pt x="119" y="831"/>
                    <a:pt x="905" y="307"/>
                  </a:cubicBezTo>
                  <a:cubicBezTo>
                    <a:pt x="1115" y="170"/>
                    <a:pt x="1319" y="96"/>
                    <a:pt x="1520" y="96"/>
                  </a:cubicBezTo>
                  <a:cubicBezTo>
                    <a:pt x="1581" y="96"/>
                    <a:pt x="1642" y="102"/>
                    <a:pt x="1703" y="116"/>
                  </a:cubicBezTo>
                  <a:cubicBezTo>
                    <a:pt x="2155" y="212"/>
                    <a:pt x="2429" y="640"/>
                    <a:pt x="2429" y="640"/>
                  </a:cubicBezTo>
                  <a:cubicBezTo>
                    <a:pt x="2438" y="658"/>
                    <a:pt x="2453" y="669"/>
                    <a:pt x="2470" y="669"/>
                  </a:cubicBezTo>
                  <a:cubicBezTo>
                    <a:pt x="2476" y="669"/>
                    <a:pt x="2482" y="667"/>
                    <a:pt x="2489" y="664"/>
                  </a:cubicBezTo>
                  <a:cubicBezTo>
                    <a:pt x="2512" y="652"/>
                    <a:pt x="2524" y="616"/>
                    <a:pt x="2501" y="593"/>
                  </a:cubicBezTo>
                  <a:cubicBezTo>
                    <a:pt x="2489" y="581"/>
                    <a:pt x="2215" y="128"/>
                    <a:pt x="1727" y="21"/>
                  </a:cubicBezTo>
                  <a:cubicBezTo>
                    <a:pt x="1661" y="7"/>
                    <a:pt x="1595" y="1"/>
                    <a:pt x="1528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6536632" y="1648110"/>
              <a:ext cx="95357" cy="23335"/>
            </a:xfrm>
            <a:custGeom>
              <a:avLst/>
              <a:gdLst/>
              <a:ahLst/>
              <a:cxnLst/>
              <a:rect l="l" t="t" r="r" b="b"/>
              <a:pathLst>
                <a:path w="1418" h="347" extrusionOk="0">
                  <a:moveTo>
                    <a:pt x="635" y="1"/>
                  </a:moveTo>
                  <a:cubicBezTo>
                    <a:pt x="430" y="1"/>
                    <a:pt x="209" y="66"/>
                    <a:pt x="12" y="263"/>
                  </a:cubicBezTo>
                  <a:cubicBezTo>
                    <a:pt x="0" y="275"/>
                    <a:pt x="0" y="311"/>
                    <a:pt x="12" y="323"/>
                  </a:cubicBezTo>
                  <a:cubicBezTo>
                    <a:pt x="24" y="335"/>
                    <a:pt x="36" y="340"/>
                    <a:pt x="48" y="340"/>
                  </a:cubicBezTo>
                  <a:cubicBezTo>
                    <a:pt x="60" y="340"/>
                    <a:pt x="72" y="335"/>
                    <a:pt x="84" y="323"/>
                  </a:cubicBezTo>
                  <a:cubicBezTo>
                    <a:pt x="258" y="149"/>
                    <a:pt x="453" y="90"/>
                    <a:pt x="636" y="90"/>
                  </a:cubicBezTo>
                  <a:cubicBezTo>
                    <a:pt x="1005" y="90"/>
                    <a:pt x="1326" y="327"/>
                    <a:pt x="1334" y="335"/>
                  </a:cubicBezTo>
                  <a:cubicBezTo>
                    <a:pt x="1346" y="335"/>
                    <a:pt x="1346" y="346"/>
                    <a:pt x="1358" y="346"/>
                  </a:cubicBezTo>
                  <a:cubicBezTo>
                    <a:pt x="1370" y="346"/>
                    <a:pt x="1393" y="335"/>
                    <a:pt x="1393" y="323"/>
                  </a:cubicBezTo>
                  <a:cubicBezTo>
                    <a:pt x="1417" y="299"/>
                    <a:pt x="1405" y="275"/>
                    <a:pt x="1393" y="251"/>
                  </a:cubicBezTo>
                  <a:cubicBezTo>
                    <a:pt x="1386" y="251"/>
                    <a:pt x="1038" y="1"/>
                    <a:pt x="63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5805585" y="1532041"/>
              <a:ext cx="926469" cy="541342"/>
            </a:xfrm>
            <a:custGeom>
              <a:avLst/>
              <a:gdLst/>
              <a:ahLst/>
              <a:cxnLst/>
              <a:rect l="l" t="t" r="r" b="b"/>
              <a:pathLst>
                <a:path w="13777" h="8050" extrusionOk="0">
                  <a:moveTo>
                    <a:pt x="11788" y="1"/>
                  </a:moveTo>
                  <a:cubicBezTo>
                    <a:pt x="11788" y="1"/>
                    <a:pt x="11669" y="453"/>
                    <a:pt x="10026" y="2275"/>
                  </a:cubicBezTo>
                  <a:cubicBezTo>
                    <a:pt x="9729" y="2604"/>
                    <a:pt x="9418" y="2711"/>
                    <a:pt x="9091" y="2711"/>
                  </a:cubicBezTo>
                  <a:cubicBezTo>
                    <a:pt x="8477" y="2711"/>
                    <a:pt x="7811" y="2332"/>
                    <a:pt x="7093" y="2332"/>
                  </a:cubicBezTo>
                  <a:cubicBezTo>
                    <a:pt x="7058" y="2332"/>
                    <a:pt x="7024" y="2333"/>
                    <a:pt x="6990" y="2334"/>
                  </a:cubicBezTo>
                  <a:cubicBezTo>
                    <a:pt x="5835" y="2394"/>
                    <a:pt x="5335" y="2620"/>
                    <a:pt x="4073" y="2656"/>
                  </a:cubicBezTo>
                  <a:cubicBezTo>
                    <a:pt x="4066" y="2656"/>
                    <a:pt x="4060" y="2656"/>
                    <a:pt x="4053" y="2656"/>
                  </a:cubicBezTo>
                  <a:cubicBezTo>
                    <a:pt x="2805" y="2656"/>
                    <a:pt x="2450" y="405"/>
                    <a:pt x="697" y="405"/>
                  </a:cubicBezTo>
                  <a:cubicBezTo>
                    <a:pt x="683" y="405"/>
                    <a:pt x="670" y="405"/>
                    <a:pt x="656" y="406"/>
                  </a:cubicBezTo>
                  <a:cubicBezTo>
                    <a:pt x="656" y="406"/>
                    <a:pt x="1" y="8049"/>
                    <a:pt x="6752" y="8049"/>
                  </a:cubicBezTo>
                  <a:cubicBezTo>
                    <a:pt x="13776" y="8049"/>
                    <a:pt x="11788" y="1"/>
                    <a:pt x="117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6254798" y="1751200"/>
              <a:ext cx="65701" cy="43509"/>
            </a:xfrm>
            <a:custGeom>
              <a:avLst/>
              <a:gdLst/>
              <a:ahLst/>
              <a:cxnLst/>
              <a:rect l="l" t="t" r="r" b="b"/>
              <a:pathLst>
                <a:path w="977" h="647" extrusionOk="0">
                  <a:moveTo>
                    <a:pt x="50" y="1"/>
                  </a:moveTo>
                  <a:cubicBezTo>
                    <a:pt x="45" y="1"/>
                    <a:pt x="40" y="2"/>
                    <a:pt x="36" y="4"/>
                  </a:cubicBezTo>
                  <a:cubicBezTo>
                    <a:pt x="12" y="4"/>
                    <a:pt x="0" y="28"/>
                    <a:pt x="0" y="52"/>
                  </a:cubicBezTo>
                  <a:cubicBezTo>
                    <a:pt x="0" y="52"/>
                    <a:pt x="84" y="647"/>
                    <a:pt x="798" y="647"/>
                  </a:cubicBezTo>
                  <a:cubicBezTo>
                    <a:pt x="846" y="647"/>
                    <a:pt x="893" y="647"/>
                    <a:pt x="941" y="635"/>
                  </a:cubicBezTo>
                  <a:cubicBezTo>
                    <a:pt x="965" y="635"/>
                    <a:pt x="977" y="611"/>
                    <a:pt x="977" y="587"/>
                  </a:cubicBezTo>
                  <a:cubicBezTo>
                    <a:pt x="977" y="564"/>
                    <a:pt x="953" y="552"/>
                    <a:pt x="929" y="552"/>
                  </a:cubicBezTo>
                  <a:cubicBezTo>
                    <a:pt x="884" y="556"/>
                    <a:pt x="842" y="558"/>
                    <a:pt x="801" y="558"/>
                  </a:cubicBezTo>
                  <a:cubicBezTo>
                    <a:pt x="169" y="558"/>
                    <a:pt x="96" y="62"/>
                    <a:pt x="96" y="40"/>
                  </a:cubicBezTo>
                  <a:cubicBezTo>
                    <a:pt x="96" y="20"/>
                    <a:pt x="72" y="1"/>
                    <a:pt x="50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5989775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2051" y="0"/>
                  </a:moveTo>
                  <a:cubicBezTo>
                    <a:pt x="1822" y="0"/>
                    <a:pt x="1488" y="100"/>
                    <a:pt x="989" y="362"/>
                  </a:cubicBezTo>
                  <a:cubicBezTo>
                    <a:pt x="0" y="874"/>
                    <a:pt x="465" y="1291"/>
                    <a:pt x="465" y="1291"/>
                  </a:cubicBezTo>
                  <a:cubicBezTo>
                    <a:pt x="557" y="1378"/>
                    <a:pt x="676" y="1419"/>
                    <a:pt x="824" y="1419"/>
                  </a:cubicBezTo>
                  <a:cubicBezTo>
                    <a:pt x="1077" y="1419"/>
                    <a:pt x="1413" y="1299"/>
                    <a:pt x="1834" y="1088"/>
                  </a:cubicBezTo>
                  <a:cubicBezTo>
                    <a:pt x="2394" y="803"/>
                    <a:pt x="2620" y="457"/>
                    <a:pt x="2465" y="219"/>
                  </a:cubicBezTo>
                  <a:cubicBezTo>
                    <a:pt x="2389" y="91"/>
                    <a:pt x="2268" y="0"/>
                    <a:pt x="2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6105845" y="1568892"/>
              <a:ext cx="64154" cy="76931"/>
            </a:xfrm>
            <a:custGeom>
              <a:avLst/>
              <a:gdLst/>
              <a:ahLst/>
              <a:cxnLst/>
              <a:rect l="l" t="t" r="r" b="b"/>
              <a:pathLst>
                <a:path w="954" h="1144" extrusionOk="0">
                  <a:moveTo>
                    <a:pt x="477" y="0"/>
                  </a:moveTo>
                  <a:cubicBezTo>
                    <a:pt x="215" y="0"/>
                    <a:pt x="1" y="250"/>
                    <a:pt x="1" y="572"/>
                  </a:cubicBezTo>
                  <a:cubicBezTo>
                    <a:pt x="1" y="893"/>
                    <a:pt x="215" y="1143"/>
                    <a:pt x="477" y="1143"/>
                  </a:cubicBezTo>
                  <a:cubicBezTo>
                    <a:pt x="739" y="1143"/>
                    <a:pt x="953" y="893"/>
                    <a:pt x="953" y="572"/>
                  </a:cubicBezTo>
                  <a:cubicBezTo>
                    <a:pt x="953" y="250"/>
                    <a:pt x="739" y="0"/>
                    <a:pt x="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6415721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568" y="0"/>
                  </a:moveTo>
                  <a:cubicBezTo>
                    <a:pt x="349" y="0"/>
                    <a:pt x="225" y="91"/>
                    <a:pt x="143" y="219"/>
                  </a:cubicBezTo>
                  <a:cubicBezTo>
                    <a:pt x="1" y="457"/>
                    <a:pt x="227" y="803"/>
                    <a:pt x="786" y="1088"/>
                  </a:cubicBezTo>
                  <a:cubicBezTo>
                    <a:pt x="1208" y="1299"/>
                    <a:pt x="1539" y="1419"/>
                    <a:pt x="1791" y="1419"/>
                  </a:cubicBezTo>
                  <a:cubicBezTo>
                    <a:pt x="1938" y="1419"/>
                    <a:pt x="2059" y="1378"/>
                    <a:pt x="2156" y="1291"/>
                  </a:cubicBezTo>
                  <a:cubicBezTo>
                    <a:pt x="2156" y="1291"/>
                    <a:pt x="2620" y="874"/>
                    <a:pt x="1632" y="362"/>
                  </a:cubicBezTo>
                  <a:cubicBezTo>
                    <a:pt x="1132" y="100"/>
                    <a:pt x="798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6418949" y="1580123"/>
              <a:ext cx="63280" cy="76931"/>
            </a:xfrm>
            <a:custGeom>
              <a:avLst/>
              <a:gdLst/>
              <a:ahLst/>
              <a:cxnLst/>
              <a:rect l="l" t="t" r="r" b="b"/>
              <a:pathLst>
                <a:path w="941" h="1144" extrusionOk="0">
                  <a:moveTo>
                    <a:pt x="464" y="0"/>
                  </a:moveTo>
                  <a:cubicBezTo>
                    <a:pt x="214" y="0"/>
                    <a:pt x="0" y="250"/>
                    <a:pt x="0" y="572"/>
                  </a:cubicBezTo>
                  <a:cubicBezTo>
                    <a:pt x="0" y="893"/>
                    <a:pt x="214" y="1143"/>
                    <a:pt x="464" y="1143"/>
                  </a:cubicBezTo>
                  <a:cubicBezTo>
                    <a:pt x="726" y="1143"/>
                    <a:pt x="941" y="893"/>
                    <a:pt x="941" y="572"/>
                  </a:cubicBezTo>
                  <a:cubicBezTo>
                    <a:pt x="941" y="250"/>
                    <a:pt x="726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5751316" y="1580795"/>
              <a:ext cx="216873" cy="246664"/>
            </a:xfrm>
            <a:custGeom>
              <a:avLst/>
              <a:gdLst/>
              <a:ahLst/>
              <a:cxnLst/>
              <a:rect l="l" t="t" r="r" b="b"/>
              <a:pathLst>
                <a:path w="3225" h="3668" extrusionOk="0">
                  <a:moveTo>
                    <a:pt x="1588" y="0"/>
                  </a:moveTo>
                  <a:cubicBezTo>
                    <a:pt x="932" y="0"/>
                    <a:pt x="132" y="284"/>
                    <a:pt x="70" y="1645"/>
                  </a:cubicBezTo>
                  <a:cubicBezTo>
                    <a:pt x="1" y="2999"/>
                    <a:pt x="993" y="3667"/>
                    <a:pt x="1871" y="3667"/>
                  </a:cubicBezTo>
                  <a:cubicBezTo>
                    <a:pt x="2507" y="3667"/>
                    <a:pt x="3083" y="3317"/>
                    <a:pt x="3153" y="2621"/>
                  </a:cubicBezTo>
                  <a:cubicBezTo>
                    <a:pt x="3225" y="1978"/>
                    <a:pt x="2451" y="145"/>
                    <a:pt x="2451" y="145"/>
                  </a:cubicBezTo>
                  <a:cubicBezTo>
                    <a:pt x="2451" y="145"/>
                    <a:pt x="2056" y="0"/>
                    <a:pt x="1588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5779963" y="1629953"/>
              <a:ext cx="169060" cy="135974"/>
            </a:xfrm>
            <a:custGeom>
              <a:avLst/>
              <a:gdLst/>
              <a:ahLst/>
              <a:cxnLst/>
              <a:rect l="l" t="t" r="r" b="b"/>
              <a:pathLst>
                <a:path w="2514" h="2022" extrusionOk="0">
                  <a:moveTo>
                    <a:pt x="985" y="1"/>
                  </a:moveTo>
                  <a:cubicBezTo>
                    <a:pt x="919" y="1"/>
                    <a:pt x="852" y="7"/>
                    <a:pt x="787" y="21"/>
                  </a:cubicBezTo>
                  <a:cubicBezTo>
                    <a:pt x="299" y="128"/>
                    <a:pt x="25" y="569"/>
                    <a:pt x="13" y="593"/>
                  </a:cubicBezTo>
                  <a:cubicBezTo>
                    <a:pt x="1" y="616"/>
                    <a:pt x="1" y="640"/>
                    <a:pt x="25" y="652"/>
                  </a:cubicBezTo>
                  <a:cubicBezTo>
                    <a:pt x="34" y="661"/>
                    <a:pt x="43" y="665"/>
                    <a:pt x="51" y="665"/>
                  </a:cubicBezTo>
                  <a:cubicBezTo>
                    <a:pt x="65" y="665"/>
                    <a:pt x="77" y="655"/>
                    <a:pt x="84" y="640"/>
                  </a:cubicBezTo>
                  <a:cubicBezTo>
                    <a:pt x="96" y="640"/>
                    <a:pt x="358" y="212"/>
                    <a:pt x="811" y="116"/>
                  </a:cubicBezTo>
                  <a:cubicBezTo>
                    <a:pt x="875" y="102"/>
                    <a:pt x="941" y="94"/>
                    <a:pt x="1007" y="94"/>
                  </a:cubicBezTo>
                  <a:cubicBezTo>
                    <a:pt x="1208" y="94"/>
                    <a:pt x="1414" y="163"/>
                    <a:pt x="1620" y="307"/>
                  </a:cubicBezTo>
                  <a:cubicBezTo>
                    <a:pt x="2394" y="819"/>
                    <a:pt x="1894" y="1938"/>
                    <a:pt x="1894" y="1950"/>
                  </a:cubicBezTo>
                  <a:cubicBezTo>
                    <a:pt x="1882" y="1974"/>
                    <a:pt x="1894" y="2009"/>
                    <a:pt x="1918" y="2021"/>
                  </a:cubicBezTo>
                  <a:lnTo>
                    <a:pt x="1942" y="2021"/>
                  </a:lnTo>
                  <a:cubicBezTo>
                    <a:pt x="1954" y="2021"/>
                    <a:pt x="1965" y="2009"/>
                    <a:pt x="1977" y="1998"/>
                  </a:cubicBezTo>
                  <a:cubicBezTo>
                    <a:pt x="1989" y="1986"/>
                    <a:pt x="2513" y="795"/>
                    <a:pt x="1668" y="224"/>
                  </a:cubicBezTo>
                  <a:cubicBezTo>
                    <a:pt x="1439" y="77"/>
                    <a:pt x="1209" y="1"/>
                    <a:pt x="98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5829659" y="1681734"/>
              <a:ext cx="94550" cy="22931"/>
            </a:xfrm>
            <a:custGeom>
              <a:avLst/>
              <a:gdLst/>
              <a:ahLst/>
              <a:cxnLst/>
              <a:rect l="l" t="t" r="r" b="b"/>
              <a:pathLst>
                <a:path w="1406" h="341" extrusionOk="0">
                  <a:moveTo>
                    <a:pt x="771" y="1"/>
                  </a:moveTo>
                  <a:cubicBezTo>
                    <a:pt x="368" y="1"/>
                    <a:pt x="24" y="251"/>
                    <a:pt x="24" y="251"/>
                  </a:cubicBezTo>
                  <a:cubicBezTo>
                    <a:pt x="0" y="275"/>
                    <a:pt x="0" y="299"/>
                    <a:pt x="12" y="323"/>
                  </a:cubicBezTo>
                  <a:cubicBezTo>
                    <a:pt x="24" y="335"/>
                    <a:pt x="36" y="335"/>
                    <a:pt x="48" y="335"/>
                  </a:cubicBezTo>
                  <a:cubicBezTo>
                    <a:pt x="60" y="335"/>
                    <a:pt x="72" y="335"/>
                    <a:pt x="72" y="323"/>
                  </a:cubicBezTo>
                  <a:cubicBezTo>
                    <a:pt x="80" y="323"/>
                    <a:pt x="400" y="90"/>
                    <a:pt x="767" y="90"/>
                  </a:cubicBezTo>
                  <a:cubicBezTo>
                    <a:pt x="951" y="90"/>
                    <a:pt x="1147" y="148"/>
                    <a:pt x="1322" y="323"/>
                  </a:cubicBezTo>
                  <a:cubicBezTo>
                    <a:pt x="1334" y="335"/>
                    <a:pt x="1346" y="341"/>
                    <a:pt x="1357" y="341"/>
                  </a:cubicBezTo>
                  <a:cubicBezTo>
                    <a:pt x="1369" y="341"/>
                    <a:pt x="1381" y="335"/>
                    <a:pt x="1393" y="323"/>
                  </a:cubicBezTo>
                  <a:cubicBezTo>
                    <a:pt x="1405" y="311"/>
                    <a:pt x="1405" y="275"/>
                    <a:pt x="1393" y="263"/>
                  </a:cubicBezTo>
                  <a:cubicBezTo>
                    <a:pt x="1196" y="66"/>
                    <a:pt x="976" y="1"/>
                    <a:pt x="771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6241147" y="1367890"/>
              <a:ext cx="128981" cy="322788"/>
            </a:xfrm>
            <a:custGeom>
              <a:avLst/>
              <a:gdLst/>
              <a:ahLst/>
              <a:cxnLst/>
              <a:rect l="l" t="t" r="r" b="b"/>
              <a:pathLst>
                <a:path w="1918" h="4800" extrusionOk="0">
                  <a:moveTo>
                    <a:pt x="263" y="1"/>
                  </a:moveTo>
                  <a:cubicBezTo>
                    <a:pt x="227" y="1"/>
                    <a:pt x="203" y="13"/>
                    <a:pt x="203" y="49"/>
                  </a:cubicBezTo>
                  <a:cubicBezTo>
                    <a:pt x="191" y="346"/>
                    <a:pt x="1" y="3025"/>
                    <a:pt x="215" y="3359"/>
                  </a:cubicBezTo>
                  <a:cubicBezTo>
                    <a:pt x="282" y="3466"/>
                    <a:pt x="392" y="3559"/>
                    <a:pt x="579" y="3559"/>
                  </a:cubicBezTo>
                  <a:cubicBezTo>
                    <a:pt x="723" y="3559"/>
                    <a:pt x="914" y="3504"/>
                    <a:pt x="1168" y="3359"/>
                  </a:cubicBezTo>
                  <a:cubicBezTo>
                    <a:pt x="1168" y="3359"/>
                    <a:pt x="1180" y="3347"/>
                    <a:pt x="1192" y="3347"/>
                  </a:cubicBezTo>
                  <a:cubicBezTo>
                    <a:pt x="1261" y="3309"/>
                    <a:pt x="1329" y="3291"/>
                    <a:pt x="1391" y="3291"/>
                  </a:cubicBezTo>
                  <a:cubicBezTo>
                    <a:pt x="1468" y="3291"/>
                    <a:pt x="1537" y="3318"/>
                    <a:pt x="1596" y="3370"/>
                  </a:cubicBezTo>
                  <a:cubicBezTo>
                    <a:pt x="1775" y="3549"/>
                    <a:pt x="1811" y="3942"/>
                    <a:pt x="1680" y="4204"/>
                  </a:cubicBezTo>
                  <a:cubicBezTo>
                    <a:pt x="1513" y="4537"/>
                    <a:pt x="1144" y="4704"/>
                    <a:pt x="1144" y="4716"/>
                  </a:cubicBezTo>
                  <a:cubicBezTo>
                    <a:pt x="1120" y="4728"/>
                    <a:pt x="1108" y="4752"/>
                    <a:pt x="1120" y="4775"/>
                  </a:cubicBezTo>
                  <a:cubicBezTo>
                    <a:pt x="1120" y="4787"/>
                    <a:pt x="1144" y="4799"/>
                    <a:pt x="1156" y="4799"/>
                  </a:cubicBezTo>
                  <a:lnTo>
                    <a:pt x="1180" y="4799"/>
                  </a:lnTo>
                  <a:cubicBezTo>
                    <a:pt x="1192" y="4787"/>
                    <a:pt x="1584" y="4609"/>
                    <a:pt x="1763" y="4240"/>
                  </a:cubicBezTo>
                  <a:cubicBezTo>
                    <a:pt x="1918" y="3942"/>
                    <a:pt x="1870" y="3501"/>
                    <a:pt x="1668" y="3311"/>
                  </a:cubicBezTo>
                  <a:cubicBezTo>
                    <a:pt x="1593" y="3236"/>
                    <a:pt x="1498" y="3196"/>
                    <a:pt x="1392" y="3196"/>
                  </a:cubicBezTo>
                  <a:cubicBezTo>
                    <a:pt x="1314" y="3196"/>
                    <a:pt x="1230" y="3218"/>
                    <a:pt x="1144" y="3263"/>
                  </a:cubicBezTo>
                  <a:cubicBezTo>
                    <a:pt x="1144" y="3263"/>
                    <a:pt x="1132" y="3275"/>
                    <a:pt x="1120" y="3287"/>
                  </a:cubicBezTo>
                  <a:cubicBezTo>
                    <a:pt x="906" y="3409"/>
                    <a:pt x="730" y="3469"/>
                    <a:pt x="591" y="3469"/>
                  </a:cubicBezTo>
                  <a:cubicBezTo>
                    <a:pt x="460" y="3469"/>
                    <a:pt x="362" y="3415"/>
                    <a:pt x="299" y="3311"/>
                  </a:cubicBezTo>
                  <a:cubicBezTo>
                    <a:pt x="132" y="3049"/>
                    <a:pt x="239" y="870"/>
                    <a:pt x="299" y="49"/>
                  </a:cubicBezTo>
                  <a:cubicBezTo>
                    <a:pt x="299" y="25"/>
                    <a:pt x="287" y="1"/>
                    <a:pt x="26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5747146" y="1451949"/>
              <a:ext cx="913625" cy="303622"/>
            </a:xfrm>
            <a:custGeom>
              <a:avLst/>
              <a:gdLst/>
              <a:ahLst/>
              <a:cxnLst/>
              <a:rect l="l" t="t" r="r" b="b"/>
              <a:pathLst>
                <a:path w="13586" h="4515" extrusionOk="0">
                  <a:moveTo>
                    <a:pt x="5412" y="119"/>
                  </a:moveTo>
                  <a:cubicBezTo>
                    <a:pt x="5434" y="119"/>
                    <a:pt x="5456" y="120"/>
                    <a:pt x="5478" y="120"/>
                  </a:cubicBezTo>
                  <a:cubicBezTo>
                    <a:pt x="6609" y="144"/>
                    <a:pt x="7514" y="1097"/>
                    <a:pt x="7478" y="2228"/>
                  </a:cubicBezTo>
                  <a:cubicBezTo>
                    <a:pt x="7455" y="3349"/>
                    <a:pt x="6538" y="4241"/>
                    <a:pt x="5435" y="4241"/>
                  </a:cubicBezTo>
                  <a:cubicBezTo>
                    <a:pt x="5414" y="4241"/>
                    <a:pt x="5392" y="4240"/>
                    <a:pt x="5371" y="4240"/>
                  </a:cubicBezTo>
                  <a:cubicBezTo>
                    <a:pt x="4228" y="4204"/>
                    <a:pt x="3323" y="3263"/>
                    <a:pt x="3358" y="2120"/>
                  </a:cubicBezTo>
                  <a:cubicBezTo>
                    <a:pt x="3382" y="1011"/>
                    <a:pt x="4299" y="119"/>
                    <a:pt x="5412" y="119"/>
                  </a:cubicBezTo>
                  <a:close/>
                  <a:moveTo>
                    <a:pt x="11387" y="263"/>
                  </a:moveTo>
                  <a:cubicBezTo>
                    <a:pt x="11401" y="263"/>
                    <a:pt x="11416" y="263"/>
                    <a:pt x="11431" y="263"/>
                  </a:cubicBezTo>
                  <a:cubicBezTo>
                    <a:pt x="12562" y="299"/>
                    <a:pt x="13467" y="1251"/>
                    <a:pt x="13443" y="2382"/>
                  </a:cubicBezTo>
                  <a:cubicBezTo>
                    <a:pt x="13408" y="3504"/>
                    <a:pt x="12491" y="4396"/>
                    <a:pt x="11388" y="4396"/>
                  </a:cubicBezTo>
                  <a:cubicBezTo>
                    <a:pt x="11367" y="4396"/>
                    <a:pt x="11345" y="4395"/>
                    <a:pt x="11324" y="4395"/>
                  </a:cubicBezTo>
                  <a:cubicBezTo>
                    <a:pt x="10181" y="4359"/>
                    <a:pt x="9276" y="3418"/>
                    <a:pt x="9311" y="2275"/>
                  </a:cubicBezTo>
                  <a:cubicBezTo>
                    <a:pt x="9347" y="1159"/>
                    <a:pt x="10264" y="263"/>
                    <a:pt x="11387" y="263"/>
                  </a:cubicBezTo>
                  <a:close/>
                  <a:moveTo>
                    <a:pt x="5411" y="0"/>
                  </a:moveTo>
                  <a:cubicBezTo>
                    <a:pt x="4250" y="0"/>
                    <a:pt x="3298" y="916"/>
                    <a:pt x="3239" y="2061"/>
                  </a:cubicBezTo>
                  <a:lnTo>
                    <a:pt x="632" y="2001"/>
                  </a:lnTo>
                  <a:cubicBezTo>
                    <a:pt x="620" y="2001"/>
                    <a:pt x="620" y="2001"/>
                    <a:pt x="608" y="2013"/>
                  </a:cubicBezTo>
                  <a:cubicBezTo>
                    <a:pt x="584" y="2013"/>
                    <a:pt x="37" y="2216"/>
                    <a:pt x="1" y="2740"/>
                  </a:cubicBezTo>
                  <a:cubicBezTo>
                    <a:pt x="1" y="2763"/>
                    <a:pt x="25" y="2799"/>
                    <a:pt x="48" y="2799"/>
                  </a:cubicBezTo>
                  <a:lnTo>
                    <a:pt x="60" y="2799"/>
                  </a:lnTo>
                  <a:cubicBezTo>
                    <a:pt x="84" y="2799"/>
                    <a:pt x="108" y="2775"/>
                    <a:pt x="120" y="2740"/>
                  </a:cubicBezTo>
                  <a:cubicBezTo>
                    <a:pt x="144" y="2335"/>
                    <a:pt x="572" y="2144"/>
                    <a:pt x="632" y="2120"/>
                  </a:cubicBezTo>
                  <a:lnTo>
                    <a:pt x="3239" y="2180"/>
                  </a:lnTo>
                  <a:cubicBezTo>
                    <a:pt x="3239" y="3359"/>
                    <a:pt x="4180" y="4323"/>
                    <a:pt x="5359" y="4359"/>
                  </a:cubicBezTo>
                  <a:cubicBezTo>
                    <a:pt x="5373" y="4359"/>
                    <a:pt x="5388" y="4359"/>
                    <a:pt x="5403" y="4359"/>
                  </a:cubicBezTo>
                  <a:cubicBezTo>
                    <a:pt x="6585" y="4359"/>
                    <a:pt x="7562" y="3415"/>
                    <a:pt x="7597" y="2228"/>
                  </a:cubicBezTo>
                  <a:cubicBezTo>
                    <a:pt x="7597" y="2144"/>
                    <a:pt x="7597" y="2049"/>
                    <a:pt x="7585" y="1966"/>
                  </a:cubicBezTo>
                  <a:cubicBezTo>
                    <a:pt x="7679" y="1915"/>
                    <a:pt x="7990" y="1782"/>
                    <a:pt x="8382" y="1782"/>
                  </a:cubicBezTo>
                  <a:cubicBezTo>
                    <a:pt x="8638" y="1782"/>
                    <a:pt x="8929" y="1839"/>
                    <a:pt x="9216" y="2013"/>
                  </a:cubicBezTo>
                  <a:cubicBezTo>
                    <a:pt x="9204" y="2097"/>
                    <a:pt x="9192" y="2180"/>
                    <a:pt x="9192" y="2275"/>
                  </a:cubicBezTo>
                  <a:cubicBezTo>
                    <a:pt x="9157" y="3478"/>
                    <a:pt x="10121" y="4478"/>
                    <a:pt x="11312" y="4514"/>
                  </a:cubicBezTo>
                  <a:cubicBezTo>
                    <a:pt x="11326" y="4514"/>
                    <a:pt x="11341" y="4514"/>
                    <a:pt x="11356" y="4514"/>
                  </a:cubicBezTo>
                  <a:cubicBezTo>
                    <a:pt x="12539" y="4514"/>
                    <a:pt x="13515" y="3570"/>
                    <a:pt x="13550" y="2382"/>
                  </a:cubicBezTo>
                  <a:cubicBezTo>
                    <a:pt x="13586" y="1192"/>
                    <a:pt x="12633" y="180"/>
                    <a:pt x="11431" y="156"/>
                  </a:cubicBezTo>
                  <a:cubicBezTo>
                    <a:pt x="11407" y="155"/>
                    <a:pt x="11383" y="155"/>
                    <a:pt x="11359" y="155"/>
                  </a:cubicBezTo>
                  <a:cubicBezTo>
                    <a:pt x="10319" y="155"/>
                    <a:pt x="9450" y="905"/>
                    <a:pt x="9240" y="1894"/>
                  </a:cubicBezTo>
                  <a:cubicBezTo>
                    <a:pt x="8945" y="1727"/>
                    <a:pt x="8648" y="1672"/>
                    <a:pt x="8385" y="1672"/>
                  </a:cubicBezTo>
                  <a:cubicBezTo>
                    <a:pt x="8011" y="1672"/>
                    <a:pt x="7706" y="1784"/>
                    <a:pt x="7573" y="1847"/>
                  </a:cubicBezTo>
                  <a:cubicBezTo>
                    <a:pt x="7418" y="823"/>
                    <a:pt x="6549" y="25"/>
                    <a:pt x="5478" y="1"/>
                  </a:cubicBezTo>
                  <a:cubicBezTo>
                    <a:pt x="5455" y="0"/>
                    <a:pt x="5433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6081837" y="1265472"/>
              <a:ext cx="418010" cy="30463"/>
            </a:xfrm>
            <a:custGeom>
              <a:avLst/>
              <a:gdLst/>
              <a:ahLst/>
              <a:cxnLst/>
              <a:rect l="l" t="t" r="r" b="b"/>
              <a:pathLst>
                <a:path w="6216" h="453" extrusionOk="0">
                  <a:moveTo>
                    <a:pt x="2978" y="1"/>
                  </a:moveTo>
                  <a:cubicBezTo>
                    <a:pt x="1986" y="1"/>
                    <a:pt x="993" y="111"/>
                    <a:pt x="24" y="333"/>
                  </a:cubicBezTo>
                  <a:cubicBezTo>
                    <a:pt x="1" y="333"/>
                    <a:pt x="1" y="345"/>
                    <a:pt x="1" y="369"/>
                  </a:cubicBezTo>
                  <a:cubicBezTo>
                    <a:pt x="1" y="381"/>
                    <a:pt x="24" y="393"/>
                    <a:pt x="36" y="393"/>
                  </a:cubicBezTo>
                  <a:cubicBezTo>
                    <a:pt x="999" y="171"/>
                    <a:pt x="1986" y="60"/>
                    <a:pt x="2974" y="60"/>
                  </a:cubicBezTo>
                  <a:cubicBezTo>
                    <a:pt x="4052" y="60"/>
                    <a:pt x="5130" y="192"/>
                    <a:pt x="6180" y="452"/>
                  </a:cubicBezTo>
                  <a:cubicBezTo>
                    <a:pt x="6192" y="452"/>
                    <a:pt x="6204" y="441"/>
                    <a:pt x="6204" y="429"/>
                  </a:cubicBezTo>
                  <a:cubicBezTo>
                    <a:pt x="6216" y="417"/>
                    <a:pt x="6204" y="393"/>
                    <a:pt x="6192" y="393"/>
                  </a:cubicBezTo>
                  <a:cubicBezTo>
                    <a:pt x="5142" y="132"/>
                    <a:pt x="4060" y="1"/>
                    <a:pt x="2978" y="1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6118689" y="1163659"/>
              <a:ext cx="343567" cy="44989"/>
            </a:xfrm>
            <a:custGeom>
              <a:avLst/>
              <a:gdLst/>
              <a:ahLst/>
              <a:cxnLst/>
              <a:rect l="l" t="t" r="r" b="b"/>
              <a:pathLst>
                <a:path w="5109" h="669" extrusionOk="0">
                  <a:moveTo>
                    <a:pt x="2030" y="0"/>
                  </a:moveTo>
                  <a:cubicBezTo>
                    <a:pt x="1356" y="0"/>
                    <a:pt x="681" y="84"/>
                    <a:pt x="24" y="252"/>
                  </a:cubicBezTo>
                  <a:cubicBezTo>
                    <a:pt x="12" y="252"/>
                    <a:pt x="0" y="276"/>
                    <a:pt x="12" y="288"/>
                  </a:cubicBezTo>
                  <a:cubicBezTo>
                    <a:pt x="12" y="300"/>
                    <a:pt x="24" y="311"/>
                    <a:pt x="48" y="311"/>
                  </a:cubicBezTo>
                  <a:cubicBezTo>
                    <a:pt x="698" y="143"/>
                    <a:pt x="1369" y="59"/>
                    <a:pt x="2039" y="59"/>
                  </a:cubicBezTo>
                  <a:cubicBezTo>
                    <a:pt x="3075" y="59"/>
                    <a:pt x="4111" y="259"/>
                    <a:pt x="5072" y="657"/>
                  </a:cubicBezTo>
                  <a:cubicBezTo>
                    <a:pt x="5072" y="669"/>
                    <a:pt x="5072" y="669"/>
                    <a:pt x="5084" y="669"/>
                  </a:cubicBezTo>
                  <a:cubicBezTo>
                    <a:pt x="5096" y="669"/>
                    <a:pt x="5108" y="657"/>
                    <a:pt x="5108" y="645"/>
                  </a:cubicBezTo>
                  <a:cubicBezTo>
                    <a:pt x="5108" y="633"/>
                    <a:pt x="5108" y="609"/>
                    <a:pt x="5096" y="609"/>
                  </a:cubicBezTo>
                  <a:cubicBezTo>
                    <a:pt x="4125" y="203"/>
                    <a:pt x="3079" y="0"/>
                    <a:pt x="2030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6357283" y="4131829"/>
              <a:ext cx="582162" cy="463739"/>
            </a:xfrm>
            <a:custGeom>
              <a:avLst/>
              <a:gdLst/>
              <a:ahLst/>
              <a:cxnLst/>
              <a:rect l="l" t="t" r="r" b="b"/>
              <a:pathLst>
                <a:path w="8657" h="6896" extrusionOk="0">
                  <a:moveTo>
                    <a:pt x="4965" y="0"/>
                  </a:moveTo>
                  <a:cubicBezTo>
                    <a:pt x="4965" y="0"/>
                    <a:pt x="3765" y="410"/>
                    <a:pt x="2197" y="410"/>
                  </a:cubicBezTo>
                  <a:cubicBezTo>
                    <a:pt x="1512" y="410"/>
                    <a:pt x="757" y="332"/>
                    <a:pt x="0" y="107"/>
                  </a:cubicBezTo>
                  <a:lnTo>
                    <a:pt x="0" y="107"/>
                  </a:lnTo>
                  <a:cubicBezTo>
                    <a:pt x="0" y="108"/>
                    <a:pt x="286" y="5287"/>
                    <a:pt x="584" y="6001"/>
                  </a:cubicBezTo>
                  <a:cubicBezTo>
                    <a:pt x="584" y="6001"/>
                    <a:pt x="2084" y="6692"/>
                    <a:pt x="5918" y="6882"/>
                  </a:cubicBezTo>
                  <a:cubicBezTo>
                    <a:pt x="6119" y="6892"/>
                    <a:pt x="6307" y="6896"/>
                    <a:pt x="6483" y="6896"/>
                  </a:cubicBezTo>
                  <a:cubicBezTo>
                    <a:pt x="8068" y="6896"/>
                    <a:pt x="8656" y="6549"/>
                    <a:pt x="8656" y="6549"/>
                  </a:cubicBezTo>
                  <a:cubicBezTo>
                    <a:pt x="8656" y="6549"/>
                    <a:pt x="8632" y="5775"/>
                    <a:pt x="7251" y="5001"/>
                  </a:cubicBezTo>
                  <a:cubicBezTo>
                    <a:pt x="6763" y="4727"/>
                    <a:pt x="5025" y="4215"/>
                    <a:pt x="5025" y="4215"/>
                  </a:cubicBezTo>
                  <a:lnTo>
                    <a:pt x="4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5575800" y="4126987"/>
              <a:ext cx="586196" cy="468581"/>
            </a:xfrm>
            <a:custGeom>
              <a:avLst/>
              <a:gdLst/>
              <a:ahLst/>
              <a:cxnLst/>
              <a:rect l="l" t="t" r="r" b="b"/>
              <a:pathLst>
                <a:path w="8717" h="6968" extrusionOk="0">
                  <a:moveTo>
                    <a:pt x="3382" y="1"/>
                  </a:moveTo>
                  <a:lnTo>
                    <a:pt x="3358" y="4251"/>
                  </a:lnTo>
                  <a:cubicBezTo>
                    <a:pt x="3358" y="4251"/>
                    <a:pt x="1894" y="4799"/>
                    <a:pt x="1406" y="5073"/>
                  </a:cubicBezTo>
                  <a:cubicBezTo>
                    <a:pt x="25" y="5847"/>
                    <a:pt x="1" y="6609"/>
                    <a:pt x="1" y="6609"/>
                  </a:cubicBezTo>
                  <a:cubicBezTo>
                    <a:pt x="1" y="6609"/>
                    <a:pt x="592" y="6968"/>
                    <a:pt x="2187" y="6968"/>
                  </a:cubicBezTo>
                  <a:cubicBezTo>
                    <a:pt x="2359" y="6968"/>
                    <a:pt x="2543" y="6963"/>
                    <a:pt x="2739" y="6954"/>
                  </a:cubicBezTo>
                  <a:cubicBezTo>
                    <a:pt x="6573" y="6764"/>
                    <a:pt x="8061" y="6073"/>
                    <a:pt x="8061" y="6073"/>
                  </a:cubicBezTo>
                  <a:cubicBezTo>
                    <a:pt x="8371" y="5359"/>
                    <a:pt x="8716" y="168"/>
                    <a:pt x="8716" y="168"/>
                  </a:cubicBezTo>
                  <a:lnTo>
                    <a:pt x="8716" y="168"/>
                  </a:lnTo>
                  <a:cubicBezTo>
                    <a:pt x="7990" y="385"/>
                    <a:pt x="7236" y="463"/>
                    <a:pt x="6532" y="463"/>
                  </a:cubicBezTo>
                  <a:cubicBezTo>
                    <a:pt x="4809" y="463"/>
                    <a:pt x="3382" y="1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5795228" y="2978871"/>
              <a:ext cx="910397" cy="1447637"/>
            </a:xfrm>
            <a:custGeom>
              <a:avLst/>
              <a:gdLst/>
              <a:ahLst/>
              <a:cxnLst/>
              <a:rect l="l" t="t" r="r" b="b"/>
              <a:pathLst>
                <a:path w="13538" h="21527" extrusionOk="0">
                  <a:moveTo>
                    <a:pt x="167" y="0"/>
                  </a:moveTo>
                  <a:cubicBezTo>
                    <a:pt x="0" y="6382"/>
                    <a:pt x="12" y="16371"/>
                    <a:pt x="72" y="21324"/>
                  </a:cubicBezTo>
                  <a:lnTo>
                    <a:pt x="5048" y="21467"/>
                  </a:lnTo>
                  <a:lnTo>
                    <a:pt x="7096" y="6025"/>
                  </a:lnTo>
                  <a:lnTo>
                    <a:pt x="8680" y="21527"/>
                  </a:lnTo>
                  <a:lnTo>
                    <a:pt x="13395" y="21396"/>
                  </a:lnTo>
                  <a:lnTo>
                    <a:pt x="13538" y="119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5832013" y="3110138"/>
              <a:ext cx="24142" cy="1291555"/>
            </a:xfrm>
            <a:custGeom>
              <a:avLst/>
              <a:gdLst/>
              <a:ahLst/>
              <a:cxnLst/>
              <a:rect l="l" t="t" r="r" b="b"/>
              <a:pathLst>
                <a:path w="359" h="19206" extrusionOk="0">
                  <a:moveTo>
                    <a:pt x="310" y="1"/>
                  </a:moveTo>
                  <a:cubicBezTo>
                    <a:pt x="287" y="1"/>
                    <a:pt x="263" y="25"/>
                    <a:pt x="263" y="49"/>
                  </a:cubicBezTo>
                  <a:lnTo>
                    <a:pt x="1" y="19206"/>
                  </a:lnTo>
                  <a:lnTo>
                    <a:pt x="96" y="19206"/>
                  </a:lnTo>
                  <a:lnTo>
                    <a:pt x="358" y="49"/>
                  </a:lnTo>
                  <a:cubicBezTo>
                    <a:pt x="358" y="13"/>
                    <a:pt x="334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6334083" y="3385584"/>
              <a:ext cx="92129" cy="1026533"/>
            </a:xfrm>
            <a:custGeom>
              <a:avLst/>
              <a:gdLst/>
              <a:ahLst/>
              <a:cxnLst/>
              <a:rect l="l" t="t" r="r" b="b"/>
              <a:pathLst>
                <a:path w="1370" h="15265" extrusionOk="0">
                  <a:moveTo>
                    <a:pt x="36" y="1"/>
                  </a:moveTo>
                  <a:cubicBezTo>
                    <a:pt x="12" y="1"/>
                    <a:pt x="0" y="24"/>
                    <a:pt x="0" y="48"/>
                  </a:cubicBezTo>
                  <a:lnTo>
                    <a:pt x="1286" y="15264"/>
                  </a:lnTo>
                  <a:lnTo>
                    <a:pt x="1369" y="15264"/>
                  </a:lnTo>
                  <a:lnTo>
                    <a:pt x="83" y="48"/>
                  </a:lnTo>
                  <a:cubicBezTo>
                    <a:pt x="83" y="24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6098649" y="3356465"/>
              <a:ext cx="341954" cy="64423"/>
            </a:xfrm>
            <a:custGeom>
              <a:avLst/>
              <a:gdLst/>
              <a:ahLst/>
              <a:cxnLst/>
              <a:rect l="l" t="t" r="r" b="b"/>
              <a:pathLst>
                <a:path w="5085" h="958" extrusionOk="0">
                  <a:moveTo>
                    <a:pt x="5043" y="1"/>
                  </a:moveTo>
                  <a:cubicBezTo>
                    <a:pt x="5037" y="1"/>
                    <a:pt x="5031" y="2"/>
                    <a:pt x="5025" y="5"/>
                  </a:cubicBezTo>
                  <a:cubicBezTo>
                    <a:pt x="5001" y="5"/>
                    <a:pt x="2096" y="743"/>
                    <a:pt x="36" y="862"/>
                  </a:cubicBezTo>
                  <a:cubicBezTo>
                    <a:pt x="13" y="862"/>
                    <a:pt x="1" y="886"/>
                    <a:pt x="1" y="910"/>
                  </a:cubicBezTo>
                  <a:cubicBezTo>
                    <a:pt x="1" y="946"/>
                    <a:pt x="24" y="958"/>
                    <a:pt x="48" y="958"/>
                  </a:cubicBezTo>
                  <a:cubicBezTo>
                    <a:pt x="2108" y="838"/>
                    <a:pt x="5013" y="100"/>
                    <a:pt x="5049" y="100"/>
                  </a:cubicBezTo>
                  <a:cubicBezTo>
                    <a:pt x="5073" y="88"/>
                    <a:pt x="5085" y="65"/>
                    <a:pt x="5073" y="41"/>
                  </a:cubicBezTo>
                  <a:cubicBezTo>
                    <a:pt x="5073" y="14"/>
                    <a:pt x="5059" y="1"/>
                    <a:pt x="5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6296424" y="3075707"/>
              <a:ext cx="5649" cy="249892"/>
            </a:xfrm>
            <a:custGeom>
              <a:avLst/>
              <a:gdLst/>
              <a:ahLst/>
              <a:cxnLst/>
              <a:rect l="l" t="t" r="r" b="b"/>
              <a:pathLst>
                <a:path w="84" h="3716" extrusionOk="0">
                  <a:moveTo>
                    <a:pt x="36" y="1"/>
                  </a:moveTo>
                  <a:cubicBezTo>
                    <a:pt x="12" y="1"/>
                    <a:pt x="0" y="25"/>
                    <a:pt x="0" y="49"/>
                  </a:cubicBezTo>
                  <a:lnTo>
                    <a:pt x="0" y="3668"/>
                  </a:lnTo>
                  <a:cubicBezTo>
                    <a:pt x="0" y="3692"/>
                    <a:pt x="12" y="3716"/>
                    <a:pt x="36" y="3716"/>
                  </a:cubicBezTo>
                  <a:cubicBezTo>
                    <a:pt x="60" y="3716"/>
                    <a:pt x="84" y="3692"/>
                    <a:pt x="84" y="3668"/>
                  </a:cubicBezTo>
                  <a:lnTo>
                    <a:pt x="84" y="49"/>
                  </a:lnTo>
                  <a:cubicBezTo>
                    <a:pt x="84" y="25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5862476" y="3079742"/>
              <a:ext cx="116136" cy="253052"/>
            </a:xfrm>
            <a:custGeom>
              <a:avLst/>
              <a:gdLst/>
              <a:ahLst/>
              <a:cxnLst/>
              <a:rect l="l" t="t" r="r" b="b"/>
              <a:pathLst>
                <a:path w="1727" h="3763" extrusionOk="0">
                  <a:moveTo>
                    <a:pt x="1655" y="0"/>
                  </a:moveTo>
                  <a:cubicBezTo>
                    <a:pt x="1453" y="1370"/>
                    <a:pt x="881" y="2679"/>
                    <a:pt x="12" y="3680"/>
                  </a:cubicBezTo>
                  <a:cubicBezTo>
                    <a:pt x="0" y="3703"/>
                    <a:pt x="0" y="3727"/>
                    <a:pt x="12" y="3751"/>
                  </a:cubicBezTo>
                  <a:cubicBezTo>
                    <a:pt x="24" y="3751"/>
                    <a:pt x="36" y="3763"/>
                    <a:pt x="48" y="3763"/>
                  </a:cubicBezTo>
                  <a:cubicBezTo>
                    <a:pt x="60" y="3763"/>
                    <a:pt x="72" y="3751"/>
                    <a:pt x="72" y="3751"/>
                  </a:cubicBezTo>
                  <a:cubicBezTo>
                    <a:pt x="941" y="2751"/>
                    <a:pt x="1524" y="1453"/>
                    <a:pt x="1727" y="84"/>
                  </a:cubicBezTo>
                  <a:cubicBezTo>
                    <a:pt x="1703" y="72"/>
                    <a:pt x="1691" y="48"/>
                    <a:pt x="1679" y="24"/>
                  </a:cubicBezTo>
                  <a:cubicBezTo>
                    <a:pt x="1667" y="24"/>
                    <a:pt x="1655" y="12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6591035" y="2999448"/>
              <a:ext cx="97778" cy="286138"/>
            </a:xfrm>
            <a:custGeom>
              <a:avLst/>
              <a:gdLst/>
              <a:ahLst/>
              <a:cxnLst/>
              <a:rect l="l" t="t" r="r" b="b"/>
              <a:pathLst>
                <a:path w="1454" h="4255" extrusionOk="0">
                  <a:moveTo>
                    <a:pt x="202" y="1"/>
                  </a:moveTo>
                  <a:cubicBezTo>
                    <a:pt x="184" y="1"/>
                    <a:pt x="168" y="20"/>
                    <a:pt x="168" y="40"/>
                  </a:cubicBezTo>
                  <a:cubicBezTo>
                    <a:pt x="84" y="706"/>
                    <a:pt x="1" y="1695"/>
                    <a:pt x="275" y="2611"/>
                  </a:cubicBezTo>
                  <a:cubicBezTo>
                    <a:pt x="489" y="3338"/>
                    <a:pt x="906" y="3921"/>
                    <a:pt x="1418" y="4254"/>
                  </a:cubicBezTo>
                  <a:cubicBezTo>
                    <a:pt x="1430" y="4231"/>
                    <a:pt x="1442" y="4195"/>
                    <a:pt x="1454" y="4171"/>
                  </a:cubicBezTo>
                  <a:cubicBezTo>
                    <a:pt x="965" y="3850"/>
                    <a:pt x="561" y="3278"/>
                    <a:pt x="358" y="2588"/>
                  </a:cubicBezTo>
                  <a:cubicBezTo>
                    <a:pt x="96" y="1695"/>
                    <a:pt x="168" y="706"/>
                    <a:pt x="251" y="51"/>
                  </a:cubicBezTo>
                  <a:cubicBezTo>
                    <a:pt x="251" y="28"/>
                    <a:pt x="239" y="4"/>
                    <a:pt x="215" y="4"/>
                  </a:cubicBezTo>
                  <a:cubicBezTo>
                    <a:pt x="211" y="2"/>
                    <a:pt x="207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6237986" y="3022111"/>
              <a:ext cx="64087" cy="291518"/>
            </a:xfrm>
            <a:custGeom>
              <a:avLst/>
              <a:gdLst/>
              <a:ahLst/>
              <a:cxnLst/>
              <a:rect l="l" t="t" r="r" b="b"/>
              <a:pathLst>
                <a:path w="953" h="4335" extrusionOk="0">
                  <a:moveTo>
                    <a:pt x="36" y="0"/>
                  </a:moveTo>
                  <a:cubicBezTo>
                    <a:pt x="12" y="0"/>
                    <a:pt x="0" y="24"/>
                    <a:pt x="0" y="48"/>
                  </a:cubicBezTo>
                  <a:cubicBezTo>
                    <a:pt x="0" y="72"/>
                    <a:pt x="24" y="1762"/>
                    <a:pt x="167" y="3024"/>
                  </a:cubicBezTo>
                  <a:cubicBezTo>
                    <a:pt x="310" y="4310"/>
                    <a:pt x="881" y="4334"/>
                    <a:pt x="905" y="4334"/>
                  </a:cubicBezTo>
                  <a:cubicBezTo>
                    <a:pt x="929" y="4334"/>
                    <a:pt x="953" y="4310"/>
                    <a:pt x="953" y="4275"/>
                  </a:cubicBezTo>
                  <a:cubicBezTo>
                    <a:pt x="953" y="4251"/>
                    <a:pt x="941" y="4227"/>
                    <a:pt x="917" y="4227"/>
                  </a:cubicBezTo>
                  <a:cubicBezTo>
                    <a:pt x="905" y="4227"/>
                    <a:pt x="381" y="4203"/>
                    <a:pt x="250" y="3013"/>
                  </a:cubicBezTo>
                  <a:cubicBezTo>
                    <a:pt x="119" y="1762"/>
                    <a:pt x="84" y="72"/>
                    <a:pt x="84" y="48"/>
                  </a:cubicBezTo>
                  <a:cubicBezTo>
                    <a:pt x="84" y="24"/>
                    <a:pt x="7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6392521" y="4514535"/>
              <a:ext cx="550085" cy="99661"/>
            </a:xfrm>
            <a:custGeom>
              <a:avLst/>
              <a:gdLst/>
              <a:ahLst/>
              <a:cxnLst/>
              <a:rect l="l" t="t" r="r" b="b"/>
              <a:pathLst>
                <a:path w="8180" h="1482" extrusionOk="0">
                  <a:moveTo>
                    <a:pt x="36" y="0"/>
                  </a:moveTo>
                  <a:cubicBezTo>
                    <a:pt x="36" y="191"/>
                    <a:pt x="0" y="393"/>
                    <a:pt x="12" y="620"/>
                  </a:cubicBezTo>
                  <a:cubicBezTo>
                    <a:pt x="12" y="620"/>
                    <a:pt x="1155" y="1108"/>
                    <a:pt x="4227" y="1370"/>
                  </a:cubicBezTo>
                  <a:cubicBezTo>
                    <a:pt x="5172" y="1451"/>
                    <a:pt x="5896" y="1481"/>
                    <a:pt x="6450" y="1481"/>
                  </a:cubicBezTo>
                  <a:cubicBezTo>
                    <a:pt x="7911" y="1481"/>
                    <a:pt x="8180" y="1274"/>
                    <a:pt x="8180" y="1274"/>
                  </a:cubicBezTo>
                  <a:cubicBezTo>
                    <a:pt x="8180" y="1274"/>
                    <a:pt x="8180" y="1108"/>
                    <a:pt x="8132" y="846"/>
                  </a:cubicBezTo>
                  <a:cubicBezTo>
                    <a:pt x="7387" y="925"/>
                    <a:pt x="6676" y="959"/>
                    <a:pt x="6002" y="959"/>
                  </a:cubicBezTo>
                  <a:cubicBezTo>
                    <a:pt x="3326" y="959"/>
                    <a:pt x="1244" y="419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5571832" y="4514535"/>
              <a:ext cx="550892" cy="99661"/>
            </a:xfrm>
            <a:custGeom>
              <a:avLst/>
              <a:gdLst/>
              <a:ahLst/>
              <a:cxnLst/>
              <a:rect l="l" t="t" r="r" b="b"/>
              <a:pathLst>
                <a:path w="8192" h="1482" extrusionOk="0">
                  <a:moveTo>
                    <a:pt x="8156" y="0"/>
                  </a:moveTo>
                  <a:cubicBezTo>
                    <a:pt x="6948" y="419"/>
                    <a:pt x="4866" y="959"/>
                    <a:pt x="2190" y="959"/>
                  </a:cubicBezTo>
                  <a:cubicBezTo>
                    <a:pt x="1516" y="959"/>
                    <a:pt x="805" y="925"/>
                    <a:pt x="60" y="846"/>
                  </a:cubicBezTo>
                  <a:cubicBezTo>
                    <a:pt x="12" y="1108"/>
                    <a:pt x="0" y="1274"/>
                    <a:pt x="0" y="1274"/>
                  </a:cubicBezTo>
                  <a:cubicBezTo>
                    <a:pt x="0" y="1274"/>
                    <a:pt x="276" y="1481"/>
                    <a:pt x="1736" y="1481"/>
                  </a:cubicBezTo>
                  <a:cubicBezTo>
                    <a:pt x="2288" y="1481"/>
                    <a:pt x="3011" y="1451"/>
                    <a:pt x="3953" y="1370"/>
                  </a:cubicBezTo>
                  <a:cubicBezTo>
                    <a:pt x="7037" y="1108"/>
                    <a:pt x="8168" y="620"/>
                    <a:pt x="8168" y="620"/>
                  </a:cubicBezTo>
                  <a:cubicBezTo>
                    <a:pt x="8192" y="393"/>
                    <a:pt x="8156" y="191"/>
                    <a:pt x="8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269958" y="2073518"/>
              <a:ext cx="1482135" cy="1138702"/>
            </a:xfrm>
            <a:custGeom>
              <a:avLst/>
              <a:gdLst/>
              <a:ahLst/>
              <a:cxnLst/>
              <a:rect l="l" t="t" r="r" b="b"/>
              <a:pathLst>
                <a:path w="22040" h="16933" extrusionOk="0">
                  <a:moveTo>
                    <a:pt x="11826" y="0"/>
                  </a:moveTo>
                  <a:cubicBezTo>
                    <a:pt x="10877" y="0"/>
                    <a:pt x="9432" y="336"/>
                    <a:pt x="7859" y="1902"/>
                  </a:cubicBezTo>
                  <a:cubicBezTo>
                    <a:pt x="6930" y="2831"/>
                    <a:pt x="5954" y="4188"/>
                    <a:pt x="5013" y="6165"/>
                  </a:cubicBezTo>
                  <a:cubicBezTo>
                    <a:pt x="5013" y="6165"/>
                    <a:pt x="4323" y="3926"/>
                    <a:pt x="3025" y="2414"/>
                  </a:cubicBezTo>
                  <a:cubicBezTo>
                    <a:pt x="2084" y="2688"/>
                    <a:pt x="941" y="2962"/>
                    <a:pt x="60" y="3450"/>
                  </a:cubicBezTo>
                  <a:cubicBezTo>
                    <a:pt x="1" y="4819"/>
                    <a:pt x="929" y="9499"/>
                    <a:pt x="2513" y="11511"/>
                  </a:cubicBezTo>
                  <a:cubicBezTo>
                    <a:pt x="3492" y="12755"/>
                    <a:pt x="4312" y="13210"/>
                    <a:pt x="5032" y="13210"/>
                  </a:cubicBezTo>
                  <a:cubicBezTo>
                    <a:pt x="5896" y="13210"/>
                    <a:pt x="6617" y="12554"/>
                    <a:pt x="7299" y="11820"/>
                  </a:cubicBezTo>
                  <a:lnTo>
                    <a:pt x="7299" y="11820"/>
                  </a:lnTo>
                  <a:cubicBezTo>
                    <a:pt x="7240" y="12499"/>
                    <a:pt x="7180" y="13225"/>
                    <a:pt x="7109" y="13999"/>
                  </a:cubicBezTo>
                  <a:cubicBezTo>
                    <a:pt x="7002" y="15297"/>
                    <a:pt x="7299" y="16261"/>
                    <a:pt x="8073" y="16523"/>
                  </a:cubicBezTo>
                  <a:cubicBezTo>
                    <a:pt x="8483" y="16656"/>
                    <a:pt x="13698" y="16933"/>
                    <a:pt x="14458" y="16933"/>
                  </a:cubicBezTo>
                  <a:cubicBezTo>
                    <a:pt x="14516" y="16933"/>
                    <a:pt x="14548" y="16931"/>
                    <a:pt x="14550" y="16928"/>
                  </a:cubicBezTo>
                  <a:cubicBezTo>
                    <a:pt x="14555" y="16924"/>
                    <a:pt x="14605" y="16923"/>
                    <a:pt x="14691" y="16923"/>
                  </a:cubicBezTo>
                  <a:cubicBezTo>
                    <a:pt x="14917" y="16923"/>
                    <a:pt x="15395" y="16932"/>
                    <a:pt x="15995" y="16932"/>
                  </a:cubicBezTo>
                  <a:cubicBezTo>
                    <a:pt x="17870" y="16932"/>
                    <a:pt x="20940" y="16835"/>
                    <a:pt x="21253" y="16035"/>
                  </a:cubicBezTo>
                  <a:cubicBezTo>
                    <a:pt x="21265" y="16023"/>
                    <a:pt x="22039" y="14999"/>
                    <a:pt x="21503" y="12808"/>
                  </a:cubicBezTo>
                  <a:cubicBezTo>
                    <a:pt x="21456" y="12582"/>
                    <a:pt x="21456" y="12356"/>
                    <a:pt x="21432" y="12130"/>
                  </a:cubicBezTo>
                  <a:lnTo>
                    <a:pt x="21861" y="2093"/>
                  </a:lnTo>
                  <a:cubicBezTo>
                    <a:pt x="21039" y="1057"/>
                    <a:pt x="19979" y="676"/>
                    <a:pt x="17896" y="319"/>
                  </a:cubicBezTo>
                  <a:cubicBezTo>
                    <a:pt x="17896" y="319"/>
                    <a:pt x="15800" y="795"/>
                    <a:pt x="15288" y="819"/>
                  </a:cubicBezTo>
                  <a:lnTo>
                    <a:pt x="13812" y="819"/>
                  </a:lnTo>
                  <a:cubicBezTo>
                    <a:pt x="13742" y="829"/>
                    <a:pt x="13670" y="834"/>
                    <a:pt x="13597" y="834"/>
                  </a:cubicBezTo>
                  <a:cubicBezTo>
                    <a:pt x="13324" y="834"/>
                    <a:pt x="13037" y="767"/>
                    <a:pt x="12764" y="664"/>
                  </a:cubicBezTo>
                  <a:cubicBezTo>
                    <a:pt x="12895" y="366"/>
                    <a:pt x="12967" y="188"/>
                    <a:pt x="12967" y="188"/>
                  </a:cubicBezTo>
                  <a:cubicBezTo>
                    <a:pt x="12967" y="188"/>
                    <a:pt x="12535" y="0"/>
                    <a:pt x="11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148278" y="2189385"/>
              <a:ext cx="211493" cy="46535"/>
            </a:xfrm>
            <a:custGeom>
              <a:avLst/>
              <a:gdLst/>
              <a:ahLst/>
              <a:cxnLst/>
              <a:rect l="l" t="t" r="r" b="b"/>
              <a:pathLst>
                <a:path w="3145" h="692" extrusionOk="0">
                  <a:moveTo>
                    <a:pt x="3077" y="0"/>
                  </a:moveTo>
                  <a:cubicBezTo>
                    <a:pt x="3067" y="0"/>
                    <a:pt x="3057" y="4"/>
                    <a:pt x="3049" y="13"/>
                  </a:cubicBezTo>
                  <a:cubicBezTo>
                    <a:pt x="2185" y="447"/>
                    <a:pt x="1503" y="567"/>
                    <a:pt x="1013" y="567"/>
                  </a:cubicBezTo>
                  <a:cubicBezTo>
                    <a:pt x="415" y="567"/>
                    <a:pt x="103" y="388"/>
                    <a:pt x="96" y="382"/>
                  </a:cubicBezTo>
                  <a:cubicBezTo>
                    <a:pt x="87" y="377"/>
                    <a:pt x="77" y="375"/>
                    <a:pt x="66" y="375"/>
                  </a:cubicBezTo>
                  <a:cubicBezTo>
                    <a:pt x="48" y="375"/>
                    <a:pt x="28" y="383"/>
                    <a:pt x="13" y="406"/>
                  </a:cubicBezTo>
                  <a:cubicBezTo>
                    <a:pt x="1" y="429"/>
                    <a:pt x="1" y="465"/>
                    <a:pt x="37" y="477"/>
                  </a:cubicBezTo>
                  <a:cubicBezTo>
                    <a:pt x="60" y="501"/>
                    <a:pt x="394" y="691"/>
                    <a:pt x="1013" y="691"/>
                  </a:cubicBezTo>
                  <a:cubicBezTo>
                    <a:pt x="1513" y="691"/>
                    <a:pt x="2215" y="560"/>
                    <a:pt x="3096" y="108"/>
                  </a:cubicBezTo>
                  <a:cubicBezTo>
                    <a:pt x="3132" y="96"/>
                    <a:pt x="3144" y="60"/>
                    <a:pt x="3120" y="36"/>
                  </a:cubicBezTo>
                  <a:cubicBezTo>
                    <a:pt x="3113" y="13"/>
                    <a:pt x="3095" y="0"/>
                    <a:pt x="3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6240407" y="2126979"/>
              <a:ext cx="12037" cy="1089746"/>
            </a:xfrm>
            <a:custGeom>
              <a:avLst/>
              <a:gdLst/>
              <a:ahLst/>
              <a:cxnLst/>
              <a:rect l="l" t="t" r="r" b="b"/>
              <a:pathLst>
                <a:path w="179" h="16205" extrusionOk="0">
                  <a:moveTo>
                    <a:pt x="60" y="0"/>
                  </a:moveTo>
                  <a:cubicBezTo>
                    <a:pt x="24" y="0"/>
                    <a:pt x="0" y="24"/>
                    <a:pt x="0" y="60"/>
                  </a:cubicBezTo>
                  <a:lnTo>
                    <a:pt x="60" y="16145"/>
                  </a:lnTo>
                  <a:cubicBezTo>
                    <a:pt x="60" y="16169"/>
                    <a:pt x="83" y="16204"/>
                    <a:pt x="119" y="16204"/>
                  </a:cubicBezTo>
                  <a:cubicBezTo>
                    <a:pt x="155" y="16204"/>
                    <a:pt x="179" y="16169"/>
                    <a:pt x="179" y="16145"/>
                  </a:cubicBezTo>
                  <a:lnTo>
                    <a:pt x="119" y="60"/>
                  </a:lnTo>
                  <a:cubicBezTo>
                    <a:pt x="107" y="24"/>
                    <a:pt x="83" y="0"/>
                    <a:pt x="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5998585" y="2044467"/>
              <a:ext cx="252245" cy="213376"/>
            </a:xfrm>
            <a:custGeom>
              <a:avLst/>
              <a:gdLst/>
              <a:ahLst/>
              <a:cxnLst/>
              <a:rect l="l" t="t" r="r" b="b"/>
              <a:pathLst>
                <a:path w="3751" h="3173" extrusionOk="0">
                  <a:moveTo>
                    <a:pt x="953" y="1"/>
                  </a:moveTo>
                  <a:cubicBezTo>
                    <a:pt x="953" y="1"/>
                    <a:pt x="524" y="632"/>
                    <a:pt x="262" y="1215"/>
                  </a:cubicBezTo>
                  <a:cubicBezTo>
                    <a:pt x="0" y="1799"/>
                    <a:pt x="1917" y="2858"/>
                    <a:pt x="2798" y="3168"/>
                  </a:cubicBezTo>
                  <a:cubicBezTo>
                    <a:pt x="2811" y="3171"/>
                    <a:pt x="2824" y="3173"/>
                    <a:pt x="2837" y="3173"/>
                  </a:cubicBezTo>
                  <a:cubicBezTo>
                    <a:pt x="3279" y="3173"/>
                    <a:pt x="3751" y="1263"/>
                    <a:pt x="3751" y="1263"/>
                  </a:cubicBezTo>
                  <a:cubicBezTo>
                    <a:pt x="3751" y="1263"/>
                    <a:pt x="2024" y="810"/>
                    <a:pt x="9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6244374" y="2044467"/>
              <a:ext cx="252313" cy="210216"/>
            </a:xfrm>
            <a:custGeom>
              <a:avLst/>
              <a:gdLst/>
              <a:ahLst/>
              <a:cxnLst/>
              <a:rect l="l" t="t" r="r" b="b"/>
              <a:pathLst>
                <a:path w="3752" h="3126" extrusionOk="0">
                  <a:moveTo>
                    <a:pt x="2822" y="1"/>
                  </a:moveTo>
                  <a:cubicBezTo>
                    <a:pt x="1834" y="858"/>
                    <a:pt x="1" y="1287"/>
                    <a:pt x="1" y="1287"/>
                  </a:cubicBezTo>
                  <a:cubicBezTo>
                    <a:pt x="1" y="1287"/>
                    <a:pt x="662" y="3125"/>
                    <a:pt x="1126" y="3125"/>
                  </a:cubicBezTo>
                  <a:cubicBezTo>
                    <a:pt x="1140" y="3125"/>
                    <a:pt x="1154" y="3124"/>
                    <a:pt x="1167" y="3120"/>
                  </a:cubicBezTo>
                  <a:cubicBezTo>
                    <a:pt x="2060" y="2811"/>
                    <a:pt x="3751" y="1834"/>
                    <a:pt x="3489" y="1251"/>
                  </a:cubicBezTo>
                  <a:cubicBezTo>
                    <a:pt x="3215" y="667"/>
                    <a:pt x="282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5269151" y="2194227"/>
              <a:ext cx="256280" cy="180223"/>
            </a:xfrm>
            <a:custGeom>
              <a:avLst/>
              <a:gdLst/>
              <a:ahLst/>
              <a:cxnLst/>
              <a:rect l="l" t="t" r="r" b="b"/>
              <a:pathLst>
                <a:path w="3811" h="2680" extrusionOk="0">
                  <a:moveTo>
                    <a:pt x="2965" y="0"/>
                  </a:moveTo>
                  <a:lnTo>
                    <a:pt x="1" y="1096"/>
                  </a:lnTo>
                  <a:lnTo>
                    <a:pt x="144" y="2679"/>
                  </a:lnTo>
                  <a:lnTo>
                    <a:pt x="3811" y="1631"/>
                  </a:lnTo>
                  <a:cubicBezTo>
                    <a:pt x="3811" y="1631"/>
                    <a:pt x="3311" y="298"/>
                    <a:pt x="2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6595877" y="2463217"/>
              <a:ext cx="120171" cy="430048"/>
            </a:xfrm>
            <a:custGeom>
              <a:avLst/>
              <a:gdLst/>
              <a:ahLst/>
              <a:cxnLst/>
              <a:rect l="l" t="t" r="r" b="b"/>
              <a:pathLst>
                <a:path w="1787" h="6395" extrusionOk="0">
                  <a:moveTo>
                    <a:pt x="60" y="1"/>
                  </a:moveTo>
                  <a:cubicBezTo>
                    <a:pt x="24" y="1"/>
                    <a:pt x="0" y="36"/>
                    <a:pt x="12" y="72"/>
                  </a:cubicBezTo>
                  <a:cubicBezTo>
                    <a:pt x="203" y="1977"/>
                    <a:pt x="1655" y="6311"/>
                    <a:pt x="1667" y="6359"/>
                  </a:cubicBezTo>
                  <a:cubicBezTo>
                    <a:pt x="1667" y="6382"/>
                    <a:pt x="1691" y="6394"/>
                    <a:pt x="1715" y="6394"/>
                  </a:cubicBezTo>
                  <a:lnTo>
                    <a:pt x="1739" y="6394"/>
                  </a:lnTo>
                  <a:cubicBezTo>
                    <a:pt x="1774" y="6382"/>
                    <a:pt x="1786" y="6347"/>
                    <a:pt x="1774" y="6323"/>
                  </a:cubicBezTo>
                  <a:cubicBezTo>
                    <a:pt x="1763" y="6275"/>
                    <a:pt x="322" y="1953"/>
                    <a:pt x="119" y="60"/>
                  </a:cubicBezTo>
                  <a:cubicBezTo>
                    <a:pt x="119" y="25"/>
                    <a:pt x="96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5751181" y="2293215"/>
              <a:ext cx="104973" cy="569586"/>
            </a:xfrm>
            <a:custGeom>
              <a:avLst/>
              <a:gdLst/>
              <a:ahLst/>
              <a:cxnLst/>
              <a:rect l="l" t="t" r="r" b="b"/>
              <a:pathLst>
                <a:path w="1561" h="8470" extrusionOk="0">
                  <a:moveTo>
                    <a:pt x="1493" y="0"/>
                  </a:moveTo>
                  <a:cubicBezTo>
                    <a:pt x="1472" y="0"/>
                    <a:pt x="1450" y="14"/>
                    <a:pt x="1441" y="40"/>
                  </a:cubicBezTo>
                  <a:cubicBezTo>
                    <a:pt x="1429" y="40"/>
                    <a:pt x="989" y="957"/>
                    <a:pt x="488" y="3124"/>
                  </a:cubicBezTo>
                  <a:cubicBezTo>
                    <a:pt x="0" y="5279"/>
                    <a:pt x="215" y="8375"/>
                    <a:pt x="227" y="8410"/>
                  </a:cubicBezTo>
                  <a:cubicBezTo>
                    <a:pt x="227" y="8446"/>
                    <a:pt x="250" y="8470"/>
                    <a:pt x="274" y="8470"/>
                  </a:cubicBezTo>
                  <a:cubicBezTo>
                    <a:pt x="286" y="8470"/>
                    <a:pt x="286" y="8470"/>
                    <a:pt x="286" y="8458"/>
                  </a:cubicBezTo>
                  <a:cubicBezTo>
                    <a:pt x="322" y="8458"/>
                    <a:pt x="346" y="8434"/>
                    <a:pt x="334" y="8398"/>
                  </a:cubicBezTo>
                  <a:cubicBezTo>
                    <a:pt x="334" y="8375"/>
                    <a:pt x="119" y="5291"/>
                    <a:pt x="608" y="3148"/>
                  </a:cubicBezTo>
                  <a:cubicBezTo>
                    <a:pt x="1096" y="1005"/>
                    <a:pt x="1536" y="100"/>
                    <a:pt x="1548" y="88"/>
                  </a:cubicBezTo>
                  <a:cubicBezTo>
                    <a:pt x="1560" y="64"/>
                    <a:pt x="1548" y="28"/>
                    <a:pt x="1512" y="5"/>
                  </a:cubicBezTo>
                  <a:cubicBezTo>
                    <a:pt x="1506" y="2"/>
                    <a:pt x="1500" y="0"/>
                    <a:pt x="14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6073028" y="2660118"/>
              <a:ext cx="543696" cy="373224"/>
            </a:xfrm>
            <a:custGeom>
              <a:avLst/>
              <a:gdLst/>
              <a:ahLst/>
              <a:cxnLst/>
              <a:rect l="l" t="t" r="r" b="b"/>
              <a:pathLst>
                <a:path w="8085" h="5550" extrusionOk="0">
                  <a:moveTo>
                    <a:pt x="8018" y="1"/>
                  </a:moveTo>
                  <a:cubicBezTo>
                    <a:pt x="8000" y="1"/>
                    <a:pt x="7981" y="11"/>
                    <a:pt x="7966" y="25"/>
                  </a:cubicBezTo>
                  <a:cubicBezTo>
                    <a:pt x="7073" y="1430"/>
                    <a:pt x="5525" y="2252"/>
                    <a:pt x="4156" y="2907"/>
                  </a:cubicBezTo>
                  <a:cubicBezTo>
                    <a:pt x="4013" y="2978"/>
                    <a:pt x="3870" y="3050"/>
                    <a:pt x="3715" y="3121"/>
                  </a:cubicBezTo>
                  <a:cubicBezTo>
                    <a:pt x="2406" y="3752"/>
                    <a:pt x="1036" y="4395"/>
                    <a:pt x="24" y="5455"/>
                  </a:cubicBezTo>
                  <a:cubicBezTo>
                    <a:pt x="1" y="5478"/>
                    <a:pt x="1" y="5514"/>
                    <a:pt x="24" y="5538"/>
                  </a:cubicBezTo>
                  <a:cubicBezTo>
                    <a:pt x="36" y="5550"/>
                    <a:pt x="48" y="5550"/>
                    <a:pt x="60" y="5550"/>
                  </a:cubicBezTo>
                  <a:cubicBezTo>
                    <a:pt x="72" y="5550"/>
                    <a:pt x="96" y="5550"/>
                    <a:pt x="108" y="5538"/>
                  </a:cubicBezTo>
                  <a:cubicBezTo>
                    <a:pt x="1108" y="4490"/>
                    <a:pt x="2465" y="3847"/>
                    <a:pt x="3775" y="3228"/>
                  </a:cubicBezTo>
                  <a:cubicBezTo>
                    <a:pt x="3918" y="3157"/>
                    <a:pt x="4061" y="3085"/>
                    <a:pt x="4215" y="3014"/>
                  </a:cubicBezTo>
                  <a:cubicBezTo>
                    <a:pt x="5597" y="2347"/>
                    <a:pt x="7144" y="1514"/>
                    <a:pt x="8073" y="85"/>
                  </a:cubicBezTo>
                  <a:cubicBezTo>
                    <a:pt x="8085" y="61"/>
                    <a:pt x="8073" y="25"/>
                    <a:pt x="8049" y="14"/>
                  </a:cubicBezTo>
                  <a:cubicBezTo>
                    <a:pt x="8040" y="4"/>
                    <a:pt x="8029" y="1"/>
                    <a:pt x="8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6089840" y="2842762"/>
              <a:ext cx="492453" cy="273899"/>
            </a:xfrm>
            <a:custGeom>
              <a:avLst/>
              <a:gdLst/>
              <a:ahLst/>
              <a:cxnLst/>
              <a:rect l="l" t="t" r="r" b="b"/>
              <a:pathLst>
                <a:path w="7323" h="4073" extrusionOk="0">
                  <a:moveTo>
                    <a:pt x="7275" y="0"/>
                  </a:moveTo>
                  <a:cubicBezTo>
                    <a:pt x="7240" y="0"/>
                    <a:pt x="7216" y="24"/>
                    <a:pt x="7204" y="48"/>
                  </a:cubicBezTo>
                  <a:cubicBezTo>
                    <a:pt x="7168" y="250"/>
                    <a:pt x="6978" y="393"/>
                    <a:pt x="6811" y="512"/>
                  </a:cubicBezTo>
                  <a:cubicBezTo>
                    <a:pt x="4704" y="1929"/>
                    <a:pt x="2430" y="3084"/>
                    <a:pt x="48" y="3953"/>
                  </a:cubicBezTo>
                  <a:cubicBezTo>
                    <a:pt x="13" y="3965"/>
                    <a:pt x="1" y="4001"/>
                    <a:pt x="13" y="4036"/>
                  </a:cubicBezTo>
                  <a:cubicBezTo>
                    <a:pt x="24" y="4060"/>
                    <a:pt x="36" y="4072"/>
                    <a:pt x="60" y="4072"/>
                  </a:cubicBezTo>
                  <a:lnTo>
                    <a:pt x="84" y="4072"/>
                  </a:lnTo>
                  <a:cubicBezTo>
                    <a:pt x="2477" y="3203"/>
                    <a:pt x="4763" y="2036"/>
                    <a:pt x="6871" y="607"/>
                  </a:cubicBezTo>
                  <a:cubicBezTo>
                    <a:pt x="7073" y="477"/>
                    <a:pt x="7275" y="322"/>
                    <a:pt x="7323" y="72"/>
                  </a:cubicBezTo>
                  <a:cubicBezTo>
                    <a:pt x="7323" y="36"/>
                    <a:pt x="7311" y="12"/>
                    <a:pt x="7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6290036" y="2157375"/>
              <a:ext cx="17686" cy="1049733"/>
            </a:xfrm>
            <a:custGeom>
              <a:avLst/>
              <a:gdLst/>
              <a:ahLst/>
              <a:cxnLst/>
              <a:rect l="l" t="t" r="r" b="b"/>
              <a:pathLst>
                <a:path w="263" h="15610" extrusionOk="0">
                  <a:moveTo>
                    <a:pt x="60" y="1"/>
                  </a:moveTo>
                  <a:cubicBezTo>
                    <a:pt x="24" y="1"/>
                    <a:pt x="0" y="24"/>
                    <a:pt x="0" y="60"/>
                  </a:cubicBezTo>
                  <a:lnTo>
                    <a:pt x="155" y="15550"/>
                  </a:lnTo>
                  <a:cubicBezTo>
                    <a:pt x="155" y="15586"/>
                    <a:pt x="179" y="15610"/>
                    <a:pt x="215" y="15610"/>
                  </a:cubicBezTo>
                  <a:cubicBezTo>
                    <a:pt x="238" y="15610"/>
                    <a:pt x="262" y="15574"/>
                    <a:pt x="262" y="15550"/>
                  </a:cubicBezTo>
                  <a:lnTo>
                    <a:pt x="119" y="48"/>
                  </a:lnTo>
                  <a:cubicBezTo>
                    <a:pt x="119" y="24"/>
                    <a:pt x="95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41444" y="2682646"/>
              <a:ext cx="36919" cy="155342"/>
            </a:xfrm>
            <a:custGeom>
              <a:avLst/>
              <a:gdLst/>
              <a:ahLst/>
              <a:cxnLst/>
              <a:rect l="l" t="t" r="r" b="b"/>
              <a:pathLst>
                <a:path w="549" h="2310" extrusionOk="0">
                  <a:moveTo>
                    <a:pt x="1" y="0"/>
                  </a:moveTo>
                  <a:lnTo>
                    <a:pt x="1" y="0"/>
                  </a:lnTo>
                  <a:cubicBezTo>
                    <a:pt x="96" y="500"/>
                    <a:pt x="227" y="1191"/>
                    <a:pt x="548" y="231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053833" y="2029269"/>
              <a:ext cx="229852" cy="92936"/>
            </a:xfrm>
            <a:custGeom>
              <a:avLst/>
              <a:gdLst/>
              <a:ahLst/>
              <a:cxnLst/>
              <a:rect l="l" t="t" r="r" b="b"/>
              <a:pathLst>
                <a:path w="3418" h="1382" extrusionOk="0">
                  <a:moveTo>
                    <a:pt x="3418" y="1"/>
                  </a:moveTo>
                  <a:lnTo>
                    <a:pt x="72" y="167"/>
                  </a:lnTo>
                  <a:lnTo>
                    <a:pt x="1" y="1382"/>
                  </a:lnTo>
                  <a:cubicBezTo>
                    <a:pt x="1132" y="1298"/>
                    <a:pt x="2311" y="1274"/>
                    <a:pt x="3394" y="1048"/>
                  </a:cubicBezTo>
                  <a:lnTo>
                    <a:pt x="3418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6917724" y="2099744"/>
              <a:ext cx="860028" cy="915844"/>
            </a:xfrm>
            <a:custGeom>
              <a:avLst/>
              <a:gdLst/>
              <a:ahLst/>
              <a:cxnLst/>
              <a:rect l="l" t="t" r="r" b="b"/>
              <a:pathLst>
                <a:path w="12789" h="13619" extrusionOk="0">
                  <a:moveTo>
                    <a:pt x="9038" y="7680"/>
                  </a:moveTo>
                  <a:cubicBezTo>
                    <a:pt x="9145" y="7966"/>
                    <a:pt x="9192" y="8251"/>
                    <a:pt x="9276" y="8668"/>
                  </a:cubicBezTo>
                  <a:lnTo>
                    <a:pt x="9038" y="7680"/>
                  </a:lnTo>
                  <a:close/>
                  <a:moveTo>
                    <a:pt x="5418" y="0"/>
                  </a:moveTo>
                  <a:lnTo>
                    <a:pt x="5418" y="0"/>
                  </a:lnTo>
                  <a:cubicBezTo>
                    <a:pt x="4335" y="226"/>
                    <a:pt x="3156" y="250"/>
                    <a:pt x="2025" y="334"/>
                  </a:cubicBezTo>
                  <a:lnTo>
                    <a:pt x="2001" y="869"/>
                  </a:lnTo>
                  <a:cubicBezTo>
                    <a:pt x="2001" y="869"/>
                    <a:pt x="1144" y="1036"/>
                    <a:pt x="739" y="1143"/>
                  </a:cubicBezTo>
                  <a:cubicBezTo>
                    <a:pt x="751" y="2953"/>
                    <a:pt x="1" y="9811"/>
                    <a:pt x="215" y="11633"/>
                  </a:cubicBezTo>
                  <a:lnTo>
                    <a:pt x="5585" y="12145"/>
                  </a:lnTo>
                  <a:lnTo>
                    <a:pt x="9811" y="10978"/>
                  </a:lnTo>
                  <a:cubicBezTo>
                    <a:pt x="9502" y="9859"/>
                    <a:pt x="9371" y="9168"/>
                    <a:pt x="9276" y="8668"/>
                  </a:cubicBezTo>
                  <a:lnTo>
                    <a:pt x="9276" y="8668"/>
                  </a:lnTo>
                  <a:lnTo>
                    <a:pt x="9811" y="10978"/>
                  </a:lnTo>
                  <a:cubicBezTo>
                    <a:pt x="9839" y="10973"/>
                    <a:pt x="9865" y="10971"/>
                    <a:pt x="9891" y="10971"/>
                  </a:cubicBezTo>
                  <a:cubicBezTo>
                    <a:pt x="10790" y="10971"/>
                    <a:pt x="10991" y="13619"/>
                    <a:pt x="11851" y="13619"/>
                  </a:cubicBezTo>
                  <a:cubicBezTo>
                    <a:pt x="11881" y="13619"/>
                    <a:pt x="11911" y="13616"/>
                    <a:pt x="11943" y="13609"/>
                  </a:cubicBezTo>
                  <a:cubicBezTo>
                    <a:pt x="12645" y="12776"/>
                    <a:pt x="12788" y="9216"/>
                    <a:pt x="12431" y="8251"/>
                  </a:cubicBezTo>
                  <a:cubicBezTo>
                    <a:pt x="11347" y="4179"/>
                    <a:pt x="10228" y="2870"/>
                    <a:pt x="9633" y="2286"/>
                  </a:cubicBezTo>
                  <a:cubicBezTo>
                    <a:pt x="8752" y="1393"/>
                    <a:pt x="6859" y="1000"/>
                    <a:pt x="6859" y="1000"/>
                  </a:cubicBezTo>
                  <a:lnTo>
                    <a:pt x="5406" y="869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6267575" y="2170152"/>
              <a:ext cx="787132" cy="801052"/>
            </a:xfrm>
            <a:custGeom>
              <a:avLst/>
              <a:gdLst/>
              <a:ahLst/>
              <a:cxnLst/>
              <a:rect l="l" t="t" r="r" b="b"/>
              <a:pathLst>
                <a:path w="11705" h="11912" extrusionOk="0">
                  <a:moveTo>
                    <a:pt x="10742" y="1"/>
                  </a:moveTo>
                  <a:cubicBezTo>
                    <a:pt x="10741" y="1"/>
                    <a:pt x="10740" y="1"/>
                    <a:pt x="10740" y="1"/>
                  </a:cubicBezTo>
                  <a:cubicBezTo>
                    <a:pt x="10740" y="1"/>
                    <a:pt x="8347" y="358"/>
                    <a:pt x="7835" y="3668"/>
                  </a:cubicBezTo>
                  <a:cubicBezTo>
                    <a:pt x="7728" y="5883"/>
                    <a:pt x="7442" y="7621"/>
                    <a:pt x="7442" y="7621"/>
                  </a:cubicBezTo>
                  <a:lnTo>
                    <a:pt x="3966" y="5752"/>
                  </a:lnTo>
                  <a:cubicBezTo>
                    <a:pt x="3966" y="5752"/>
                    <a:pt x="3668" y="3573"/>
                    <a:pt x="3251" y="3442"/>
                  </a:cubicBezTo>
                  <a:cubicBezTo>
                    <a:pt x="3224" y="3433"/>
                    <a:pt x="3200" y="3429"/>
                    <a:pt x="3178" y="3429"/>
                  </a:cubicBezTo>
                  <a:cubicBezTo>
                    <a:pt x="2873" y="3429"/>
                    <a:pt x="3049" y="4228"/>
                    <a:pt x="3049" y="4228"/>
                  </a:cubicBezTo>
                  <a:cubicBezTo>
                    <a:pt x="3049" y="4228"/>
                    <a:pt x="2110" y="2625"/>
                    <a:pt x="1771" y="2625"/>
                  </a:cubicBezTo>
                  <a:cubicBezTo>
                    <a:pt x="1750" y="2625"/>
                    <a:pt x="1731" y="2631"/>
                    <a:pt x="1715" y="2644"/>
                  </a:cubicBezTo>
                  <a:cubicBezTo>
                    <a:pt x="1442" y="2870"/>
                    <a:pt x="2287" y="4240"/>
                    <a:pt x="2287" y="4240"/>
                  </a:cubicBezTo>
                  <a:cubicBezTo>
                    <a:pt x="2287" y="4240"/>
                    <a:pt x="1317" y="3018"/>
                    <a:pt x="904" y="3018"/>
                  </a:cubicBezTo>
                  <a:cubicBezTo>
                    <a:pt x="850" y="3018"/>
                    <a:pt x="806" y="3038"/>
                    <a:pt x="775" y="3085"/>
                  </a:cubicBezTo>
                  <a:cubicBezTo>
                    <a:pt x="620" y="3323"/>
                    <a:pt x="1811" y="4537"/>
                    <a:pt x="1811" y="4537"/>
                  </a:cubicBezTo>
                  <a:cubicBezTo>
                    <a:pt x="1811" y="4537"/>
                    <a:pt x="778" y="3620"/>
                    <a:pt x="442" y="3620"/>
                  </a:cubicBezTo>
                  <a:cubicBezTo>
                    <a:pt x="404" y="3620"/>
                    <a:pt x="376" y="3631"/>
                    <a:pt x="358" y="3656"/>
                  </a:cubicBezTo>
                  <a:cubicBezTo>
                    <a:pt x="179" y="3906"/>
                    <a:pt x="1453" y="4942"/>
                    <a:pt x="1453" y="4942"/>
                  </a:cubicBezTo>
                  <a:cubicBezTo>
                    <a:pt x="1453" y="4942"/>
                    <a:pt x="642" y="4372"/>
                    <a:pt x="298" y="4372"/>
                  </a:cubicBezTo>
                  <a:cubicBezTo>
                    <a:pt x="238" y="4372"/>
                    <a:pt x="192" y="4390"/>
                    <a:pt x="168" y="4430"/>
                  </a:cubicBezTo>
                  <a:cubicBezTo>
                    <a:pt x="1" y="4692"/>
                    <a:pt x="1668" y="6180"/>
                    <a:pt x="2275" y="6549"/>
                  </a:cubicBezTo>
                  <a:cubicBezTo>
                    <a:pt x="2275" y="6549"/>
                    <a:pt x="5642" y="11911"/>
                    <a:pt x="8541" y="11911"/>
                  </a:cubicBezTo>
                  <a:cubicBezTo>
                    <a:pt x="8587" y="11911"/>
                    <a:pt x="8634" y="11910"/>
                    <a:pt x="8681" y="11907"/>
                  </a:cubicBezTo>
                  <a:cubicBezTo>
                    <a:pt x="11217" y="11752"/>
                    <a:pt x="10978" y="6609"/>
                    <a:pt x="10859" y="5240"/>
                  </a:cubicBezTo>
                  <a:lnTo>
                    <a:pt x="10859" y="5240"/>
                  </a:lnTo>
                  <a:lnTo>
                    <a:pt x="11693" y="5359"/>
                  </a:lnTo>
                  <a:cubicBezTo>
                    <a:pt x="11490" y="3525"/>
                    <a:pt x="11705" y="2013"/>
                    <a:pt x="11693" y="203"/>
                  </a:cubicBezTo>
                  <a:lnTo>
                    <a:pt x="11693" y="203"/>
                  </a:lnTo>
                  <a:cubicBezTo>
                    <a:pt x="11685" y="206"/>
                    <a:pt x="11674" y="207"/>
                    <a:pt x="11660" y="207"/>
                  </a:cubicBezTo>
                  <a:cubicBezTo>
                    <a:pt x="11471" y="207"/>
                    <a:pt x="10776" y="1"/>
                    <a:pt x="1074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6453380" y="2563281"/>
              <a:ext cx="124139" cy="141825"/>
            </a:xfrm>
            <a:custGeom>
              <a:avLst/>
              <a:gdLst/>
              <a:ahLst/>
              <a:cxnLst/>
              <a:rect l="l" t="t" r="r" b="b"/>
              <a:pathLst>
                <a:path w="1846" h="2109" extrusionOk="0">
                  <a:moveTo>
                    <a:pt x="1393" y="1"/>
                  </a:moveTo>
                  <a:cubicBezTo>
                    <a:pt x="1393" y="1"/>
                    <a:pt x="310" y="632"/>
                    <a:pt x="0" y="1418"/>
                  </a:cubicBezTo>
                  <a:cubicBezTo>
                    <a:pt x="0" y="1418"/>
                    <a:pt x="107" y="1692"/>
                    <a:pt x="322" y="2108"/>
                  </a:cubicBezTo>
                  <a:cubicBezTo>
                    <a:pt x="750" y="1382"/>
                    <a:pt x="1274" y="739"/>
                    <a:pt x="1846" y="144"/>
                  </a:cubicBezTo>
                  <a:cubicBezTo>
                    <a:pt x="1703" y="96"/>
                    <a:pt x="1548" y="49"/>
                    <a:pt x="1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6474966" y="2170220"/>
              <a:ext cx="514914" cy="829431"/>
            </a:xfrm>
            <a:custGeom>
              <a:avLst/>
              <a:gdLst/>
              <a:ahLst/>
              <a:cxnLst/>
              <a:rect l="l" t="t" r="r" b="b"/>
              <a:pathLst>
                <a:path w="7657" h="12334" extrusionOk="0">
                  <a:moveTo>
                    <a:pt x="7656" y="0"/>
                  </a:moveTo>
                  <a:cubicBezTo>
                    <a:pt x="7656" y="0"/>
                    <a:pt x="5525" y="226"/>
                    <a:pt x="4656" y="3358"/>
                  </a:cubicBezTo>
                  <a:cubicBezTo>
                    <a:pt x="4370" y="4417"/>
                    <a:pt x="4227" y="5798"/>
                    <a:pt x="4358" y="7620"/>
                  </a:cubicBezTo>
                  <a:cubicBezTo>
                    <a:pt x="4358" y="7620"/>
                    <a:pt x="3096" y="6560"/>
                    <a:pt x="1525" y="5989"/>
                  </a:cubicBezTo>
                  <a:cubicBezTo>
                    <a:pt x="953" y="6584"/>
                    <a:pt x="429" y="7227"/>
                    <a:pt x="1" y="7953"/>
                  </a:cubicBezTo>
                  <a:cubicBezTo>
                    <a:pt x="524" y="8977"/>
                    <a:pt x="1715" y="10859"/>
                    <a:pt x="3703" y="11668"/>
                  </a:cubicBezTo>
                  <a:cubicBezTo>
                    <a:pt x="4814" y="12117"/>
                    <a:pt x="5522" y="12334"/>
                    <a:pt x="5992" y="12334"/>
                  </a:cubicBezTo>
                  <a:cubicBezTo>
                    <a:pt x="6707" y="12334"/>
                    <a:pt x="6877" y="11835"/>
                    <a:pt x="7085" y="10894"/>
                  </a:cubicBezTo>
                  <a:cubicBezTo>
                    <a:pt x="7418" y="9346"/>
                    <a:pt x="7656" y="0"/>
                    <a:pt x="7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6700783" y="4315953"/>
              <a:ext cx="505298" cy="350359"/>
            </a:xfrm>
            <a:custGeom>
              <a:avLst/>
              <a:gdLst/>
              <a:ahLst/>
              <a:cxnLst/>
              <a:rect l="l" t="t" r="r" b="b"/>
              <a:pathLst>
                <a:path w="7514" h="5210" extrusionOk="0">
                  <a:moveTo>
                    <a:pt x="7025" y="1"/>
                  </a:moveTo>
                  <a:cubicBezTo>
                    <a:pt x="5989" y="36"/>
                    <a:pt x="4953" y="84"/>
                    <a:pt x="3905" y="191"/>
                  </a:cubicBezTo>
                  <a:cubicBezTo>
                    <a:pt x="3989" y="1048"/>
                    <a:pt x="4084" y="1810"/>
                    <a:pt x="4191" y="2465"/>
                  </a:cubicBezTo>
                  <a:cubicBezTo>
                    <a:pt x="4191" y="2465"/>
                    <a:pt x="0" y="4025"/>
                    <a:pt x="24" y="4823"/>
                  </a:cubicBezTo>
                  <a:cubicBezTo>
                    <a:pt x="33" y="5117"/>
                    <a:pt x="718" y="5209"/>
                    <a:pt x="1571" y="5209"/>
                  </a:cubicBezTo>
                  <a:cubicBezTo>
                    <a:pt x="2993" y="5209"/>
                    <a:pt x="4882" y="4954"/>
                    <a:pt x="4882" y="4954"/>
                  </a:cubicBezTo>
                  <a:cubicBezTo>
                    <a:pt x="4882" y="4954"/>
                    <a:pt x="5254" y="5042"/>
                    <a:pt x="5693" y="5042"/>
                  </a:cubicBezTo>
                  <a:cubicBezTo>
                    <a:pt x="6492" y="5042"/>
                    <a:pt x="7513" y="4749"/>
                    <a:pt x="6906" y="3096"/>
                  </a:cubicBezTo>
                  <a:lnTo>
                    <a:pt x="7025" y="1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6920952" y="3173418"/>
              <a:ext cx="293132" cy="1155447"/>
            </a:xfrm>
            <a:custGeom>
              <a:avLst/>
              <a:gdLst/>
              <a:ahLst/>
              <a:cxnLst/>
              <a:rect l="l" t="t" r="r" b="b"/>
              <a:pathLst>
                <a:path w="4359" h="17182" extrusionOk="0">
                  <a:moveTo>
                    <a:pt x="0" y="1"/>
                  </a:moveTo>
                  <a:cubicBezTo>
                    <a:pt x="0" y="1"/>
                    <a:pt x="48" y="10895"/>
                    <a:pt x="643" y="17181"/>
                  </a:cubicBezTo>
                  <a:cubicBezTo>
                    <a:pt x="1679" y="17074"/>
                    <a:pt x="2715" y="17026"/>
                    <a:pt x="3751" y="16991"/>
                  </a:cubicBezTo>
                  <a:lnTo>
                    <a:pt x="4358" y="12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7282810" y="3163801"/>
              <a:ext cx="394272" cy="1137828"/>
            </a:xfrm>
            <a:custGeom>
              <a:avLst/>
              <a:gdLst/>
              <a:ahLst/>
              <a:cxnLst/>
              <a:rect l="l" t="t" r="r" b="b"/>
              <a:pathLst>
                <a:path w="5863" h="16920" extrusionOk="0">
                  <a:moveTo>
                    <a:pt x="4222" y="1"/>
                  </a:moveTo>
                  <a:cubicBezTo>
                    <a:pt x="2489" y="1"/>
                    <a:pt x="1" y="632"/>
                    <a:pt x="1" y="632"/>
                  </a:cubicBezTo>
                  <a:cubicBezTo>
                    <a:pt x="1" y="632"/>
                    <a:pt x="1204" y="10561"/>
                    <a:pt x="2096" y="16919"/>
                  </a:cubicBezTo>
                  <a:cubicBezTo>
                    <a:pt x="2227" y="16907"/>
                    <a:pt x="2370" y="16896"/>
                    <a:pt x="2513" y="16872"/>
                  </a:cubicBezTo>
                  <a:cubicBezTo>
                    <a:pt x="3537" y="16812"/>
                    <a:pt x="4513" y="16646"/>
                    <a:pt x="5466" y="16407"/>
                  </a:cubicBezTo>
                  <a:cubicBezTo>
                    <a:pt x="5609" y="12693"/>
                    <a:pt x="5799" y="6942"/>
                    <a:pt x="5859" y="739"/>
                  </a:cubicBezTo>
                  <a:cubicBezTo>
                    <a:pt x="5863" y="182"/>
                    <a:pt x="5151" y="1"/>
                    <a:pt x="4222" y="1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7182746" y="4267131"/>
              <a:ext cx="495749" cy="430182"/>
            </a:xfrm>
            <a:custGeom>
              <a:avLst/>
              <a:gdLst/>
              <a:ahLst/>
              <a:cxnLst/>
              <a:rect l="l" t="t" r="r" b="b"/>
              <a:pathLst>
                <a:path w="7372" h="6397" extrusionOk="0">
                  <a:moveTo>
                    <a:pt x="6954" y="0"/>
                  </a:moveTo>
                  <a:lnTo>
                    <a:pt x="6954" y="0"/>
                  </a:lnTo>
                  <a:cubicBezTo>
                    <a:pt x="6001" y="239"/>
                    <a:pt x="5025" y="405"/>
                    <a:pt x="4001" y="465"/>
                  </a:cubicBezTo>
                  <a:cubicBezTo>
                    <a:pt x="3858" y="489"/>
                    <a:pt x="3727" y="500"/>
                    <a:pt x="3584" y="512"/>
                  </a:cubicBezTo>
                  <a:cubicBezTo>
                    <a:pt x="3751" y="1727"/>
                    <a:pt x="3906" y="2810"/>
                    <a:pt x="4049" y="3668"/>
                  </a:cubicBezTo>
                  <a:cubicBezTo>
                    <a:pt x="4049" y="3668"/>
                    <a:pt x="1" y="5203"/>
                    <a:pt x="25" y="5989"/>
                  </a:cubicBezTo>
                  <a:cubicBezTo>
                    <a:pt x="34" y="6302"/>
                    <a:pt x="760" y="6397"/>
                    <a:pt x="1639" y="6397"/>
                  </a:cubicBezTo>
                  <a:cubicBezTo>
                    <a:pt x="3004" y="6397"/>
                    <a:pt x="4739" y="6168"/>
                    <a:pt x="4739" y="6168"/>
                  </a:cubicBezTo>
                  <a:cubicBezTo>
                    <a:pt x="4739" y="6168"/>
                    <a:pt x="5109" y="6256"/>
                    <a:pt x="5547" y="6256"/>
                  </a:cubicBezTo>
                  <a:cubicBezTo>
                    <a:pt x="6347" y="6256"/>
                    <a:pt x="7372" y="5962"/>
                    <a:pt x="6763" y="4299"/>
                  </a:cubicBezTo>
                  <a:cubicBezTo>
                    <a:pt x="6763" y="4299"/>
                    <a:pt x="6847" y="2679"/>
                    <a:pt x="6954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6721563" y="2832338"/>
              <a:ext cx="1147444" cy="1383550"/>
            </a:xfrm>
            <a:custGeom>
              <a:avLst/>
              <a:gdLst/>
              <a:ahLst/>
              <a:cxnLst/>
              <a:rect l="l" t="t" r="r" b="b"/>
              <a:pathLst>
                <a:path w="17063" h="20574" extrusionOk="0">
                  <a:moveTo>
                    <a:pt x="12740" y="0"/>
                  </a:moveTo>
                  <a:cubicBezTo>
                    <a:pt x="10655" y="581"/>
                    <a:pt x="8453" y="753"/>
                    <a:pt x="6294" y="753"/>
                  </a:cubicBezTo>
                  <a:cubicBezTo>
                    <a:pt x="5223" y="753"/>
                    <a:pt x="4163" y="711"/>
                    <a:pt x="3132" y="655"/>
                  </a:cubicBezTo>
                  <a:cubicBezTo>
                    <a:pt x="2953" y="1179"/>
                    <a:pt x="1" y="5073"/>
                    <a:pt x="989" y="19812"/>
                  </a:cubicBezTo>
                  <a:cubicBezTo>
                    <a:pt x="989" y="19812"/>
                    <a:pt x="4303" y="20574"/>
                    <a:pt x="8105" y="20574"/>
                  </a:cubicBezTo>
                  <a:cubicBezTo>
                    <a:pt x="10647" y="20574"/>
                    <a:pt x="13406" y="20233"/>
                    <a:pt x="15538" y="19098"/>
                  </a:cubicBezTo>
                  <a:cubicBezTo>
                    <a:pt x="17062" y="2060"/>
                    <a:pt x="12943" y="334"/>
                    <a:pt x="12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6375709" y="2450911"/>
              <a:ext cx="84934" cy="91658"/>
            </a:xfrm>
            <a:custGeom>
              <a:avLst/>
              <a:gdLst/>
              <a:ahLst/>
              <a:cxnLst/>
              <a:rect l="l" t="t" r="r" b="b"/>
              <a:pathLst>
                <a:path w="1263" h="1363" extrusionOk="0">
                  <a:moveTo>
                    <a:pt x="1221" y="0"/>
                  </a:moveTo>
                  <a:cubicBezTo>
                    <a:pt x="1215" y="0"/>
                    <a:pt x="1209" y="2"/>
                    <a:pt x="1203" y="5"/>
                  </a:cubicBezTo>
                  <a:cubicBezTo>
                    <a:pt x="1191" y="5"/>
                    <a:pt x="0" y="398"/>
                    <a:pt x="48" y="1327"/>
                  </a:cubicBezTo>
                  <a:cubicBezTo>
                    <a:pt x="48" y="1351"/>
                    <a:pt x="60" y="1362"/>
                    <a:pt x="84" y="1362"/>
                  </a:cubicBezTo>
                  <a:cubicBezTo>
                    <a:pt x="107" y="1362"/>
                    <a:pt x="119" y="1339"/>
                    <a:pt x="119" y="1315"/>
                  </a:cubicBezTo>
                  <a:cubicBezTo>
                    <a:pt x="84" y="446"/>
                    <a:pt x="1215" y="77"/>
                    <a:pt x="1227" y="77"/>
                  </a:cubicBezTo>
                  <a:cubicBezTo>
                    <a:pt x="1250" y="65"/>
                    <a:pt x="1262" y="41"/>
                    <a:pt x="1250" y="29"/>
                  </a:cubicBezTo>
                  <a:cubicBezTo>
                    <a:pt x="1250" y="11"/>
                    <a:pt x="1238" y="0"/>
                    <a:pt x="1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6754380" y="2680225"/>
              <a:ext cx="16072" cy="191386"/>
            </a:xfrm>
            <a:custGeom>
              <a:avLst/>
              <a:gdLst/>
              <a:ahLst/>
              <a:cxnLst/>
              <a:rect l="l" t="t" r="r" b="b"/>
              <a:pathLst>
                <a:path w="239" h="2846" extrusionOk="0">
                  <a:moveTo>
                    <a:pt x="203" y="0"/>
                  </a:moveTo>
                  <a:cubicBezTo>
                    <a:pt x="179" y="0"/>
                    <a:pt x="168" y="12"/>
                    <a:pt x="168" y="36"/>
                  </a:cubicBezTo>
                  <a:cubicBezTo>
                    <a:pt x="168" y="48"/>
                    <a:pt x="1" y="1715"/>
                    <a:pt x="1" y="2810"/>
                  </a:cubicBezTo>
                  <a:cubicBezTo>
                    <a:pt x="1" y="2822"/>
                    <a:pt x="13" y="2846"/>
                    <a:pt x="37" y="2846"/>
                  </a:cubicBezTo>
                  <a:cubicBezTo>
                    <a:pt x="60" y="2846"/>
                    <a:pt x="72" y="2822"/>
                    <a:pt x="72" y="2810"/>
                  </a:cubicBezTo>
                  <a:cubicBezTo>
                    <a:pt x="72" y="1715"/>
                    <a:pt x="239" y="60"/>
                    <a:pt x="239" y="48"/>
                  </a:cubicBezTo>
                  <a:cubicBezTo>
                    <a:pt x="239" y="24"/>
                    <a:pt x="227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7183553" y="4643448"/>
              <a:ext cx="461251" cy="60119"/>
            </a:xfrm>
            <a:custGeom>
              <a:avLst/>
              <a:gdLst/>
              <a:ahLst/>
              <a:cxnLst/>
              <a:rect l="l" t="t" r="r" b="b"/>
              <a:pathLst>
                <a:path w="6859" h="894" extrusionOk="0">
                  <a:moveTo>
                    <a:pt x="6859" y="0"/>
                  </a:moveTo>
                  <a:cubicBezTo>
                    <a:pt x="6050" y="215"/>
                    <a:pt x="4798" y="458"/>
                    <a:pt x="3229" y="458"/>
                  </a:cubicBezTo>
                  <a:cubicBezTo>
                    <a:pt x="2280" y="458"/>
                    <a:pt x="1214" y="369"/>
                    <a:pt x="60" y="131"/>
                  </a:cubicBezTo>
                  <a:cubicBezTo>
                    <a:pt x="1" y="358"/>
                    <a:pt x="13" y="500"/>
                    <a:pt x="13" y="500"/>
                  </a:cubicBezTo>
                  <a:cubicBezTo>
                    <a:pt x="13" y="500"/>
                    <a:pt x="382" y="893"/>
                    <a:pt x="3263" y="893"/>
                  </a:cubicBezTo>
                  <a:cubicBezTo>
                    <a:pt x="5847" y="893"/>
                    <a:pt x="6799" y="548"/>
                    <a:pt x="6799" y="548"/>
                  </a:cubicBezTo>
                  <a:cubicBezTo>
                    <a:pt x="6823" y="358"/>
                    <a:pt x="6847" y="179"/>
                    <a:pt x="6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7187588" y="4529733"/>
              <a:ext cx="301067" cy="160116"/>
            </a:xfrm>
            <a:custGeom>
              <a:avLst/>
              <a:gdLst/>
              <a:ahLst/>
              <a:cxnLst/>
              <a:rect l="l" t="t" r="r" b="b"/>
              <a:pathLst>
                <a:path w="4477" h="2381" extrusionOk="0">
                  <a:moveTo>
                    <a:pt x="3382" y="1"/>
                  </a:moveTo>
                  <a:cubicBezTo>
                    <a:pt x="3382" y="1"/>
                    <a:pt x="0" y="870"/>
                    <a:pt x="0" y="1822"/>
                  </a:cubicBezTo>
                  <a:cubicBezTo>
                    <a:pt x="0" y="2211"/>
                    <a:pt x="533" y="2380"/>
                    <a:pt x="1785" y="2380"/>
                  </a:cubicBezTo>
                  <a:cubicBezTo>
                    <a:pt x="2259" y="2380"/>
                    <a:pt x="2835" y="2356"/>
                    <a:pt x="3524" y="2310"/>
                  </a:cubicBezTo>
                  <a:lnTo>
                    <a:pt x="4477" y="2287"/>
                  </a:lnTo>
                  <a:cubicBezTo>
                    <a:pt x="4477" y="2287"/>
                    <a:pt x="4013" y="620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6701590" y="4608210"/>
              <a:ext cx="474028" cy="64894"/>
            </a:xfrm>
            <a:custGeom>
              <a:avLst/>
              <a:gdLst/>
              <a:ahLst/>
              <a:cxnLst/>
              <a:rect l="l" t="t" r="r" b="b"/>
              <a:pathLst>
                <a:path w="7049" h="965" extrusionOk="0">
                  <a:moveTo>
                    <a:pt x="7049" y="0"/>
                  </a:moveTo>
                  <a:lnTo>
                    <a:pt x="7049" y="0"/>
                  </a:lnTo>
                  <a:cubicBezTo>
                    <a:pt x="6202" y="226"/>
                    <a:pt x="4789" y="512"/>
                    <a:pt x="3059" y="512"/>
                  </a:cubicBezTo>
                  <a:cubicBezTo>
                    <a:pt x="2137" y="512"/>
                    <a:pt x="1124" y="430"/>
                    <a:pt x="60" y="215"/>
                  </a:cubicBezTo>
                  <a:cubicBezTo>
                    <a:pt x="0" y="429"/>
                    <a:pt x="12" y="572"/>
                    <a:pt x="12" y="572"/>
                  </a:cubicBezTo>
                  <a:cubicBezTo>
                    <a:pt x="12" y="572"/>
                    <a:pt x="381" y="965"/>
                    <a:pt x="3274" y="965"/>
                  </a:cubicBezTo>
                  <a:cubicBezTo>
                    <a:pt x="5846" y="965"/>
                    <a:pt x="6989" y="548"/>
                    <a:pt x="6989" y="548"/>
                  </a:cubicBezTo>
                  <a:cubicBezTo>
                    <a:pt x="7025" y="358"/>
                    <a:pt x="7037" y="179"/>
                    <a:pt x="7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6705558" y="4499337"/>
              <a:ext cx="301134" cy="160385"/>
            </a:xfrm>
            <a:custGeom>
              <a:avLst/>
              <a:gdLst/>
              <a:ahLst/>
              <a:cxnLst/>
              <a:rect l="l" t="t" r="r" b="b"/>
              <a:pathLst>
                <a:path w="4478" h="2385" extrusionOk="0">
                  <a:moveTo>
                    <a:pt x="3382" y="0"/>
                  </a:moveTo>
                  <a:cubicBezTo>
                    <a:pt x="3382" y="0"/>
                    <a:pt x="1" y="869"/>
                    <a:pt x="1" y="1834"/>
                  </a:cubicBezTo>
                  <a:cubicBezTo>
                    <a:pt x="1" y="2218"/>
                    <a:pt x="546" y="2385"/>
                    <a:pt x="1831" y="2385"/>
                  </a:cubicBezTo>
                  <a:cubicBezTo>
                    <a:pt x="2296" y="2385"/>
                    <a:pt x="2857" y="2363"/>
                    <a:pt x="3525" y="2322"/>
                  </a:cubicBezTo>
                  <a:lnTo>
                    <a:pt x="4477" y="2286"/>
                  </a:lnTo>
                  <a:cubicBezTo>
                    <a:pt x="4477" y="2286"/>
                    <a:pt x="4013" y="631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6948994" y="3223517"/>
              <a:ext cx="489226" cy="1513674"/>
            </a:xfrm>
            <a:custGeom>
              <a:avLst/>
              <a:gdLst/>
              <a:ahLst/>
              <a:cxnLst/>
              <a:rect l="l" t="t" r="r" b="b"/>
              <a:pathLst>
                <a:path w="7275" h="22509" extrusionOk="0">
                  <a:moveTo>
                    <a:pt x="3049" y="0"/>
                  </a:moveTo>
                  <a:cubicBezTo>
                    <a:pt x="2982" y="0"/>
                    <a:pt x="2915" y="2"/>
                    <a:pt x="2846" y="6"/>
                  </a:cubicBezTo>
                  <a:cubicBezTo>
                    <a:pt x="2024" y="41"/>
                    <a:pt x="1381" y="351"/>
                    <a:pt x="929" y="910"/>
                  </a:cubicBezTo>
                  <a:cubicBezTo>
                    <a:pt x="0" y="2089"/>
                    <a:pt x="322" y="3958"/>
                    <a:pt x="345" y="4030"/>
                  </a:cubicBezTo>
                  <a:cubicBezTo>
                    <a:pt x="388" y="4274"/>
                    <a:pt x="601" y="4442"/>
                    <a:pt x="832" y="4442"/>
                  </a:cubicBezTo>
                  <a:cubicBezTo>
                    <a:pt x="860" y="4442"/>
                    <a:pt x="888" y="4440"/>
                    <a:pt x="917" y="4435"/>
                  </a:cubicBezTo>
                  <a:cubicBezTo>
                    <a:pt x="1191" y="4387"/>
                    <a:pt x="1381" y="4125"/>
                    <a:pt x="1322" y="3851"/>
                  </a:cubicBezTo>
                  <a:cubicBezTo>
                    <a:pt x="1322" y="3839"/>
                    <a:pt x="1072" y="2351"/>
                    <a:pt x="1715" y="1530"/>
                  </a:cubicBezTo>
                  <a:cubicBezTo>
                    <a:pt x="1988" y="1196"/>
                    <a:pt x="2369" y="1030"/>
                    <a:pt x="2893" y="1006"/>
                  </a:cubicBezTo>
                  <a:cubicBezTo>
                    <a:pt x="2950" y="1002"/>
                    <a:pt x="3006" y="1001"/>
                    <a:pt x="3060" y="1001"/>
                  </a:cubicBezTo>
                  <a:cubicBezTo>
                    <a:pt x="3586" y="1001"/>
                    <a:pt x="3996" y="1157"/>
                    <a:pt x="4298" y="1470"/>
                  </a:cubicBezTo>
                  <a:cubicBezTo>
                    <a:pt x="5060" y="2232"/>
                    <a:pt x="4989" y="3673"/>
                    <a:pt x="4989" y="3685"/>
                  </a:cubicBezTo>
                  <a:cubicBezTo>
                    <a:pt x="4989" y="3708"/>
                    <a:pt x="4989" y="3732"/>
                    <a:pt x="4989" y="3756"/>
                  </a:cubicBezTo>
                  <a:lnTo>
                    <a:pt x="6251" y="22044"/>
                  </a:lnTo>
                  <a:cubicBezTo>
                    <a:pt x="6275" y="22306"/>
                    <a:pt x="6489" y="22508"/>
                    <a:pt x="6751" y="22508"/>
                  </a:cubicBezTo>
                  <a:lnTo>
                    <a:pt x="6787" y="22508"/>
                  </a:lnTo>
                  <a:cubicBezTo>
                    <a:pt x="7060" y="22496"/>
                    <a:pt x="7275" y="22258"/>
                    <a:pt x="7251" y="21973"/>
                  </a:cubicBezTo>
                  <a:lnTo>
                    <a:pt x="6001" y="3708"/>
                  </a:lnTo>
                  <a:cubicBezTo>
                    <a:pt x="6001" y="3447"/>
                    <a:pt x="6025" y="1780"/>
                    <a:pt x="5013" y="768"/>
                  </a:cubicBezTo>
                  <a:cubicBezTo>
                    <a:pt x="4507" y="262"/>
                    <a:pt x="3850" y="0"/>
                    <a:pt x="30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7111531" y="2823798"/>
              <a:ext cx="640465" cy="553581"/>
            </a:xfrm>
            <a:custGeom>
              <a:avLst/>
              <a:gdLst/>
              <a:ahLst/>
              <a:cxnLst/>
              <a:rect l="l" t="t" r="r" b="b"/>
              <a:pathLst>
                <a:path w="9524" h="8232" extrusionOk="0">
                  <a:moveTo>
                    <a:pt x="7622" y="1"/>
                  </a:moveTo>
                  <a:cubicBezTo>
                    <a:pt x="7398" y="1"/>
                    <a:pt x="7164" y="43"/>
                    <a:pt x="6929" y="127"/>
                  </a:cubicBezTo>
                  <a:cubicBezTo>
                    <a:pt x="4751" y="2032"/>
                    <a:pt x="2191" y="5176"/>
                    <a:pt x="2191" y="5176"/>
                  </a:cubicBezTo>
                  <a:cubicBezTo>
                    <a:pt x="2191" y="5176"/>
                    <a:pt x="583" y="5319"/>
                    <a:pt x="405" y="5723"/>
                  </a:cubicBezTo>
                  <a:cubicBezTo>
                    <a:pt x="301" y="5968"/>
                    <a:pt x="627" y="6014"/>
                    <a:pt x="887" y="6014"/>
                  </a:cubicBezTo>
                  <a:cubicBezTo>
                    <a:pt x="1045" y="6014"/>
                    <a:pt x="1179" y="5997"/>
                    <a:pt x="1179" y="5997"/>
                  </a:cubicBezTo>
                  <a:lnTo>
                    <a:pt x="1179" y="5997"/>
                  </a:lnTo>
                  <a:cubicBezTo>
                    <a:pt x="1179" y="5997"/>
                    <a:pt x="0" y="6581"/>
                    <a:pt x="191" y="6878"/>
                  </a:cubicBezTo>
                  <a:cubicBezTo>
                    <a:pt x="283" y="7014"/>
                    <a:pt x="416" y="7050"/>
                    <a:pt x="535" y="7050"/>
                  </a:cubicBezTo>
                  <a:cubicBezTo>
                    <a:pt x="677" y="7050"/>
                    <a:pt x="798" y="6997"/>
                    <a:pt x="798" y="6997"/>
                  </a:cubicBezTo>
                  <a:lnTo>
                    <a:pt x="798" y="6997"/>
                  </a:lnTo>
                  <a:cubicBezTo>
                    <a:pt x="797" y="6998"/>
                    <a:pt x="322" y="7224"/>
                    <a:pt x="703" y="7545"/>
                  </a:cubicBezTo>
                  <a:cubicBezTo>
                    <a:pt x="763" y="7590"/>
                    <a:pt x="819" y="7606"/>
                    <a:pt x="868" y="7606"/>
                  </a:cubicBezTo>
                  <a:cubicBezTo>
                    <a:pt x="970" y="7606"/>
                    <a:pt x="1043" y="7535"/>
                    <a:pt x="1071" y="7502"/>
                  </a:cubicBezTo>
                  <a:lnTo>
                    <a:pt x="1071" y="7502"/>
                  </a:lnTo>
                  <a:cubicBezTo>
                    <a:pt x="1026" y="7562"/>
                    <a:pt x="891" y="7776"/>
                    <a:pt x="1084" y="7938"/>
                  </a:cubicBezTo>
                  <a:cubicBezTo>
                    <a:pt x="1143" y="7991"/>
                    <a:pt x="1201" y="8010"/>
                    <a:pt x="1255" y="8010"/>
                  </a:cubicBezTo>
                  <a:cubicBezTo>
                    <a:pt x="1395" y="8010"/>
                    <a:pt x="1506" y="7878"/>
                    <a:pt x="1522" y="7857"/>
                  </a:cubicBezTo>
                  <a:lnTo>
                    <a:pt x="1522" y="7857"/>
                  </a:lnTo>
                  <a:cubicBezTo>
                    <a:pt x="1506" y="7879"/>
                    <a:pt x="1412" y="8024"/>
                    <a:pt x="1643" y="8200"/>
                  </a:cubicBezTo>
                  <a:cubicBezTo>
                    <a:pt x="1673" y="8222"/>
                    <a:pt x="1711" y="8232"/>
                    <a:pt x="1755" y="8232"/>
                  </a:cubicBezTo>
                  <a:cubicBezTo>
                    <a:pt x="2096" y="8232"/>
                    <a:pt x="2820" y="7621"/>
                    <a:pt x="3358" y="7009"/>
                  </a:cubicBezTo>
                  <a:cubicBezTo>
                    <a:pt x="3358" y="7009"/>
                    <a:pt x="6620" y="4628"/>
                    <a:pt x="9061" y="2842"/>
                  </a:cubicBezTo>
                  <a:cubicBezTo>
                    <a:pt x="9523" y="961"/>
                    <a:pt x="8692" y="1"/>
                    <a:pt x="762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316501" y="1829544"/>
              <a:ext cx="353991" cy="270469"/>
            </a:xfrm>
            <a:custGeom>
              <a:avLst/>
              <a:gdLst/>
              <a:ahLst/>
              <a:cxnLst/>
              <a:rect l="l" t="t" r="r" b="b"/>
              <a:pathLst>
                <a:path w="5264" h="4022" extrusionOk="0">
                  <a:moveTo>
                    <a:pt x="4268" y="0"/>
                  </a:moveTo>
                  <a:cubicBezTo>
                    <a:pt x="4243" y="0"/>
                    <a:pt x="4217" y="2"/>
                    <a:pt x="4191" y="6"/>
                  </a:cubicBezTo>
                  <a:cubicBezTo>
                    <a:pt x="3453" y="113"/>
                    <a:pt x="786" y="1196"/>
                    <a:pt x="857" y="1732"/>
                  </a:cubicBezTo>
                  <a:cubicBezTo>
                    <a:pt x="857" y="1732"/>
                    <a:pt x="0" y="3173"/>
                    <a:pt x="1345" y="3792"/>
                  </a:cubicBezTo>
                  <a:cubicBezTo>
                    <a:pt x="1691" y="3950"/>
                    <a:pt x="2078" y="4022"/>
                    <a:pt x="2467" y="4022"/>
                  </a:cubicBezTo>
                  <a:cubicBezTo>
                    <a:pt x="3605" y="4022"/>
                    <a:pt x="4764" y="3405"/>
                    <a:pt x="4977" y="2518"/>
                  </a:cubicBezTo>
                  <a:cubicBezTo>
                    <a:pt x="5264" y="1370"/>
                    <a:pt x="4953" y="0"/>
                    <a:pt x="42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6699976" y="1326263"/>
              <a:ext cx="1020077" cy="735620"/>
            </a:xfrm>
            <a:custGeom>
              <a:avLst/>
              <a:gdLst/>
              <a:ahLst/>
              <a:cxnLst/>
              <a:rect l="l" t="t" r="r" b="b"/>
              <a:pathLst>
                <a:path w="15169" h="10939" extrusionOk="0">
                  <a:moveTo>
                    <a:pt x="6717" y="1"/>
                  </a:moveTo>
                  <a:cubicBezTo>
                    <a:pt x="4563" y="1"/>
                    <a:pt x="2535" y="259"/>
                    <a:pt x="1465" y="858"/>
                  </a:cubicBezTo>
                  <a:cubicBezTo>
                    <a:pt x="1465" y="858"/>
                    <a:pt x="774" y="2870"/>
                    <a:pt x="393" y="4263"/>
                  </a:cubicBezTo>
                  <a:cubicBezTo>
                    <a:pt x="0" y="5668"/>
                    <a:pt x="2084" y="8680"/>
                    <a:pt x="2810" y="9240"/>
                  </a:cubicBezTo>
                  <a:cubicBezTo>
                    <a:pt x="3361" y="9663"/>
                    <a:pt x="6113" y="10938"/>
                    <a:pt x="8852" y="10938"/>
                  </a:cubicBezTo>
                  <a:cubicBezTo>
                    <a:pt x="11440" y="10938"/>
                    <a:pt x="14016" y="9800"/>
                    <a:pt x="14716" y="5728"/>
                  </a:cubicBezTo>
                  <a:cubicBezTo>
                    <a:pt x="14966" y="4275"/>
                    <a:pt x="15169" y="3477"/>
                    <a:pt x="14728" y="1846"/>
                  </a:cubicBezTo>
                  <a:cubicBezTo>
                    <a:pt x="14428" y="751"/>
                    <a:pt x="10389" y="1"/>
                    <a:pt x="671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444608" y="1747636"/>
              <a:ext cx="187284" cy="212031"/>
            </a:xfrm>
            <a:custGeom>
              <a:avLst/>
              <a:gdLst/>
              <a:ahLst/>
              <a:cxnLst/>
              <a:rect l="l" t="t" r="r" b="b"/>
              <a:pathLst>
                <a:path w="2785" h="3153" extrusionOk="0">
                  <a:moveTo>
                    <a:pt x="1383" y="0"/>
                  </a:moveTo>
                  <a:cubicBezTo>
                    <a:pt x="1037" y="0"/>
                    <a:pt x="762" y="81"/>
                    <a:pt x="762" y="81"/>
                  </a:cubicBezTo>
                  <a:lnTo>
                    <a:pt x="0" y="2212"/>
                  </a:lnTo>
                  <a:cubicBezTo>
                    <a:pt x="264" y="2815"/>
                    <a:pt x="848" y="3152"/>
                    <a:pt x="1412" y="3152"/>
                  </a:cubicBezTo>
                  <a:cubicBezTo>
                    <a:pt x="2096" y="3152"/>
                    <a:pt x="2749" y="2656"/>
                    <a:pt x="2762" y="1533"/>
                  </a:cubicBezTo>
                  <a:cubicBezTo>
                    <a:pt x="2785" y="238"/>
                    <a:pt x="1979" y="0"/>
                    <a:pt x="1383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6789617" y="1225123"/>
              <a:ext cx="815174" cy="858616"/>
            </a:xfrm>
            <a:custGeom>
              <a:avLst/>
              <a:gdLst/>
              <a:ahLst/>
              <a:cxnLst/>
              <a:rect l="l" t="t" r="r" b="b"/>
              <a:pathLst>
                <a:path w="12122" h="12768" extrusionOk="0">
                  <a:moveTo>
                    <a:pt x="4638" y="0"/>
                  </a:moveTo>
                  <a:cubicBezTo>
                    <a:pt x="2804" y="0"/>
                    <a:pt x="1287" y="638"/>
                    <a:pt x="620" y="2350"/>
                  </a:cubicBezTo>
                  <a:cubicBezTo>
                    <a:pt x="620" y="2350"/>
                    <a:pt x="346" y="4755"/>
                    <a:pt x="156" y="7613"/>
                  </a:cubicBezTo>
                  <a:cubicBezTo>
                    <a:pt x="1" y="9923"/>
                    <a:pt x="1060" y="12268"/>
                    <a:pt x="4513" y="12673"/>
                  </a:cubicBezTo>
                  <a:cubicBezTo>
                    <a:pt x="5023" y="12735"/>
                    <a:pt x="5499" y="12767"/>
                    <a:pt x="5944" y="12767"/>
                  </a:cubicBezTo>
                  <a:cubicBezTo>
                    <a:pt x="8587" y="12767"/>
                    <a:pt x="10133" y="11609"/>
                    <a:pt x="11050" y="8470"/>
                  </a:cubicBezTo>
                  <a:cubicBezTo>
                    <a:pt x="12121" y="4803"/>
                    <a:pt x="11740" y="1719"/>
                    <a:pt x="8418" y="671"/>
                  </a:cubicBezTo>
                  <a:cubicBezTo>
                    <a:pt x="7121" y="262"/>
                    <a:pt x="5814" y="0"/>
                    <a:pt x="4638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7084296" y="1817372"/>
              <a:ext cx="88901" cy="39004"/>
            </a:xfrm>
            <a:custGeom>
              <a:avLst/>
              <a:gdLst/>
              <a:ahLst/>
              <a:cxnLst/>
              <a:rect l="l" t="t" r="r" b="b"/>
              <a:pathLst>
                <a:path w="1322" h="580" extrusionOk="0">
                  <a:moveTo>
                    <a:pt x="1269" y="0"/>
                  </a:moveTo>
                  <a:cubicBezTo>
                    <a:pt x="1257" y="0"/>
                    <a:pt x="1245" y="6"/>
                    <a:pt x="1238" y="20"/>
                  </a:cubicBezTo>
                  <a:cubicBezTo>
                    <a:pt x="1020" y="407"/>
                    <a:pt x="719" y="503"/>
                    <a:pt x="478" y="503"/>
                  </a:cubicBezTo>
                  <a:cubicBezTo>
                    <a:pt x="259" y="503"/>
                    <a:pt x="89" y="424"/>
                    <a:pt x="72" y="413"/>
                  </a:cubicBezTo>
                  <a:cubicBezTo>
                    <a:pt x="68" y="410"/>
                    <a:pt x="64" y="408"/>
                    <a:pt x="58" y="408"/>
                  </a:cubicBezTo>
                  <a:cubicBezTo>
                    <a:pt x="42" y="408"/>
                    <a:pt x="21" y="419"/>
                    <a:pt x="12" y="437"/>
                  </a:cubicBezTo>
                  <a:cubicBezTo>
                    <a:pt x="0" y="461"/>
                    <a:pt x="12" y="485"/>
                    <a:pt x="36" y="496"/>
                  </a:cubicBezTo>
                  <a:cubicBezTo>
                    <a:pt x="36" y="496"/>
                    <a:pt x="238" y="580"/>
                    <a:pt x="476" y="580"/>
                  </a:cubicBezTo>
                  <a:cubicBezTo>
                    <a:pt x="750" y="580"/>
                    <a:pt x="1084" y="485"/>
                    <a:pt x="1310" y="68"/>
                  </a:cubicBezTo>
                  <a:cubicBezTo>
                    <a:pt x="1322" y="44"/>
                    <a:pt x="1310" y="20"/>
                    <a:pt x="1298" y="8"/>
                  </a:cubicBezTo>
                  <a:cubicBezTo>
                    <a:pt x="1288" y="3"/>
                    <a:pt x="1278" y="0"/>
                    <a:pt x="1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7097880" y="1345496"/>
              <a:ext cx="1681" cy="2488"/>
            </a:xfrm>
            <a:custGeom>
              <a:avLst/>
              <a:gdLst/>
              <a:ahLst/>
              <a:cxnLst/>
              <a:rect l="l" t="t" r="r" b="b"/>
              <a:pathLst>
                <a:path w="25" h="37" extrusionOk="0">
                  <a:moveTo>
                    <a:pt x="1" y="36"/>
                  </a:moveTo>
                  <a:cubicBezTo>
                    <a:pt x="13" y="13"/>
                    <a:pt x="24" y="1"/>
                    <a:pt x="24" y="1"/>
                  </a:cubicBezTo>
                  <a:cubicBezTo>
                    <a:pt x="24" y="1"/>
                    <a:pt x="13" y="13"/>
                    <a:pt x="1" y="36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274808" y="1541388"/>
              <a:ext cx="169060" cy="125080"/>
            </a:xfrm>
            <a:custGeom>
              <a:avLst/>
              <a:gdLst/>
              <a:ahLst/>
              <a:cxnLst/>
              <a:rect l="l" t="t" r="r" b="b"/>
              <a:pathLst>
                <a:path w="2514" h="1860" extrusionOk="0">
                  <a:moveTo>
                    <a:pt x="550" y="1"/>
                  </a:moveTo>
                  <a:cubicBezTo>
                    <a:pt x="356" y="1"/>
                    <a:pt x="238" y="106"/>
                    <a:pt x="156" y="255"/>
                  </a:cubicBezTo>
                  <a:cubicBezTo>
                    <a:pt x="1" y="540"/>
                    <a:pt x="191" y="993"/>
                    <a:pt x="703" y="1374"/>
                  </a:cubicBezTo>
                  <a:cubicBezTo>
                    <a:pt x="1123" y="1683"/>
                    <a:pt x="1448" y="1860"/>
                    <a:pt x="1699" y="1860"/>
                  </a:cubicBezTo>
                  <a:cubicBezTo>
                    <a:pt x="1825" y="1860"/>
                    <a:pt x="1933" y="1815"/>
                    <a:pt x="2025" y="1719"/>
                  </a:cubicBezTo>
                  <a:cubicBezTo>
                    <a:pt x="2025" y="1719"/>
                    <a:pt x="2513" y="1231"/>
                    <a:pt x="1596" y="529"/>
                  </a:cubicBezTo>
                  <a:cubicBezTo>
                    <a:pt x="1103" y="144"/>
                    <a:pt x="775" y="1"/>
                    <a:pt x="55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6864127" y="1500703"/>
              <a:ext cx="175381" cy="98249"/>
            </a:xfrm>
            <a:custGeom>
              <a:avLst/>
              <a:gdLst/>
              <a:ahLst/>
              <a:cxnLst/>
              <a:rect l="l" t="t" r="r" b="b"/>
              <a:pathLst>
                <a:path w="2608" h="1461" extrusionOk="0">
                  <a:moveTo>
                    <a:pt x="2004" y="1"/>
                  </a:moveTo>
                  <a:cubicBezTo>
                    <a:pt x="1791" y="1"/>
                    <a:pt x="1498" y="57"/>
                    <a:pt x="1095" y="193"/>
                  </a:cubicBezTo>
                  <a:cubicBezTo>
                    <a:pt x="0" y="574"/>
                    <a:pt x="310" y="1193"/>
                    <a:pt x="310" y="1193"/>
                  </a:cubicBezTo>
                  <a:cubicBezTo>
                    <a:pt x="393" y="1378"/>
                    <a:pt x="564" y="1461"/>
                    <a:pt x="820" y="1461"/>
                  </a:cubicBezTo>
                  <a:cubicBezTo>
                    <a:pt x="1041" y="1461"/>
                    <a:pt x="1324" y="1399"/>
                    <a:pt x="1667" y="1288"/>
                  </a:cubicBezTo>
                  <a:cubicBezTo>
                    <a:pt x="2274" y="1086"/>
                    <a:pt x="2607" y="717"/>
                    <a:pt x="2548" y="395"/>
                  </a:cubicBezTo>
                  <a:cubicBezTo>
                    <a:pt x="2503" y="169"/>
                    <a:pt x="2372" y="1"/>
                    <a:pt x="2004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461420" y="1787514"/>
              <a:ext cx="149760" cy="115329"/>
            </a:xfrm>
            <a:custGeom>
              <a:avLst/>
              <a:gdLst/>
              <a:ahLst/>
              <a:cxnLst/>
              <a:rect l="l" t="t" r="r" b="b"/>
              <a:pathLst>
                <a:path w="2227" h="1715" extrusionOk="0">
                  <a:moveTo>
                    <a:pt x="1315" y="1"/>
                  </a:moveTo>
                  <a:cubicBezTo>
                    <a:pt x="1140" y="1"/>
                    <a:pt x="960" y="53"/>
                    <a:pt x="774" y="167"/>
                  </a:cubicBezTo>
                  <a:cubicBezTo>
                    <a:pt x="0" y="607"/>
                    <a:pt x="405" y="1679"/>
                    <a:pt x="405" y="1691"/>
                  </a:cubicBezTo>
                  <a:cubicBezTo>
                    <a:pt x="417" y="1714"/>
                    <a:pt x="429" y="1714"/>
                    <a:pt x="441" y="1714"/>
                  </a:cubicBezTo>
                  <a:lnTo>
                    <a:pt x="464" y="1714"/>
                  </a:lnTo>
                  <a:cubicBezTo>
                    <a:pt x="476" y="1714"/>
                    <a:pt x="488" y="1691"/>
                    <a:pt x="488" y="1667"/>
                  </a:cubicBezTo>
                  <a:cubicBezTo>
                    <a:pt x="476" y="1655"/>
                    <a:pt x="107" y="643"/>
                    <a:pt x="822" y="238"/>
                  </a:cubicBezTo>
                  <a:cubicBezTo>
                    <a:pt x="996" y="130"/>
                    <a:pt x="1165" y="80"/>
                    <a:pt x="1328" y="80"/>
                  </a:cubicBezTo>
                  <a:cubicBezTo>
                    <a:pt x="1399" y="80"/>
                    <a:pt x="1468" y="89"/>
                    <a:pt x="1536" y="107"/>
                  </a:cubicBezTo>
                  <a:cubicBezTo>
                    <a:pt x="1929" y="226"/>
                    <a:pt x="2143" y="619"/>
                    <a:pt x="2143" y="619"/>
                  </a:cubicBezTo>
                  <a:cubicBezTo>
                    <a:pt x="2150" y="633"/>
                    <a:pt x="2161" y="639"/>
                    <a:pt x="2172" y="639"/>
                  </a:cubicBezTo>
                  <a:cubicBezTo>
                    <a:pt x="2179" y="639"/>
                    <a:pt x="2186" y="636"/>
                    <a:pt x="2191" y="631"/>
                  </a:cubicBezTo>
                  <a:cubicBezTo>
                    <a:pt x="2215" y="619"/>
                    <a:pt x="2227" y="595"/>
                    <a:pt x="2215" y="583"/>
                  </a:cubicBezTo>
                  <a:cubicBezTo>
                    <a:pt x="2203" y="559"/>
                    <a:pt x="1988" y="155"/>
                    <a:pt x="1560" y="36"/>
                  </a:cubicBezTo>
                  <a:cubicBezTo>
                    <a:pt x="1479" y="13"/>
                    <a:pt x="1398" y="1"/>
                    <a:pt x="13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482199" y="1830418"/>
              <a:ext cx="83320" cy="23604"/>
            </a:xfrm>
            <a:custGeom>
              <a:avLst/>
              <a:gdLst/>
              <a:ahLst/>
              <a:cxnLst/>
              <a:rect l="l" t="t" r="r" b="b"/>
              <a:pathLst>
                <a:path w="1239" h="351" extrusionOk="0">
                  <a:moveTo>
                    <a:pt x="522" y="1"/>
                  </a:moveTo>
                  <a:cubicBezTo>
                    <a:pt x="359" y="1"/>
                    <a:pt x="186" y="51"/>
                    <a:pt x="24" y="195"/>
                  </a:cubicBezTo>
                  <a:cubicBezTo>
                    <a:pt x="1" y="219"/>
                    <a:pt x="1" y="243"/>
                    <a:pt x="13" y="255"/>
                  </a:cubicBezTo>
                  <a:cubicBezTo>
                    <a:pt x="24" y="267"/>
                    <a:pt x="36" y="273"/>
                    <a:pt x="47" y="273"/>
                  </a:cubicBezTo>
                  <a:cubicBezTo>
                    <a:pt x="57" y="273"/>
                    <a:pt x="66" y="267"/>
                    <a:pt x="72" y="255"/>
                  </a:cubicBezTo>
                  <a:cubicBezTo>
                    <a:pt x="218" y="127"/>
                    <a:pt x="375" y="82"/>
                    <a:pt x="522" y="82"/>
                  </a:cubicBezTo>
                  <a:cubicBezTo>
                    <a:pt x="869" y="82"/>
                    <a:pt x="1167" y="330"/>
                    <a:pt x="1167" y="338"/>
                  </a:cubicBezTo>
                  <a:cubicBezTo>
                    <a:pt x="1179" y="350"/>
                    <a:pt x="1191" y="350"/>
                    <a:pt x="1191" y="350"/>
                  </a:cubicBezTo>
                  <a:cubicBezTo>
                    <a:pt x="1203" y="350"/>
                    <a:pt x="1215" y="338"/>
                    <a:pt x="1227" y="326"/>
                  </a:cubicBezTo>
                  <a:cubicBezTo>
                    <a:pt x="1239" y="314"/>
                    <a:pt x="1239" y="291"/>
                    <a:pt x="1227" y="279"/>
                  </a:cubicBezTo>
                  <a:cubicBezTo>
                    <a:pt x="1219" y="270"/>
                    <a:pt x="897" y="1"/>
                    <a:pt x="5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060288" y="1508033"/>
              <a:ext cx="116136" cy="279481"/>
            </a:xfrm>
            <a:custGeom>
              <a:avLst/>
              <a:gdLst/>
              <a:ahLst/>
              <a:cxnLst/>
              <a:rect l="l" t="t" r="r" b="b"/>
              <a:pathLst>
                <a:path w="1727" h="4156" extrusionOk="0">
                  <a:moveTo>
                    <a:pt x="1679" y="1"/>
                  </a:moveTo>
                  <a:cubicBezTo>
                    <a:pt x="1655" y="1"/>
                    <a:pt x="1631" y="24"/>
                    <a:pt x="1631" y="48"/>
                  </a:cubicBezTo>
                  <a:cubicBezTo>
                    <a:pt x="1643" y="763"/>
                    <a:pt x="1619" y="2679"/>
                    <a:pt x="1453" y="2906"/>
                  </a:cubicBezTo>
                  <a:cubicBezTo>
                    <a:pt x="1396" y="2983"/>
                    <a:pt x="1318" y="3023"/>
                    <a:pt x="1220" y="3023"/>
                  </a:cubicBezTo>
                  <a:cubicBezTo>
                    <a:pt x="1094" y="3023"/>
                    <a:pt x="933" y="2957"/>
                    <a:pt x="738" y="2822"/>
                  </a:cubicBezTo>
                  <a:cubicBezTo>
                    <a:pt x="726" y="2822"/>
                    <a:pt x="714" y="2810"/>
                    <a:pt x="714" y="2810"/>
                  </a:cubicBezTo>
                  <a:cubicBezTo>
                    <a:pt x="630" y="2760"/>
                    <a:pt x="551" y="2736"/>
                    <a:pt x="477" y="2736"/>
                  </a:cubicBezTo>
                  <a:cubicBezTo>
                    <a:pt x="395" y="2736"/>
                    <a:pt x="319" y="2766"/>
                    <a:pt x="250" y="2822"/>
                  </a:cubicBezTo>
                  <a:cubicBezTo>
                    <a:pt x="60" y="2977"/>
                    <a:pt x="0" y="3358"/>
                    <a:pt x="107" y="3632"/>
                  </a:cubicBezTo>
                  <a:cubicBezTo>
                    <a:pt x="250" y="3965"/>
                    <a:pt x="572" y="4144"/>
                    <a:pt x="595" y="4156"/>
                  </a:cubicBezTo>
                  <a:lnTo>
                    <a:pt x="607" y="4156"/>
                  </a:lnTo>
                  <a:cubicBezTo>
                    <a:pt x="619" y="4156"/>
                    <a:pt x="643" y="4144"/>
                    <a:pt x="643" y="4132"/>
                  </a:cubicBezTo>
                  <a:cubicBezTo>
                    <a:pt x="655" y="4120"/>
                    <a:pt x="655" y="4084"/>
                    <a:pt x="631" y="4084"/>
                  </a:cubicBezTo>
                  <a:cubicBezTo>
                    <a:pt x="631" y="4073"/>
                    <a:pt x="310" y="3906"/>
                    <a:pt x="179" y="3596"/>
                  </a:cubicBezTo>
                  <a:cubicBezTo>
                    <a:pt x="83" y="3358"/>
                    <a:pt x="143" y="3025"/>
                    <a:pt x="310" y="2882"/>
                  </a:cubicBezTo>
                  <a:cubicBezTo>
                    <a:pt x="357" y="2840"/>
                    <a:pt x="411" y="2819"/>
                    <a:pt x="470" y="2819"/>
                  </a:cubicBezTo>
                  <a:cubicBezTo>
                    <a:pt x="530" y="2819"/>
                    <a:pt x="595" y="2840"/>
                    <a:pt x="667" y="2882"/>
                  </a:cubicBezTo>
                  <a:cubicBezTo>
                    <a:pt x="667" y="2882"/>
                    <a:pt x="679" y="2894"/>
                    <a:pt x="691" y="2894"/>
                  </a:cubicBezTo>
                  <a:cubicBezTo>
                    <a:pt x="915" y="3051"/>
                    <a:pt x="1086" y="3107"/>
                    <a:pt x="1217" y="3107"/>
                  </a:cubicBezTo>
                  <a:cubicBezTo>
                    <a:pt x="1364" y="3107"/>
                    <a:pt x="1461" y="3035"/>
                    <a:pt x="1524" y="2953"/>
                  </a:cubicBezTo>
                  <a:cubicBezTo>
                    <a:pt x="1726" y="2668"/>
                    <a:pt x="1715" y="310"/>
                    <a:pt x="1715" y="48"/>
                  </a:cubicBezTo>
                  <a:cubicBezTo>
                    <a:pt x="1715" y="24"/>
                    <a:pt x="1703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241991" y="1811656"/>
              <a:ext cx="186612" cy="98181"/>
            </a:xfrm>
            <a:custGeom>
              <a:avLst/>
              <a:gdLst/>
              <a:ahLst/>
              <a:cxnLst/>
              <a:rect l="l" t="t" r="r" b="b"/>
              <a:pathLst>
                <a:path w="2775" h="1460" extrusionOk="0">
                  <a:moveTo>
                    <a:pt x="1608" y="1"/>
                  </a:moveTo>
                  <a:cubicBezTo>
                    <a:pt x="1504" y="1"/>
                    <a:pt x="1396" y="8"/>
                    <a:pt x="1287" y="22"/>
                  </a:cubicBezTo>
                  <a:cubicBezTo>
                    <a:pt x="548" y="117"/>
                    <a:pt x="1" y="510"/>
                    <a:pt x="48" y="903"/>
                  </a:cubicBezTo>
                  <a:cubicBezTo>
                    <a:pt x="89" y="1237"/>
                    <a:pt x="561" y="1460"/>
                    <a:pt x="1156" y="1460"/>
                  </a:cubicBezTo>
                  <a:cubicBezTo>
                    <a:pt x="1260" y="1460"/>
                    <a:pt x="1367" y="1453"/>
                    <a:pt x="1477" y="1439"/>
                  </a:cubicBezTo>
                  <a:cubicBezTo>
                    <a:pt x="2215" y="1343"/>
                    <a:pt x="2775" y="951"/>
                    <a:pt x="2715" y="558"/>
                  </a:cubicBezTo>
                  <a:cubicBezTo>
                    <a:pt x="2675" y="223"/>
                    <a:pt x="2203" y="1"/>
                    <a:pt x="1608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6840053" y="1771778"/>
              <a:ext cx="189033" cy="107327"/>
            </a:xfrm>
            <a:custGeom>
              <a:avLst/>
              <a:gdLst/>
              <a:ahLst/>
              <a:cxnLst/>
              <a:rect l="l" t="t" r="r" b="b"/>
              <a:pathLst>
                <a:path w="2811" h="1596" extrusionOk="0">
                  <a:moveTo>
                    <a:pt x="930" y="1"/>
                  </a:moveTo>
                  <a:cubicBezTo>
                    <a:pt x="519" y="1"/>
                    <a:pt x="198" y="138"/>
                    <a:pt x="120" y="389"/>
                  </a:cubicBezTo>
                  <a:cubicBezTo>
                    <a:pt x="1" y="770"/>
                    <a:pt x="477" y="1258"/>
                    <a:pt x="1191" y="1484"/>
                  </a:cubicBezTo>
                  <a:cubicBezTo>
                    <a:pt x="1426" y="1559"/>
                    <a:pt x="1657" y="1595"/>
                    <a:pt x="1866" y="1595"/>
                  </a:cubicBezTo>
                  <a:cubicBezTo>
                    <a:pt x="2284" y="1595"/>
                    <a:pt x="2612" y="1452"/>
                    <a:pt x="2692" y="1198"/>
                  </a:cubicBezTo>
                  <a:cubicBezTo>
                    <a:pt x="2811" y="829"/>
                    <a:pt x="2334" y="341"/>
                    <a:pt x="1620" y="115"/>
                  </a:cubicBezTo>
                  <a:cubicBezTo>
                    <a:pt x="1380" y="37"/>
                    <a:pt x="1143" y="1"/>
                    <a:pt x="930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6723984" y="1180605"/>
              <a:ext cx="976904" cy="570730"/>
            </a:xfrm>
            <a:custGeom>
              <a:avLst/>
              <a:gdLst/>
              <a:ahLst/>
              <a:cxnLst/>
              <a:rect l="l" t="t" r="r" b="b"/>
              <a:pathLst>
                <a:path w="14527" h="8487" extrusionOk="0">
                  <a:moveTo>
                    <a:pt x="6743" y="0"/>
                  </a:moveTo>
                  <a:cubicBezTo>
                    <a:pt x="4581" y="0"/>
                    <a:pt x="2696" y="877"/>
                    <a:pt x="1822" y="1774"/>
                  </a:cubicBezTo>
                  <a:cubicBezTo>
                    <a:pt x="512" y="3119"/>
                    <a:pt x="0" y="7382"/>
                    <a:pt x="620" y="7763"/>
                  </a:cubicBezTo>
                  <a:cubicBezTo>
                    <a:pt x="643" y="7777"/>
                    <a:pt x="677" y="7784"/>
                    <a:pt x="721" y="7784"/>
                  </a:cubicBezTo>
                  <a:cubicBezTo>
                    <a:pt x="1618" y="7784"/>
                    <a:pt x="6619" y="4902"/>
                    <a:pt x="8775" y="3858"/>
                  </a:cubicBezTo>
                  <a:cubicBezTo>
                    <a:pt x="8886" y="3804"/>
                    <a:pt x="9003" y="3778"/>
                    <a:pt x="9117" y="3778"/>
                  </a:cubicBezTo>
                  <a:cubicBezTo>
                    <a:pt x="9456" y="3778"/>
                    <a:pt x="9779" y="4001"/>
                    <a:pt x="9895" y="4358"/>
                  </a:cubicBezTo>
                  <a:cubicBezTo>
                    <a:pt x="10561" y="6477"/>
                    <a:pt x="11514" y="7656"/>
                    <a:pt x="12192" y="8275"/>
                  </a:cubicBezTo>
                  <a:cubicBezTo>
                    <a:pt x="12351" y="8419"/>
                    <a:pt x="12543" y="8487"/>
                    <a:pt x="12734" y="8487"/>
                  </a:cubicBezTo>
                  <a:cubicBezTo>
                    <a:pt x="13031" y="8487"/>
                    <a:pt x="13321" y="8322"/>
                    <a:pt x="13466" y="8025"/>
                  </a:cubicBezTo>
                  <a:cubicBezTo>
                    <a:pt x="13919" y="7048"/>
                    <a:pt x="14526" y="5393"/>
                    <a:pt x="14312" y="3905"/>
                  </a:cubicBezTo>
                  <a:cubicBezTo>
                    <a:pt x="14026" y="1810"/>
                    <a:pt x="10787" y="952"/>
                    <a:pt x="10252" y="821"/>
                  </a:cubicBezTo>
                  <a:cubicBezTo>
                    <a:pt x="10192" y="810"/>
                    <a:pt x="10145" y="786"/>
                    <a:pt x="10097" y="762"/>
                  </a:cubicBezTo>
                  <a:cubicBezTo>
                    <a:pt x="8971" y="219"/>
                    <a:pt x="7822" y="0"/>
                    <a:pt x="674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7378100" y="1137500"/>
              <a:ext cx="164218" cy="154400"/>
            </a:xfrm>
            <a:custGeom>
              <a:avLst/>
              <a:gdLst/>
              <a:ahLst/>
              <a:cxnLst/>
              <a:rect l="l" t="t" r="r" b="b"/>
              <a:pathLst>
                <a:path w="2442" h="2296" extrusionOk="0">
                  <a:moveTo>
                    <a:pt x="825" y="1"/>
                  </a:moveTo>
                  <a:cubicBezTo>
                    <a:pt x="792" y="1"/>
                    <a:pt x="756" y="8"/>
                    <a:pt x="715" y="22"/>
                  </a:cubicBezTo>
                  <a:cubicBezTo>
                    <a:pt x="1" y="260"/>
                    <a:pt x="48" y="1832"/>
                    <a:pt x="560" y="2177"/>
                  </a:cubicBezTo>
                  <a:lnTo>
                    <a:pt x="1168" y="2296"/>
                  </a:lnTo>
                  <a:cubicBezTo>
                    <a:pt x="1168" y="2296"/>
                    <a:pt x="2442" y="1153"/>
                    <a:pt x="1942" y="939"/>
                  </a:cubicBezTo>
                  <a:cubicBezTo>
                    <a:pt x="1899" y="920"/>
                    <a:pt x="1857" y="912"/>
                    <a:pt x="1815" y="912"/>
                  </a:cubicBezTo>
                  <a:cubicBezTo>
                    <a:pt x="1371" y="912"/>
                    <a:pt x="953" y="1855"/>
                    <a:pt x="953" y="1855"/>
                  </a:cubicBezTo>
                  <a:cubicBezTo>
                    <a:pt x="953" y="1855"/>
                    <a:pt x="1377" y="1"/>
                    <a:pt x="82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6949734" y="1698546"/>
              <a:ext cx="50570" cy="60187"/>
            </a:xfrm>
            <a:custGeom>
              <a:avLst/>
              <a:gdLst/>
              <a:ahLst/>
              <a:cxnLst/>
              <a:rect l="l" t="t" r="r" b="b"/>
              <a:pathLst>
                <a:path w="752" h="895" extrusionOk="0">
                  <a:moveTo>
                    <a:pt x="376" y="1"/>
                  </a:moveTo>
                  <a:cubicBezTo>
                    <a:pt x="181" y="1"/>
                    <a:pt x="13" y="187"/>
                    <a:pt x="1" y="430"/>
                  </a:cubicBezTo>
                  <a:cubicBezTo>
                    <a:pt x="1" y="680"/>
                    <a:pt x="156" y="882"/>
                    <a:pt x="358" y="894"/>
                  </a:cubicBezTo>
                  <a:cubicBezTo>
                    <a:pt x="561" y="894"/>
                    <a:pt x="727" y="704"/>
                    <a:pt x="739" y="454"/>
                  </a:cubicBezTo>
                  <a:cubicBezTo>
                    <a:pt x="751" y="204"/>
                    <a:pt x="596" y="1"/>
                    <a:pt x="394" y="1"/>
                  </a:cubicBezTo>
                  <a:cubicBezTo>
                    <a:pt x="388" y="1"/>
                    <a:pt x="38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7252415" y="1726588"/>
              <a:ext cx="50503" cy="60119"/>
            </a:xfrm>
            <a:custGeom>
              <a:avLst/>
              <a:gdLst/>
              <a:ahLst/>
              <a:cxnLst/>
              <a:rect l="l" t="t" r="r" b="b"/>
              <a:pathLst>
                <a:path w="751" h="894" extrusionOk="0">
                  <a:moveTo>
                    <a:pt x="375" y="0"/>
                  </a:moveTo>
                  <a:cubicBezTo>
                    <a:pt x="181" y="0"/>
                    <a:pt x="12" y="187"/>
                    <a:pt x="1" y="430"/>
                  </a:cubicBezTo>
                  <a:cubicBezTo>
                    <a:pt x="1" y="680"/>
                    <a:pt x="155" y="882"/>
                    <a:pt x="358" y="894"/>
                  </a:cubicBezTo>
                  <a:cubicBezTo>
                    <a:pt x="560" y="894"/>
                    <a:pt x="727" y="703"/>
                    <a:pt x="739" y="453"/>
                  </a:cubicBezTo>
                  <a:cubicBezTo>
                    <a:pt x="751" y="203"/>
                    <a:pt x="596" y="1"/>
                    <a:pt x="393" y="1"/>
                  </a:cubicBezTo>
                  <a:cubicBezTo>
                    <a:pt x="387" y="1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6751219" y="1567480"/>
              <a:ext cx="912011" cy="326218"/>
            </a:xfrm>
            <a:custGeom>
              <a:avLst/>
              <a:gdLst/>
              <a:ahLst/>
              <a:cxnLst/>
              <a:rect l="l" t="t" r="r" b="b"/>
              <a:pathLst>
                <a:path w="13562" h="4851" extrusionOk="0">
                  <a:moveTo>
                    <a:pt x="2287" y="111"/>
                  </a:moveTo>
                  <a:cubicBezTo>
                    <a:pt x="2338" y="111"/>
                    <a:pt x="2389" y="113"/>
                    <a:pt x="2441" y="117"/>
                  </a:cubicBezTo>
                  <a:cubicBezTo>
                    <a:pt x="3572" y="212"/>
                    <a:pt x="4417" y="1212"/>
                    <a:pt x="4334" y="2343"/>
                  </a:cubicBezTo>
                  <a:cubicBezTo>
                    <a:pt x="4244" y="3427"/>
                    <a:pt x="3339" y="4244"/>
                    <a:pt x="2281" y="4244"/>
                  </a:cubicBezTo>
                  <a:cubicBezTo>
                    <a:pt x="2224" y="4244"/>
                    <a:pt x="2166" y="4241"/>
                    <a:pt x="2108" y="4236"/>
                  </a:cubicBezTo>
                  <a:cubicBezTo>
                    <a:pt x="965" y="4141"/>
                    <a:pt x="119" y="3141"/>
                    <a:pt x="215" y="2010"/>
                  </a:cubicBezTo>
                  <a:cubicBezTo>
                    <a:pt x="305" y="930"/>
                    <a:pt x="1221" y="111"/>
                    <a:pt x="2287" y="111"/>
                  </a:cubicBezTo>
                  <a:close/>
                  <a:moveTo>
                    <a:pt x="8208" y="609"/>
                  </a:moveTo>
                  <a:cubicBezTo>
                    <a:pt x="8266" y="609"/>
                    <a:pt x="8324" y="612"/>
                    <a:pt x="8382" y="617"/>
                  </a:cubicBezTo>
                  <a:cubicBezTo>
                    <a:pt x="9513" y="712"/>
                    <a:pt x="10359" y="1712"/>
                    <a:pt x="10263" y="2843"/>
                  </a:cubicBezTo>
                  <a:cubicBezTo>
                    <a:pt x="10173" y="3916"/>
                    <a:pt x="9279" y="4732"/>
                    <a:pt x="8212" y="4732"/>
                  </a:cubicBezTo>
                  <a:cubicBezTo>
                    <a:pt x="8154" y="4732"/>
                    <a:pt x="8096" y="4729"/>
                    <a:pt x="8037" y="4724"/>
                  </a:cubicBezTo>
                  <a:cubicBezTo>
                    <a:pt x="6906" y="4629"/>
                    <a:pt x="6061" y="3629"/>
                    <a:pt x="6156" y="2498"/>
                  </a:cubicBezTo>
                  <a:cubicBezTo>
                    <a:pt x="6246" y="1425"/>
                    <a:pt x="7150" y="609"/>
                    <a:pt x="8208" y="609"/>
                  </a:cubicBezTo>
                  <a:close/>
                  <a:moveTo>
                    <a:pt x="2257" y="1"/>
                  </a:moveTo>
                  <a:cubicBezTo>
                    <a:pt x="1139" y="1"/>
                    <a:pt x="197" y="861"/>
                    <a:pt x="95" y="1998"/>
                  </a:cubicBezTo>
                  <a:cubicBezTo>
                    <a:pt x="0" y="3200"/>
                    <a:pt x="893" y="4248"/>
                    <a:pt x="2096" y="4355"/>
                  </a:cubicBezTo>
                  <a:cubicBezTo>
                    <a:pt x="2154" y="4360"/>
                    <a:pt x="2212" y="4362"/>
                    <a:pt x="2270" y="4362"/>
                  </a:cubicBezTo>
                  <a:cubicBezTo>
                    <a:pt x="3388" y="4362"/>
                    <a:pt x="4351" y="3499"/>
                    <a:pt x="4441" y="2355"/>
                  </a:cubicBezTo>
                  <a:cubicBezTo>
                    <a:pt x="4453" y="2272"/>
                    <a:pt x="4453" y="2188"/>
                    <a:pt x="4453" y="2093"/>
                  </a:cubicBezTo>
                  <a:cubicBezTo>
                    <a:pt x="4683" y="1985"/>
                    <a:pt x="4909" y="1946"/>
                    <a:pt x="5116" y="1946"/>
                  </a:cubicBezTo>
                  <a:cubicBezTo>
                    <a:pt x="5595" y="1946"/>
                    <a:pt x="5976" y="2158"/>
                    <a:pt x="6084" y="2224"/>
                  </a:cubicBezTo>
                  <a:cubicBezTo>
                    <a:pt x="6061" y="2307"/>
                    <a:pt x="6049" y="2403"/>
                    <a:pt x="6037" y="2486"/>
                  </a:cubicBezTo>
                  <a:cubicBezTo>
                    <a:pt x="5941" y="3689"/>
                    <a:pt x="6834" y="4736"/>
                    <a:pt x="8037" y="4843"/>
                  </a:cubicBezTo>
                  <a:cubicBezTo>
                    <a:pt x="8096" y="4848"/>
                    <a:pt x="8155" y="4851"/>
                    <a:pt x="8213" y="4851"/>
                  </a:cubicBezTo>
                  <a:cubicBezTo>
                    <a:pt x="9317" y="4851"/>
                    <a:pt x="10257" y="4011"/>
                    <a:pt x="10371" y="2903"/>
                  </a:cubicBezTo>
                  <a:lnTo>
                    <a:pt x="12966" y="3129"/>
                  </a:lnTo>
                  <a:cubicBezTo>
                    <a:pt x="13038" y="3165"/>
                    <a:pt x="13442" y="3391"/>
                    <a:pt x="13419" y="3796"/>
                  </a:cubicBezTo>
                  <a:cubicBezTo>
                    <a:pt x="13419" y="3831"/>
                    <a:pt x="13442" y="3855"/>
                    <a:pt x="13478" y="3867"/>
                  </a:cubicBezTo>
                  <a:cubicBezTo>
                    <a:pt x="13502" y="3867"/>
                    <a:pt x="13538" y="3843"/>
                    <a:pt x="13538" y="3808"/>
                  </a:cubicBezTo>
                  <a:cubicBezTo>
                    <a:pt x="13561" y="3296"/>
                    <a:pt x="13026" y="3034"/>
                    <a:pt x="13014" y="3022"/>
                  </a:cubicBezTo>
                  <a:lnTo>
                    <a:pt x="12990" y="3022"/>
                  </a:lnTo>
                  <a:lnTo>
                    <a:pt x="10382" y="2796"/>
                  </a:lnTo>
                  <a:cubicBezTo>
                    <a:pt x="10454" y="1617"/>
                    <a:pt x="9573" y="593"/>
                    <a:pt x="8394" y="498"/>
                  </a:cubicBezTo>
                  <a:cubicBezTo>
                    <a:pt x="8335" y="493"/>
                    <a:pt x="8277" y="491"/>
                    <a:pt x="8219" y="491"/>
                  </a:cubicBezTo>
                  <a:cubicBezTo>
                    <a:pt x="7220" y="491"/>
                    <a:pt x="6356" y="1160"/>
                    <a:pt x="6108" y="2105"/>
                  </a:cubicBezTo>
                  <a:cubicBezTo>
                    <a:pt x="5960" y="2023"/>
                    <a:pt x="5585" y="1833"/>
                    <a:pt x="5116" y="1833"/>
                  </a:cubicBezTo>
                  <a:cubicBezTo>
                    <a:pt x="4906" y="1833"/>
                    <a:pt x="4677" y="1871"/>
                    <a:pt x="4441" y="1974"/>
                  </a:cubicBezTo>
                  <a:cubicBezTo>
                    <a:pt x="4346" y="938"/>
                    <a:pt x="3524" y="93"/>
                    <a:pt x="2453" y="10"/>
                  </a:cubicBezTo>
                  <a:cubicBezTo>
                    <a:pt x="2387" y="4"/>
                    <a:pt x="2322" y="1"/>
                    <a:pt x="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7481392" y="1912393"/>
              <a:ext cx="56152" cy="77738"/>
            </a:xfrm>
            <a:custGeom>
              <a:avLst/>
              <a:gdLst/>
              <a:ahLst/>
              <a:cxnLst/>
              <a:rect l="l" t="t" r="r" b="b"/>
              <a:pathLst>
                <a:path w="835" h="1156" extrusionOk="0">
                  <a:moveTo>
                    <a:pt x="417" y="0"/>
                  </a:moveTo>
                  <a:cubicBezTo>
                    <a:pt x="191" y="0"/>
                    <a:pt x="1" y="262"/>
                    <a:pt x="1" y="572"/>
                  </a:cubicBezTo>
                  <a:cubicBezTo>
                    <a:pt x="1" y="893"/>
                    <a:pt x="191" y="1155"/>
                    <a:pt x="417" y="1155"/>
                  </a:cubicBezTo>
                  <a:cubicBezTo>
                    <a:pt x="656" y="1155"/>
                    <a:pt x="834" y="893"/>
                    <a:pt x="834" y="572"/>
                  </a:cubicBezTo>
                  <a:cubicBezTo>
                    <a:pt x="834" y="262"/>
                    <a:pt x="656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6988199" y="2159796"/>
              <a:ext cx="388354" cy="119499"/>
            </a:xfrm>
            <a:custGeom>
              <a:avLst/>
              <a:gdLst/>
              <a:ahLst/>
              <a:cxnLst/>
              <a:rect l="l" t="t" r="r" b="b"/>
              <a:pathLst>
                <a:path w="5775" h="1777" extrusionOk="0">
                  <a:moveTo>
                    <a:pt x="5226" y="1"/>
                  </a:moveTo>
                  <a:cubicBezTo>
                    <a:pt x="4979" y="1"/>
                    <a:pt x="4834" y="24"/>
                    <a:pt x="4834" y="24"/>
                  </a:cubicBezTo>
                  <a:cubicBezTo>
                    <a:pt x="4834" y="24"/>
                    <a:pt x="3669" y="1096"/>
                    <a:pt x="2284" y="1096"/>
                  </a:cubicBezTo>
                  <a:cubicBezTo>
                    <a:pt x="2269" y="1096"/>
                    <a:pt x="2254" y="1096"/>
                    <a:pt x="2239" y="1096"/>
                  </a:cubicBezTo>
                  <a:cubicBezTo>
                    <a:pt x="846" y="1072"/>
                    <a:pt x="739" y="24"/>
                    <a:pt x="739" y="24"/>
                  </a:cubicBezTo>
                  <a:cubicBezTo>
                    <a:pt x="700" y="22"/>
                    <a:pt x="661" y="22"/>
                    <a:pt x="624" y="22"/>
                  </a:cubicBezTo>
                  <a:cubicBezTo>
                    <a:pt x="376" y="22"/>
                    <a:pt x="166" y="54"/>
                    <a:pt x="0" y="95"/>
                  </a:cubicBezTo>
                  <a:cubicBezTo>
                    <a:pt x="346" y="929"/>
                    <a:pt x="1001" y="1608"/>
                    <a:pt x="1882" y="1715"/>
                  </a:cubicBezTo>
                  <a:cubicBezTo>
                    <a:pt x="2132" y="1757"/>
                    <a:pt x="2371" y="1777"/>
                    <a:pt x="2600" y="1777"/>
                  </a:cubicBezTo>
                  <a:cubicBezTo>
                    <a:pt x="3989" y="1777"/>
                    <a:pt x="4988" y="1038"/>
                    <a:pt x="5775" y="36"/>
                  </a:cubicBezTo>
                  <a:cubicBezTo>
                    <a:pt x="5561" y="9"/>
                    <a:pt x="5375" y="1"/>
                    <a:pt x="5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7258803" y="3128564"/>
              <a:ext cx="153795" cy="147407"/>
            </a:xfrm>
            <a:custGeom>
              <a:avLst/>
              <a:gdLst/>
              <a:ahLst/>
              <a:cxnLst/>
              <a:rect l="l" t="t" r="r" b="b"/>
              <a:pathLst>
                <a:path w="2287" h="2192" extrusionOk="0">
                  <a:moveTo>
                    <a:pt x="406" y="1"/>
                  </a:moveTo>
                  <a:cubicBezTo>
                    <a:pt x="144" y="394"/>
                    <a:pt x="1" y="644"/>
                    <a:pt x="1" y="644"/>
                  </a:cubicBezTo>
                  <a:lnTo>
                    <a:pt x="1561" y="2192"/>
                  </a:lnTo>
                  <a:cubicBezTo>
                    <a:pt x="1561" y="2192"/>
                    <a:pt x="1882" y="2120"/>
                    <a:pt x="2287" y="1941"/>
                  </a:cubicBezTo>
                  <a:cubicBezTo>
                    <a:pt x="1727" y="1239"/>
                    <a:pt x="1072" y="608"/>
                    <a:pt x="406" y="1"/>
                  </a:cubicBezTo>
                  <a:close/>
                </a:path>
              </a:pathLst>
            </a:custGeom>
            <a:solidFill>
              <a:srgbClr val="E874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6837699" y="2162150"/>
              <a:ext cx="964867" cy="1097008"/>
            </a:xfrm>
            <a:custGeom>
              <a:avLst/>
              <a:gdLst/>
              <a:ahLst/>
              <a:cxnLst/>
              <a:rect l="l" t="t" r="r" b="b"/>
              <a:pathLst>
                <a:path w="14348" h="16313" extrusionOk="0">
                  <a:moveTo>
                    <a:pt x="8013" y="1"/>
                  </a:moveTo>
                  <a:cubicBezTo>
                    <a:pt x="7226" y="1003"/>
                    <a:pt x="6227" y="1742"/>
                    <a:pt x="4838" y="1742"/>
                  </a:cubicBezTo>
                  <a:cubicBezTo>
                    <a:pt x="4609" y="1742"/>
                    <a:pt x="4370" y="1722"/>
                    <a:pt x="4120" y="1680"/>
                  </a:cubicBezTo>
                  <a:cubicBezTo>
                    <a:pt x="3239" y="1573"/>
                    <a:pt x="2584" y="882"/>
                    <a:pt x="2238" y="60"/>
                  </a:cubicBezTo>
                  <a:cubicBezTo>
                    <a:pt x="1798" y="168"/>
                    <a:pt x="1596" y="346"/>
                    <a:pt x="1596" y="346"/>
                  </a:cubicBezTo>
                  <a:cubicBezTo>
                    <a:pt x="1012" y="1608"/>
                    <a:pt x="0" y="4656"/>
                    <a:pt x="36" y="7359"/>
                  </a:cubicBezTo>
                  <a:cubicBezTo>
                    <a:pt x="60" y="10074"/>
                    <a:pt x="1405" y="10705"/>
                    <a:pt x="1405" y="10705"/>
                  </a:cubicBezTo>
                  <a:cubicBezTo>
                    <a:pt x="1405" y="10705"/>
                    <a:pt x="1298" y="10931"/>
                    <a:pt x="4608" y="11014"/>
                  </a:cubicBezTo>
                  <a:cubicBezTo>
                    <a:pt x="4770" y="11018"/>
                    <a:pt x="4930" y="11020"/>
                    <a:pt x="5089" y="11020"/>
                  </a:cubicBezTo>
                  <a:cubicBezTo>
                    <a:pt x="8178" y="11020"/>
                    <a:pt x="10644" y="10288"/>
                    <a:pt x="10644" y="10288"/>
                  </a:cubicBezTo>
                  <a:lnTo>
                    <a:pt x="10644" y="10288"/>
                  </a:lnTo>
                  <a:cubicBezTo>
                    <a:pt x="8715" y="11574"/>
                    <a:pt x="7322" y="13419"/>
                    <a:pt x="6668" y="14372"/>
                  </a:cubicBezTo>
                  <a:cubicBezTo>
                    <a:pt x="7334" y="14967"/>
                    <a:pt x="7989" y="15610"/>
                    <a:pt x="8549" y="16312"/>
                  </a:cubicBezTo>
                  <a:cubicBezTo>
                    <a:pt x="8763" y="16229"/>
                    <a:pt x="9001" y="16110"/>
                    <a:pt x="9227" y="15955"/>
                  </a:cubicBezTo>
                  <a:cubicBezTo>
                    <a:pt x="9918" y="15503"/>
                    <a:pt x="13930" y="13205"/>
                    <a:pt x="14145" y="11538"/>
                  </a:cubicBezTo>
                  <a:cubicBezTo>
                    <a:pt x="14347" y="9883"/>
                    <a:pt x="13907" y="6502"/>
                    <a:pt x="12025" y="3001"/>
                  </a:cubicBezTo>
                  <a:cubicBezTo>
                    <a:pt x="10799" y="715"/>
                    <a:pt x="9073" y="132"/>
                    <a:pt x="8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2"/>
            <p:cNvSpPr/>
            <p:nvPr/>
          </p:nvSpPr>
          <p:spPr>
            <a:xfrm>
              <a:off x="6824855" y="2382856"/>
              <a:ext cx="109748" cy="502406"/>
            </a:xfrm>
            <a:custGeom>
              <a:avLst/>
              <a:gdLst/>
              <a:ahLst/>
              <a:cxnLst/>
              <a:rect l="l" t="t" r="r" b="b"/>
              <a:pathLst>
                <a:path w="1632" h="7471" extrusionOk="0">
                  <a:moveTo>
                    <a:pt x="770" y="0"/>
                  </a:moveTo>
                  <a:cubicBezTo>
                    <a:pt x="756" y="0"/>
                    <a:pt x="748" y="11"/>
                    <a:pt x="739" y="29"/>
                  </a:cubicBezTo>
                  <a:cubicBezTo>
                    <a:pt x="727" y="41"/>
                    <a:pt x="1" y="1672"/>
                    <a:pt x="179" y="4315"/>
                  </a:cubicBezTo>
                  <a:cubicBezTo>
                    <a:pt x="370" y="6982"/>
                    <a:pt x="1525" y="7446"/>
                    <a:pt x="1584" y="7458"/>
                  </a:cubicBezTo>
                  <a:cubicBezTo>
                    <a:pt x="1584" y="7458"/>
                    <a:pt x="1584" y="7470"/>
                    <a:pt x="1596" y="7470"/>
                  </a:cubicBezTo>
                  <a:cubicBezTo>
                    <a:pt x="1608" y="7470"/>
                    <a:pt x="1620" y="7458"/>
                    <a:pt x="1632" y="7446"/>
                  </a:cubicBezTo>
                  <a:cubicBezTo>
                    <a:pt x="1632" y="7423"/>
                    <a:pt x="1620" y="7399"/>
                    <a:pt x="1608" y="7399"/>
                  </a:cubicBezTo>
                  <a:cubicBezTo>
                    <a:pt x="1596" y="7387"/>
                    <a:pt x="441" y="6923"/>
                    <a:pt x="263" y="4315"/>
                  </a:cubicBezTo>
                  <a:cubicBezTo>
                    <a:pt x="72" y="1696"/>
                    <a:pt x="798" y="77"/>
                    <a:pt x="798" y="53"/>
                  </a:cubicBezTo>
                  <a:cubicBezTo>
                    <a:pt x="810" y="41"/>
                    <a:pt x="810" y="17"/>
                    <a:pt x="786" y="5"/>
                  </a:cubicBezTo>
                  <a:cubicBezTo>
                    <a:pt x="780" y="2"/>
                    <a:pt x="775" y="0"/>
                    <a:pt x="7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2"/>
            <p:cNvSpPr/>
            <p:nvPr/>
          </p:nvSpPr>
          <p:spPr>
            <a:xfrm>
              <a:off x="7402175" y="2383192"/>
              <a:ext cx="154535" cy="473221"/>
            </a:xfrm>
            <a:custGeom>
              <a:avLst/>
              <a:gdLst/>
              <a:ahLst/>
              <a:cxnLst/>
              <a:rect l="l" t="t" r="r" b="b"/>
              <a:pathLst>
                <a:path w="2298" h="7037" extrusionOk="0">
                  <a:moveTo>
                    <a:pt x="250" y="0"/>
                  </a:moveTo>
                  <a:cubicBezTo>
                    <a:pt x="226" y="0"/>
                    <a:pt x="214" y="12"/>
                    <a:pt x="202" y="24"/>
                  </a:cubicBezTo>
                  <a:cubicBezTo>
                    <a:pt x="202" y="72"/>
                    <a:pt x="0" y="1072"/>
                    <a:pt x="679" y="3501"/>
                  </a:cubicBezTo>
                  <a:cubicBezTo>
                    <a:pt x="1369" y="5941"/>
                    <a:pt x="2215" y="7013"/>
                    <a:pt x="2226" y="7025"/>
                  </a:cubicBezTo>
                  <a:cubicBezTo>
                    <a:pt x="2226" y="7037"/>
                    <a:pt x="2238" y="7037"/>
                    <a:pt x="2250" y="7037"/>
                  </a:cubicBezTo>
                  <a:cubicBezTo>
                    <a:pt x="2262" y="7037"/>
                    <a:pt x="2262" y="7037"/>
                    <a:pt x="2274" y="7025"/>
                  </a:cubicBezTo>
                  <a:cubicBezTo>
                    <a:pt x="2286" y="7013"/>
                    <a:pt x="2298" y="6989"/>
                    <a:pt x="2286" y="6977"/>
                  </a:cubicBezTo>
                  <a:cubicBezTo>
                    <a:pt x="2274" y="6965"/>
                    <a:pt x="1429" y="5906"/>
                    <a:pt x="750" y="3489"/>
                  </a:cubicBezTo>
                  <a:cubicBezTo>
                    <a:pt x="83" y="1072"/>
                    <a:pt x="274" y="60"/>
                    <a:pt x="274" y="48"/>
                  </a:cubicBezTo>
                  <a:cubicBezTo>
                    <a:pt x="286" y="24"/>
                    <a:pt x="274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7302850" y="2120456"/>
              <a:ext cx="265897" cy="139740"/>
            </a:xfrm>
            <a:custGeom>
              <a:avLst/>
              <a:gdLst/>
              <a:ahLst/>
              <a:cxnLst/>
              <a:rect l="l" t="t" r="r" b="b"/>
              <a:pathLst>
                <a:path w="3954" h="2078" extrusionOk="0">
                  <a:moveTo>
                    <a:pt x="844" y="0"/>
                  </a:moveTo>
                  <a:cubicBezTo>
                    <a:pt x="719" y="0"/>
                    <a:pt x="620" y="61"/>
                    <a:pt x="620" y="61"/>
                  </a:cubicBezTo>
                  <a:cubicBezTo>
                    <a:pt x="620" y="61"/>
                    <a:pt x="1" y="847"/>
                    <a:pt x="453" y="1181"/>
                  </a:cubicBezTo>
                  <a:cubicBezTo>
                    <a:pt x="511" y="1222"/>
                    <a:pt x="565" y="1241"/>
                    <a:pt x="616" y="1241"/>
                  </a:cubicBezTo>
                  <a:cubicBezTo>
                    <a:pt x="839" y="1241"/>
                    <a:pt x="1001" y="896"/>
                    <a:pt x="1086" y="656"/>
                  </a:cubicBezTo>
                  <a:lnTo>
                    <a:pt x="1086" y="656"/>
                  </a:lnTo>
                  <a:cubicBezTo>
                    <a:pt x="1019" y="927"/>
                    <a:pt x="970" y="1358"/>
                    <a:pt x="1298" y="1454"/>
                  </a:cubicBezTo>
                  <a:cubicBezTo>
                    <a:pt x="1329" y="1464"/>
                    <a:pt x="1359" y="1468"/>
                    <a:pt x="1387" y="1468"/>
                  </a:cubicBezTo>
                  <a:cubicBezTo>
                    <a:pt x="1655" y="1468"/>
                    <a:pt x="1811" y="1076"/>
                    <a:pt x="1885" y="808"/>
                  </a:cubicBezTo>
                  <a:lnTo>
                    <a:pt x="1885" y="808"/>
                  </a:lnTo>
                  <a:cubicBezTo>
                    <a:pt x="1833" y="1073"/>
                    <a:pt x="1778" y="1473"/>
                    <a:pt x="1894" y="1597"/>
                  </a:cubicBezTo>
                  <a:cubicBezTo>
                    <a:pt x="1957" y="1664"/>
                    <a:pt x="2059" y="1718"/>
                    <a:pt x="2182" y="1718"/>
                  </a:cubicBezTo>
                  <a:cubicBezTo>
                    <a:pt x="2378" y="1718"/>
                    <a:pt x="2624" y="1582"/>
                    <a:pt x="2842" y="1145"/>
                  </a:cubicBezTo>
                  <a:lnTo>
                    <a:pt x="2842" y="1145"/>
                  </a:lnTo>
                  <a:cubicBezTo>
                    <a:pt x="2744" y="1398"/>
                    <a:pt x="2635" y="1795"/>
                    <a:pt x="2822" y="1966"/>
                  </a:cubicBezTo>
                  <a:cubicBezTo>
                    <a:pt x="2904" y="2041"/>
                    <a:pt x="2989" y="2077"/>
                    <a:pt x="3075" y="2077"/>
                  </a:cubicBezTo>
                  <a:cubicBezTo>
                    <a:pt x="3291" y="2077"/>
                    <a:pt x="3509" y="1851"/>
                    <a:pt x="3680" y="1442"/>
                  </a:cubicBezTo>
                  <a:cubicBezTo>
                    <a:pt x="3680" y="1442"/>
                    <a:pt x="3954" y="1038"/>
                    <a:pt x="3406" y="800"/>
                  </a:cubicBezTo>
                  <a:cubicBezTo>
                    <a:pt x="3319" y="763"/>
                    <a:pt x="3245" y="749"/>
                    <a:pt x="3185" y="749"/>
                  </a:cubicBezTo>
                  <a:cubicBezTo>
                    <a:pt x="3033" y="749"/>
                    <a:pt x="2965" y="835"/>
                    <a:pt x="2965" y="835"/>
                  </a:cubicBezTo>
                  <a:cubicBezTo>
                    <a:pt x="2965" y="835"/>
                    <a:pt x="2822" y="514"/>
                    <a:pt x="2441" y="407"/>
                  </a:cubicBezTo>
                  <a:cubicBezTo>
                    <a:pt x="2352" y="384"/>
                    <a:pt x="2277" y="376"/>
                    <a:pt x="2216" y="376"/>
                  </a:cubicBezTo>
                  <a:cubicBezTo>
                    <a:pt x="2016" y="376"/>
                    <a:pt x="1953" y="466"/>
                    <a:pt x="1953" y="466"/>
                  </a:cubicBezTo>
                  <a:cubicBezTo>
                    <a:pt x="1953" y="466"/>
                    <a:pt x="1918" y="288"/>
                    <a:pt x="1572" y="192"/>
                  </a:cubicBezTo>
                  <a:cubicBezTo>
                    <a:pt x="1512" y="175"/>
                    <a:pt x="1459" y="168"/>
                    <a:pt x="1414" y="168"/>
                  </a:cubicBezTo>
                  <a:cubicBezTo>
                    <a:pt x="1211" y="168"/>
                    <a:pt x="1156" y="311"/>
                    <a:pt x="1156" y="311"/>
                  </a:cubicBezTo>
                  <a:cubicBezTo>
                    <a:pt x="1156" y="311"/>
                    <a:pt x="1096" y="61"/>
                    <a:pt x="941" y="14"/>
                  </a:cubicBezTo>
                  <a:cubicBezTo>
                    <a:pt x="908" y="4"/>
                    <a:pt x="875" y="0"/>
                    <a:pt x="844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6555468" y="636161"/>
              <a:ext cx="185805" cy="199389"/>
            </a:xfrm>
            <a:custGeom>
              <a:avLst/>
              <a:gdLst/>
              <a:ahLst/>
              <a:cxnLst/>
              <a:rect l="l" t="t" r="r" b="b"/>
              <a:pathLst>
                <a:path w="2763" h="2965" extrusionOk="0">
                  <a:moveTo>
                    <a:pt x="1442" y="1"/>
                  </a:moveTo>
                  <a:cubicBezTo>
                    <a:pt x="1388" y="1"/>
                    <a:pt x="1334" y="33"/>
                    <a:pt x="1322" y="98"/>
                  </a:cubicBezTo>
                  <a:lnTo>
                    <a:pt x="1167" y="740"/>
                  </a:lnTo>
                  <a:cubicBezTo>
                    <a:pt x="1120" y="955"/>
                    <a:pt x="953" y="1133"/>
                    <a:pt x="762" y="1169"/>
                  </a:cubicBezTo>
                  <a:lnTo>
                    <a:pt x="143" y="1300"/>
                  </a:lnTo>
                  <a:cubicBezTo>
                    <a:pt x="12" y="1336"/>
                    <a:pt x="0" y="1526"/>
                    <a:pt x="131" y="1562"/>
                  </a:cubicBezTo>
                  <a:lnTo>
                    <a:pt x="739" y="1741"/>
                  </a:lnTo>
                  <a:cubicBezTo>
                    <a:pt x="929" y="1800"/>
                    <a:pt x="1072" y="1979"/>
                    <a:pt x="1108" y="2205"/>
                  </a:cubicBezTo>
                  <a:lnTo>
                    <a:pt x="1203" y="2860"/>
                  </a:lnTo>
                  <a:cubicBezTo>
                    <a:pt x="1215" y="2928"/>
                    <a:pt x="1273" y="2964"/>
                    <a:pt x="1331" y="2964"/>
                  </a:cubicBezTo>
                  <a:cubicBezTo>
                    <a:pt x="1384" y="2964"/>
                    <a:pt x="1436" y="2934"/>
                    <a:pt x="1453" y="2872"/>
                  </a:cubicBezTo>
                  <a:lnTo>
                    <a:pt x="1620" y="2169"/>
                  </a:lnTo>
                  <a:cubicBezTo>
                    <a:pt x="1667" y="1979"/>
                    <a:pt x="1798" y="1836"/>
                    <a:pt x="1965" y="1800"/>
                  </a:cubicBezTo>
                  <a:lnTo>
                    <a:pt x="2632" y="1657"/>
                  </a:lnTo>
                  <a:cubicBezTo>
                    <a:pt x="2763" y="1633"/>
                    <a:pt x="2763" y="1443"/>
                    <a:pt x="2632" y="1407"/>
                  </a:cubicBezTo>
                  <a:lnTo>
                    <a:pt x="1989" y="1205"/>
                  </a:lnTo>
                  <a:cubicBezTo>
                    <a:pt x="1822" y="1157"/>
                    <a:pt x="1703" y="1002"/>
                    <a:pt x="1667" y="812"/>
                  </a:cubicBezTo>
                  <a:lnTo>
                    <a:pt x="1560" y="109"/>
                  </a:lnTo>
                  <a:cubicBezTo>
                    <a:pt x="1554" y="36"/>
                    <a:pt x="1498" y="1"/>
                    <a:pt x="1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4157157" y="1630897"/>
              <a:ext cx="186679" cy="199389"/>
            </a:xfrm>
            <a:custGeom>
              <a:avLst/>
              <a:gdLst/>
              <a:ahLst/>
              <a:cxnLst/>
              <a:rect l="l" t="t" r="r" b="b"/>
              <a:pathLst>
                <a:path w="2776" h="2965" extrusionOk="0">
                  <a:moveTo>
                    <a:pt x="1439" y="1"/>
                  </a:moveTo>
                  <a:cubicBezTo>
                    <a:pt x="1386" y="1"/>
                    <a:pt x="1334" y="31"/>
                    <a:pt x="1322" y="93"/>
                  </a:cubicBezTo>
                  <a:lnTo>
                    <a:pt x="1168" y="736"/>
                  </a:lnTo>
                  <a:cubicBezTo>
                    <a:pt x="1120" y="962"/>
                    <a:pt x="953" y="1129"/>
                    <a:pt x="763" y="1177"/>
                  </a:cubicBezTo>
                  <a:lnTo>
                    <a:pt x="144" y="1308"/>
                  </a:lnTo>
                  <a:cubicBezTo>
                    <a:pt x="13" y="1331"/>
                    <a:pt x="1" y="1522"/>
                    <a:pt x="132" y="1558"/>
                  </a:cubicBezTo>
                  <a:lnTo>
                    <a:pt x="739" y="1748"/>
                  </a:lnTo>
                  <a:cubicBezTo>
                    <a:pt x="930" y="1796"/>
                    <a:pt x="1072" y="1986"/>
                    <a:pt x="1108" y="2212"/>
                  </a:cubicBezTo>
                  <a:lnTo>
                    <a:pt x="1203" y="2855"/>
                  </a:lnTo>
                  <a:cubicBezTo>
                    <a:pt x="1216" y="2928"/>
                    <a:pt x="1271" y="2964"/>
                    <a:pt x="1328" y="2964"/>
                  </a:cubicBezTo>
                  <a:cubicBezTo>
                    <a:pt x="1381" y="2964"/>
                    <a:pt x="1436" y="2931"/>
                    <a:pt x="1453" y="2867"/>
                  </a:cubicBezTo>
                  <a:lnTo>
                    <a:pt x="1620" y="2177"/>
                  </a:lnTo>
                  <a:cubicBezTo>
                    <a:pt x="1668" y="1986"/>
                    <a:pt x="1799" y="1843"/>
                    <a:pt x="1965" y="1808"/>
                  </a:cubicBezTo>
                  <a:lnTo>
                    <a:pt x="2632" y="1665"/>
                  </a:lnTo>
                  <a:cubicBezTo>
                    <a:pt x="2763" y="1629"/>
                    <a:pt x="2775" y="1438"/>
                    <a:pt x="2632" y="1403"/>
                  </a:cubicBezTo>
                  <a:lnTo>
                    <a:pt x="1989" y="1212"/>
                  </a:lnTo>
                  <a:cubicBezTo>
                    <a:pt x="1823" y="1165"/>
                    <a:pt x="1703" y="1010"/>
                    <a:pt x="1668" y="819"/>
                  </a:cubicBezTo>
                  <a:lnTo>
                    <a:pt x="1561" y="105"/>
                  </a:lnTo>
                  <a:cubicBezTo>
                    <a:pt x="1554" y="37"/>
                    <a:pt x="1496" y="1"/>
                    <a:pt x="1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8430893" y="3560697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2" y="1"/>
                  </a:moveTo>
                  <a:cubicBezTo>
                    <a:pt x="1379" y="1"/>
                    <a:pt x="1327" y="31"/>
                    <a:pt x="1310" y="93"/>
                  </a:cubicBezTo>
                  <a:lnTo>
                    <a:pt x="1155" y="736"/>
                  </a:lnTo>
                  <a:cubicBezTo>
                    <a:pt x="1108" y="962"/>
                    <a:pt x="953" y="1129"/>
                    <a:pt x="750" y="1165"/>
                  </a:cubicBezTo>
                  <a:lnTo>
                    <a:pt x="143" y="1296"/>
                  </a:lnTo>
                  <a:cubicBezTo>
                    <a:pt x="0" y="1331"/>
                    <a:pt x="0" y="1522"/>
                    <a:pt x="131" y="1558"/>
                  </a:cubicBezTo>
                  <a:lnTo>
                    <a:pt x="727" y="1736"/>
                  </a:lnTo>
                  <a:cubicBezTo>
                    <a:pt x="917" y="1796"/>
                    <a:pt x="1060" y="1974"/>
                    <a:pt x="1096" y="2200"/>
                  </a:cubicBezTo>
                  <a:lnTo>
                    <a:pt x="1203" y="2855"/>
                  </a:lnTo>
                  <a:cubicBezTo>
                    <a:pt x="1209" y="2928"/>
                    <a:pt x="1265" y="2964"/>
                    <a:pt x="1321" y="2964"/>
                  </a:cubicBezTo>
                  <a:cubicBezTo>
                    <a:pt x="1375" y="2964"/>
                    <a:pt x="1429" y="2931"/>
                    <a:pt x="1441" y="2867"/>
                  </a:cubicBezTo>
                  <a:lnTo>
                    <a:pt x="1608" y="2165"/>
                  </a:lnTo>
                  <a:cubicBezTo>
                    <a:pt x="1655" y="1986"/>
                    <a:pt x="1786" y="1843"/>
                    <a:pt x="1953" y="1808"/>
                  </a:cubicBezTo>
                  <a:lnTo>
                    <a:pt x="2620" y="1665"/>
                  </a:lnTo>
                  <a:cubicBezTo>
                    <a:pt x="2751" y="1629"/>
                    <a:pt x="2763" y="1438"/>
                    <a:pt x="2632" y="1403"/>
                  </a:cubicBezTo>
                  <a:lnTo>
                    <a:pt x="1977" y="1212"/>
                  </a:lnTo>
                  <a:cubicBezTo>
                    <a:pt x="1810" y="1165"/>
                    <a:pt x="1691" y="1010"/>
                    <a:pt x="1667" y="819"/>
                  </a:cubicBezTo>
                  <a:lnTo>
                    <a:pt x="1560" y="105"/>
                  </a:lnTo>
                  <a:cubicBezTo>
                    <a:pt x="1548" y="37"/>
                    <a:pt x="1490" y="1"/>
                    <a:pt x="1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8010636" y="1986261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6" y="0"/>
                  </a:moveTo>
                  <a:cubicBezTo>
                    <a:pt x="1382" y="0"/>
                    <a:pt x="1328" y="33"/>
                    <a:pt x="1310" y="97"/>
                  </a:cubicBezTo>
                  <a:lnTo>
                    <a:pt x="1155" y="740"/>
                  </a:lnTo>
                  <a:cubicBezTo>
                    <a:pt x="1108" y="954"/>
                    <a:pt x="953" y="1133"/>
                    <a:pt x="750" y="1169"/>
                  </a:cubicBezTo>
                  <a:lnTo>
                    <a:pt x="143" y="1300"/>
                  </a:lnTo>
                  <a:cubicBezTo>
                    <a:pt x="0" y="1335"/>
                    <a:pt x="0" y="1526"/>
                    <a:pt x="131" y="1562"/>
                  </a:cubicBezTo>
                  <a:lnTo>
                    <a:pt x="727" y="1740"/>
                  </a:lnTo>
                  <a:cubicBezTo>
                    <a:pt x="917" y="1800"/>
                    <a:pt x="1060" y="1978"/>
                    <a:pt x="1096" y="2205"/>
                  </a:cubicBezTo>
                  <a:lnTo>
                    <a:pt x="1203" y="2859"/>
                  </a:lnTo>
                  <a:cubicBezTo>
                    <a:pt x="1209" y="2928"/>
                    <a:pt x="1267" y="2964"/>
                    <a:pt x="1325" y="2964"/>
                  </a:cubicBezTo>
                  <a:cubicBezTo>
                    <a:pt x="1378" y="2964"/>
                    <a:pt x="1430" y="2934"/>
                    <a:pt x="1441" y="2871"/>
                  </a:cubicBezTo>
                  <a:lnTo>
                    <a:pt x="1608" y="2169"/>
                  </a:lnTo>
                  <a:cubicBezTo>
                    <a:pt x="1655" y="1978"/>
                    <a:pt x="1786" y="1836"/>
                    <a:pt x="1953" y="1800"/>
                  </a:cubicBezTo>
                  <a:lnTo>
                    <a:pt x="2620" y="1657"/>
                  </a:lnTo>
                  <a:cubicBezTo>
                    <a:pt x="2751" y="1633"/>
                    <a:pt x="2763" y="1443"/>
                    <a:pt x="2632" y="1407"/>
                  </a:cubicBezTo>
                  <a:lnTo>
                    <a:pt x="1977" y="1205"/>
                  </a:lnTo>
                  <a:cubicBezTo>
                    <a:pt x="1810" y="1157"/>
                    <a:pt x="1691" y="1002"/>
                    <a:pt x="1667" y="812"/>
                  </a:cubicBezTo>
                  <a:lnTo>
                    <a:pt x="1560" y="109"/>
                  </a:lnTo>
                  <a:cubicBezTo>
                    <a:pt x="1548" y="36"/>
                    <a:pt x="1492" y="0"/>
                    <a:pt x="1436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6" name="Google Shape;986;p42"/>
            <p:cNvGrpSpPr/>
            <p:nvPr/>
          </p:nvGrpSpPr>
          <p:grpSpPr>
            <a:xfrm>
              <a:off x="4318075" y="403696"/>
              <a:ext cx="1348907" cy="1226248"/>
              <a:chOff x="6494019" y="-137261"/>
              <a:chExt cx="2116596" cy="1924130"/>
            </a:xfrm>
          </p:grpSpPr>
          <p:sp>
            <p:nvSpPr>
              <p:cNvPr id="987" name="Google Shape;987;p42"/>
              <p:cNvSpPr/>
              <p:nvPr/>
            </p:nvSpPr>
            <p:spPr>
              <a:xfrm>
                <a:off x="6494019" y="-137261"/>
                <a:ext cx="2116596" cy="1924130"/>
              </a:xfrm>
              <a:custGeom>
                <a:avLst/>
                <a:gdLst/>
                <a:ahLst/>
                <a:cxnLst/>
                <a:rect l="l" t="t" r="r" b="b"/>
                <a:pathLst>
                  <a:path w="63509" h="57734" extrusionOk="0">
                    <a:moveTo>
                      <a:pt x="31969" y="1"/>
                    </a:moveTo>
                    <a:cubicBezTo>
                      <a:pt x="28706" y="1"/>
                      <a:pt x="26051" y="3644"/>
                      <a:pt x="25992" y="8168"/>
                    </a:cubicBezTo>
                    <a:cubicBezTo>
                      <a:pt x="25897" y="8049"/>
                      <a:pt x="25801" y="7930"/>
                      <a:pt x="25694" y="7811"/>
                    </a:cubicBezTo>
                    <a:cubicBezTo>
                      <a:pt x="23611" y="5439"/>
                      <a:pt x="20864" y="4108"/>
                      <a:pt x="18518" y="4108"/>
                    </a:cubicBezTo>
                    <a:cubicBezTo>
                      <a:pt x="17378" y="4108"/>
                      <a:pt x="16332" y="4423"/>
                      <a:pt x="15502" y="5085"/>
                    </a:cubicBezTo>
                    <a:cubicBezTo>
                      <a:pt x="13478" y="6692"/>
                      <a:pt x="13359" y="9883"/>
                      <a:pt x="14967" y="12895"/>
                    </a:cubicBezTo>
                    <a:cubicBezTo>
                      <a:pt x="13279" y="12099"/>
                      <a:pt x="11536" y="11713"/>
                      <a:pt x="9957" y="11713"/>
                    </a:cubicBezTo>
                    <a:cubicBezTo>
                      <a:pt x="7613" y="11713"/>
                      <a:pt x="5631" y="12564"/>
                      <a:pt x="4727" y="14193"/>
                    </a:cubicBezTo>
                    <a:cubicBezTo>
                      <a:pt x="3310" y="16753"/>
                      <a:pt x="5084" y="20337"/>
                      <a:pt x="8704" y="22563"/>
                    </a:cubicBezTo>
                    <a:cubicBezTo>
                      <a:pt x="3894" y="22575"/>
                      <a:pt x="0" y="25111"/>
                      <a:pt x="0" y="28254"/>
                    </a:cubicBezTo>
                    <a:cubicBezTo>
                      <a:pt x="0" y="31243"/>
                      <a:pt x="3537" y="33683"/>
                      <a:pt x="8025" y="33922"/>
                    </a:cubicBezTo>
                    <a:cubicBezTo>
                      <a:pt x="7894" y="34017"/>
                      <a:pt x="7763" y="34124"/>
                      <a:pt x="7632" y="34231"/>
                    </a:cubicBezTo>
                    <a:cubicBezTo>
                      <a:pt x="3930" y="37172"/>
                      <a:pt x="2644" y="41518"/>
                      <a:pt x="4751" y="43923"/>
                    </a:cubicBezTo>
                    <a:cubicBezTo>
                      <a:pt x="5674" y="44975"/>
                      <a:pt x="7091" y="45488"/>
                      <a:pt x="8702" y="45488"/>
                    </a:cubicBezTo>
                    <a:cubicBezTo>
                      <a:pt x="10792" y="45488"/>
                      <a:pt x="13209" y="44625"/>
                      <a:pt x="15300" y="42958"/>
                    </a:cubicBezTo>
                    <a:cubicBezTo>
                      <a:pt x="15348" y="42923"/>
                      <a:pt x="15383" y="42887"/>
                      <a:pt x="15431" y="42851"/>
                    </a:cubicBezTo>
                    <a:lnTo>
                      <a:pt x="15431" y="42851"/>
                    </a:lnTo>
                    <a:cubicBezTo>
                      <a:pt x="15014" y="43375"/>
                      <a:pt x="14621" y="43947"/>
                      <a:pt x="14276" y="44578"/>
                    </a:cubicBezTo>
                    <a:cubicBezTo>
                      <a:pt x="12026" y="48638"/>
                      <a:pt x="12573" y="53114"/>
                      <a:pt x="15502" y="54579"/>
                    </a:cubicBezTo>
                    <a:cubicBezTo>
                      <a:pt x="16132" y="54896"/>
                      <a:pt x="16822" y="55047"/>
                      <a:pt x="17539" y="55047"/>
                    </a:cubicBezTo>
                    <a:cubicBezTo>
                      <a:pt x="20020" y="55047"/>
                      <a:pt x="22828" y="53242"/>
                      <a:pt x="24611" y="50304"/>
                    </a:cubicBezTo>
                    <a:cubicBezTo>
                      <a:pt x="24932" y="54484"/>
                      <a:pt x="27480" y="57734"/>
                      <a:pt x="30564" y="57734"/>
                    </a:cubicBezTo>
                    <a:cubicBezTo>
                      <a:pt x="33612" y="57734"/>
                      <a:pt x="36124" y="54555"/>
                      <a:pt x="36493" y="50459"/>
                    </a:cubicBezTo>
                    <a:cubicBezTo>
                      <a:pt x="36612" y="50602"/>
                      <a:pt x="36719" y="50745"/>
                      <a:pt x="36838" y="50876"/>
                    </a:cubicBezTo>
                    <a:cubicBezTo>
                      <a:pt x="38925" y="53251"/>
                      <a:pt x="41676" y="54582"/>
                      <a:pt x="44024" y="54582"/>
                    </a:cubicBezTo>
                    <a:cubicBezTo>
                      <a:pt x="45161" y="54582"/>
                      <a:pt x="46203" y="54271"/>
                      <a:pt x="47030" y="53614"/>
                    </a:cubicBezTo>
                    <a:cubicBezTo>
                      <a:pt x="49566" y="51590"/>
                      <a:pt x="49114" y="47102"/>
                      <a:pt x="46030" y="43577"/>
                    </a:cubicBezTo>
                    <a:cubicBezTo>
                      <a:pt x="43944" y="41202"/>
                      <a:pt x="41187" y="39871"/>
                      <a:pt x="38835" y="39871"/>
                    </a:cubicBezTo>
                    <a:cubicBezTo>
                      <a:pt x="37697" y="39871"/>
                      <a:pt x="36653" y="40183"/>
                      <a:pt x="35826" y="40839"/>
                    </a:cubicBezTo>
                    <a:cubicBezTo>
                      <a:pt x="35124" y="41411"/>
                      <a:pt x="34648" y="42161"/>
                      <a:pt x="34398" y="43030"/>
                    </a:cubicBezTo>
                    <a:cubicBezTo>
                      <a:pt x="33362" y="41827"/>
                      <a:pt x="32028" y="41101"/>
                      <a:pt x="30564" y="41101"/>
                    </a:cubicBezTo>
                    <a:cubicBezTo>
                      <a:pt x="28825" y="41101"/>
                      <a:pt x="27266" y="42125"/>
                      <a:pt x="26170" y="43768"/>
                    </a:cubicBezTo>
                    <a:cubicBezTo>
                      <a:pt x="25920" y="42018"/>
                      <a:pt x="25063" y="40589"/>
                      <a:pt x="23646" y="39863"/>
                    </a:cubicBezTo>
                    <a:cubicBezTo>
                      <a:pt x="23014" y="39551"/>
                      <a:pt x="22325" y="39402"/>
                      <a:pt x="21610" y="39402"/>
                    </a:cubicBezTo>
                    <a:cubicBezTo>
                      <a:pt x="20141" y="39402"/>
                      <a:pt x="18562" y="40028"/>
                      <a:pt x="17145" y="41149"/>
                    </a:cubicBezTo>
                    <a:cubicBezTo>
                      <a:pt x="19372" y="38434"/>
                      <a:pt x="19884" y="35219"/>
                      <a:pt x="18169" y="33267"/>
                    </a:cubicBezTo>
                    <a:cubicBezTo>
                      <a:pt x="17515" y="32517"/>
                      <a:pt x="16598" y="32040"/>
                      <a:pt x="15538" y="31826"/>
                    </a:cubicBezTo>
                    <a:cubicBezTo>
                      <a:pt x="16753" y="30850"/>
                      <a:pt x="17479" y="29611"/>
                      <a:pt x="17479" y="28254"/>
                    </a:cubicBezTo>
                    <a:cubicBezTo>
                      <a:pt x="17479" y="26778"/>
                      <a:pt x="16610" y="25432"/>
                      <a:pt x="15193" y="24420"/>
                    </a:cubicBezTo>
                    <a:cubicBezTo>
                      <a:pt x="17443" y="24361"/>
                      <a:pt x="19324" y="23515"/>
                      <a:pt x="20193" y="21944"/>
                    </a:cubicBezTo>
                    <a:cubicBezTo>
                      <a:pt x="20848" y="20765"/>
                      <a:pt x="20824" y="19360"/>
                      <a:pt x="20253" y="17967"/>
                    </a:cubicBezTo>
                    <a:lnTo>
                      <a:pt x="20253" y="17967"/>
                    </a:lnTo>
                    <a:cubicBezTo>
                      <a:pt x="21417" y="18523"/>
                      <a:pt x="22602" y="18814"/>
                      <a:pt x="23699" y="18814"/>
                    </a:cubicBezTo>
                    <a:cubicBezTo>
                      <a:pt x="24834" y="18814"/>
                      <a:pt x="25877" y="18502"/>
                      <a:pt x="26706" y="17848"/>
                    </a:cubicBezTo>
                    <a:cubicBezTo>
                      <a:pt x="27611" y="17122"/>
                      <a:pt x="28135" y="16074"/>
                      <a:pt x="28290" y="14872"/>
                    </a:cubicBezTo>
                    <a:cubicBezTo>
                      <a:pt x="29314" y="15979"/>
                      <a:pt x="30588" y="16634"/>
                      <a:pt x="31969" y="16634"/>
                    </a:cubicBezTo>
                    <a:cubicBezTo>
                      <a:pt x="33671" y="16634"/>
                      <a:pt x="35195" y="15645"/>
                      <a:pt x="36291" y="14074"/>
                    </a:cubicBezTo>
                    <a:cubicBezTo>
                      <a:pt x="36350" y="16205"/>
                      <a:pt x="37243" y="17991"/>
                      <a:pt x="38886" y="18813"/>
                    </a:cubicBezTo>
                    <a:cubicBezTo>
                      <a:pt x="39518" y="19133"/>
                      <a:pt x="40210" y="19285"/>
                      <a:pt x="40929" y="19285"/>
                    </a:cubicBezTo>
                    <a:cubicBezTo>
                      <a:pt x="42078" y="19285"/>
                      <a:pt x="43296" y="18897"/>
                      <a:pt x="44446" y="18193"/>
                    </a:cubicBezTo>
                    <a:lnTo>
                      <a:pt x="44446" y="18193"/>
                    </a:lnTo>
                    <a:cubicBezTo>
                      <a:pt x="43589" y="20229"/>
                      <a:pt x="43684" y="22265"/>
                      <a:pt x="44899" y="23658"/>
                    </a:cubicBezTo>
                    <a:cubicBezTo>
                      <a:pt x="45637" y="24504"/>
                      <a:pt x="46685" y="24992"/>
                      <a:pt x="47899" y="25159"/>
                    </a:cubicBezTo>
                    <a:cubicBezTo>
                      <a:pt x="46732" y="26123"/>
                      <a:pt x="46030" y="27349"/>
                      <a:pt x="46030" y="28671"/>
                    </a:cubicBezTo>
                    <a:cubicBezTo>
                      <a:pt x="46030" y="30290"/>
                      <a:pt x="47054" y="31743"/>
                      <a:pt x="48709" y="32779"/>
                    </a:cubicBezTo>
                    <a:cubicBezTo>
                      <a:pt x="48693" y="32778"/>
                      <a:pt x="48677" y="32778"/>
                      <a:pt x="48661" y="32778"/>
                    </a:cubicBezTo>
                    <a:cubicBezTo>
                      <a:pt x="46324" y="32778"/>
                      <a:pt x="44345" y="33635"/>
                      <a:pt x="43446" y="35255"/>
                    </a:cubicBezTo>
                    <a:cubicBezTo>
                      <a:pt x="41910" y="38041"/>
                      <a:pt x="44125" y="42030"/>
                      <a:pt x="48387" y="44173"/>
                    </a:cubicBezTo>
                    <a:cubicBezTo>
                      <a:pt x="50162" y="45058"/>
                      <a:pt x="52013" y="45487"/>
                      <a:pt x="53680" y="45487"/>
                    </a:cubicBezTo>
                    <a:cubicBezTo>
                      <a:pt x="56029" y="45487"/>
                      <a:pt x="58014" y="44635"/>
                      <a:pt x="58913" y="43006"/>
                    </a:cubicBezTo>
                    <a:cubicBezTo>
                      <a:pt x="60389" y="40339"/>
                      <a:pt x="58413" y="36553"/>
                      <a:pt x="54472" y="34362"/>
                    </a:cubicBezTo>
                    <a:lnTo>
                      <a:pt x="54769" y="34362"/>
                    </a:lnTo>
                    <a:cubicBezTo>
                      <a:pt x="59603" y="34362"/>
                      <a:pt x="63508" y="31814"/>
                      <a:pt x="63508" y="28671"/>
                    </a:cubicBezTo>
                    <a:cubicBezTo>
                      <a:pt x="63508" y="25599"/>
                      <a:pt x="59758" y="23087"/>
                      <a:pt x="55079" y="22992"/>
                    </a:cubicBezTo>
                    <a:cubicBezTo>
                      <a:pt x="55198" y="22896"/>
                      <a:pt x="55329" y="22801"/>
                      <a:pt x="55448" y="22706"/>
                    </a:cubicBezTo>
                    <a:cubicBezTo>
                      <a:pt x="59151" y="19753"/>
                      <a:pt x="60437" y="15419"/>
                      <a:pt x="58317" y="13002"/>
                    </a:cubicBezTo>
                    <a:cubicBezTo>
                      <a:pt x="57397" y="11953"/>
                      <a:pt x="55984" y="11443"/>
                      <a:pt x="54378" y="11443"/>
                    </a:cubicBezTo>
                    <a:cubicBezTo>
                      <a:pt x="52576" y="11443"/>
                      <a:pt x="50530" y="12084"/>
                      <a:pt x="48661" y="13324"/>
                    </a:cubicBezTo>
                    <a:cubicBezTo>
                      <a:pt x="50423" y="9490"/>
                      <a:pt x="49769" y="5478"/>
                      <a:pt x="47042" y="4108"/>
                    </a:cubicBezTo>
                    <a:cubicBezTo>
                      <a:pt x="46411" y="3793"/>
                      <a:pt x="45720" y="3643"/>
                      <a:pt x="45003" y="3643"/>
                    </a:cubicBezTo>
                    <a:cubicBezTo>
                      <a:pt x="42529" y="3643"/>
                      <a:pt x="39739" y="5425"/>
                      <a:pt x="37958" y="8323"/>
                    </a:cubicBezTo>
                    <a:cubicBezTo>
                      <a:pt x="37958" y="3727"/>
                      <a:pt x="35279" y="1"/>
                      <a:pt x="319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2"/>
              <p:cNvSpPr/>
              <p:nvPr/>
            </p:nvSpPr>
            <p:spPr>
              <a:xfrm>
                <a:off x="6933325" y="242331"/>
                <a:ext cx="1238002" cy="1209350"/>
              </a:xfrm>
              <a:custGeom>
                <a:avLst/>
                <a:gdLst/>
                <a:ahLst/>
                <a:cxnLst/>
                <a:rect l="l" t="t" r="r" b="b"/>
                <a:pathLst>
                  <a:path w="46983" h="45900" extrusionOk="0">
                    <a:moveTo>
                      <a:pt x="23491" y="1"/>
                    </a:moveTo>
                    <a:cubicBezTo>
                      <a:pt x="10514" y="1"/>
                      <a:pt x="0" y="10276"/>
                      <a:pt x="0" y="22956"/>
                    </a:cubicBezTo>
                    <a:cubicBezTo>
                      <a:pt x="0" y="35624"/>
                      <a:pt x="10514" y="45899"/>
                      <a:pt x="23491" y="45899"/>
                    </a:cubicBezTo>
                    <a:cubicBezTo>
                      <a:pt x="36469" y="45899"/>
                      <a:pt x="46982" y="35624"/>
                      <a:pt x="46982" y="22956"/>
                    </a:cubicBezTo>
                    <a:cubicBezTo>
                      <a:pt x="46982" y="10276"/>
                      <a:pt x="36469" y="1"/>
                      <a:pt x="234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9" name="Google Shape;989;p42"/>
          <p:cNvSpPr/>
          <p:nvPr/>
        </p:nvSpPr>
        <p:spPr>
          <a:xfrm>
            <a:off x="849993" y="539386"/>
            <a:ext cx="185805" cy="199389"/>
          </a:xfrm>
          <a:custGeom>
            <a:avLst/>
            <a:gdLst/>
            <a:ahLst/>
            <a:cxnLst/>
            <a:rect l="l" t="t" r="r" b="b"/>
            <a:pathLst>
              <a:path w="2763" h="2965" extrusionOk="0">
                <a:moveTo>
                  <a:pt x="1442" y="1"/>
                </a:moveTo>
                <a:cubicBezTo>
                  <a:pt x="1388" y="1"/>
                  <a:pt x="1334" y="33"/>
                  <a:pt x="1322" y="98"/>
                </a:cubicBezTo>
                <a:lnTo>
                  <a:pt x="1167" y="740"/>
                </a:lnTo>
                <a:cubicBezTo>
                  <a:pt x="1120" y="955"/>
                  <a:pt x="953" y="1133"/>
                  <a:pt x="762" y="1169"/>
                </a:cubicBezTo>
                <a:lnTo>
                  <a:pt x="143" y="1300"/>
                </a:lnTo>
                <a:cubicBezTo>
                  <a:pt x="12" y="1336"/>
                  <a:pt x="0" y="1526"/>
                  <a:pt x="131" y="1562"/>
                </a:cubicBezTo>
                <a:lnTo>
                  <a:pt x="739" y="1741"/>
                </a:lnTo>
                <a:cubicBezTo>
                  <a:pt x="929" y="1800"/>
                  <a:pt x="1072" y="1979"/>
                  <a:pt x="1108" y="2205"/>
                </a:cubicBezTo>
                <a:lnTo>
                  <a:pt x="1203" y="2860"/>
                </a:lnTo>
                <a:cubicBezTo>
                  <a:pt x="1215" y="2928"/>
                  <a:pt x="1273" y="2964"/>
                  <a:pt x="1331" y="2964"/>
                </a:cubicBezTo>
                <a:cubicBezTo>
                  <a:pt x="1384" y="2964"/>
                  <a:pt x="1436" y="2934"/>
                  <a:pt x="1453" y="2872"/>
                </a:cubicBezTo>
                <a:lnTo>
                  <a:pt x="1620" y="2169"/>
                </a:lnTo>
                <a:cubicBezTo>
                  <a:pt x="1667" y="1979"/>
                  <a:pt x="1798" y="1836"/>
                  <a:pt x="1965" y="1800"/>
                </a:cubicBezTo>
                <a:lnTo>
                  <a:pt x="2632" y="1657"/>
                </a:lnTo>
                <a:cubicBezTo>
                  <a:pt x="2763" y="1633"/>
                  <a:pt x="2763" y="1443"/>
                  <a:pt x="2632" y="1407"/>
                </a:cubicBezTo>
                <a:lnTo>
                  <a:pt x="1989" y="1205"/>
                </a:lnTo>
                <a:cubicBezTo>
                  <a:pt x="1822" y="1157"/>
                  <a:pt x="1703" y="1002"/>
                  <a:pt x="1667" y="812"/>
                </a:cubicBezTo>
                <a:lnTo>
                  <a:pt x="1560" y="109"/>
                </a:lnTo>
                <a:cubicBezTo>
                  <a:pt x="1554" y="36"/>
                  <a:pt x="1498" y="1"/>
                  <a:pt x="14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22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3"/>
          <p:cNvSpPr txBox="1">
            <a:spLocks noGrp="1"/>
          </p:cNvSpPr>
          <p:nvPr>
            <p:ph type="title"/>
          </p:nvPr>
        </p:nvSpPr>
        <p:spPr>
          <a:xfrm>
            <a:off x="1372487" y="368131"/>
            <a:ext cx="5652628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/>
              <a:t>Purpose of the meeting</a:t>
            </a:r>
            <a:br>
              <a:rPr lang="en-GB" sz="3000" b="1" dirty="0"/>
            </a:br>
            <a:endParaRPr lang="en-GB" sz="3000" b="1" dirty="0"/>
          </a:p>
        </p:txBody>
      </p:sp>
      <p:sp>
        <p:nvSpPr>
          <p:cNvPr id="995" name="Google Shape;995;p43"/>
          <p:cNvSpPr txBox="1">
            <a:spLocks noGrp="1"/>
          </p:cNvSpPr>
          <p:nvPr>
            <p:ph type="subTitle" idx="1"/>
          </p:nvPr>
        </p:nvSpPr>
        <p:spPr>
          <a:xfrm>
            <a:off x="1606636" y="1218671"/>
            <a:ext cx="5702659" cy="2633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None/>
            </a:pPr>
            <a:r>
              <a:rPr lang="en-GB" b="1" dirty="0"/>
              <a:t>To identify meaningful methods we can apply AI across our platform to:</a:t>
            </a:r>
          </a:p>
          <a:p>
            <a:pPr algn="l">
              <a:lnSpc>
                <a:spcPct val="150000"/>
              </a:lnSpc>
            </a:pPr>
            <a:r>
              <a:rPr lang="en-GB" b="1" dirty="0"/>
              <a:t>Improve user experience</a:t>
            </a:r>
          </a:p>
          <a:p>
            <a:pPr algn="l">
              <a:lnSpc>
                <a:spcPct val="150000"/>
              </a:lnSpc>
            </a:pPr>
            <a:r>
              <a:rPr lang="en-GB" b="1" dirty="0"/>
              <a:t>Support families and caregivers</a:t>
            </a:r>
          </a:p>
          <a:p>
            <a:pPr algn="l">
              <a:lnSpc>
                <a:spcPct val="150000"/>
              </a:lnSpc>
            </a:pPr>
            <a:r>
              <a:rPr lang="en-GB" b="1" dirty="0"/>
              <a:t>Optimise our internal operations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grpSp>
        <p:nvGrpSpPr>
          <p:cNvPr id="996" name="Google Shape;996;p43"/>
          <p:cNvGrpSpPr/>
          <p:nvPr/>
        </p:nvGrpSpPr>
        <p:grpSpPr>
          <a:xfrm>
            <a:off x="5867261" y="1669472"/>
            <a:ext cx="3188914" cy="3169366"/>
            <a:chOff x="3681100" y="1476500"/>
            <a:chExt cx="942100" cy="936325"/>
          </a:xfrm>
        </p:grpSpPr>
        <p:sp>
          <p:nvSpPr>
            <p:cNvPr id="997" name="Google Shape;997;p43"/>
            <p:cNvSpPr/>
            <p:nvPr/>
          </p:nvSpPr>
          <p:spPr>
            <a:xfrm>
              <a:off x="4067975" y="1768850"/>
              <a:ext cx="352525" cy="277125"/>
            </a:xfrm>
            <a:custGeom>
              <a:avLst/>
              <a:gdLst/>
              <a:ahLst/>
              <a:cxnLst/>
              <a:rect l="l" t="t" r="r" b="b"/>
              <a:pathLst>
                <a:path w="14101" h="11085" extrusionOk="0">
                  <a:moveTo>
                    <a:pt x="1383" y="1"/>
                  </a:moveTo>
                  <a:cubicBezTo>
                    <a:pt x="1336" y="1"/>
                    <a:pt x="1293" y="8"/>
                    <a:pt x="1254" y="22"/>
                  </a:cubicBezTo>
                  <a:cubicBezTo>
                    <a:pt x="837" y="177"/>
                    <a:pt x="1302" y="487"/>
                    <a:pt x="1302" y="487"/>
                  </a:cubicBezTo>
                  <a:cubicBezTo>
                    <a:pt x="1302" y="487"/>
                    <a:pt x="994" y="351"/>
                    <a:pt x="756" y="351"/>
                  </a:cubicBezTo>
                  <a:cubicBezTo>
                    <a:pt x="629" y="351"/>
                    <a:pt x="521" y="390"/>
                    <a:pt x="492" y="510"/>
                  </a:cubicBezTo>
                  <a:cubicBezTo>
                    <a:pt x="420" y="868"/>
                    <a:pt x="659" y="1058"/>
                    <a:pt x="659" y="1058"/>
                  </a:cubicBezTo>
                  <a:cubicBezTo>
                    <a:pt x="659" y="1058"/>
                    <a:pt x="615" y="1053"/>
                    <a:pt x="552" y="1053"/>
                  </a:cubicBezTo>
                  <a:cubicBezTo>
                    <a:pt x="365" y="1053"/>
                    <a:pt x="1" y="1099"/>
                    <a:pt x="28" y="1463"/>
                  </a:cubicBezTo>
                  <a:cubicBezTo>
                    <a:pt x="63" y="1749"/>
                    <a:pt x="432" y="1820"/>
                    <a:pt x="432" y="1820"/>
                  </a:cubicBezTo>
                  <a:cubicBezTo>
                    <a:pt x="432" y="1820"/>
                    <a:pt x="51" y="1880"/>
                    <a:pt x="63" y="2177"/>
                  </a:cubicBezTo>
                  <a:cubicBezTo>
                    <a:pt x="87" y="2487"/>
                    <a:pt x="611" y="2499"/>
                    <a:pt x="611" y="2499"/>
                  </a:cubicBezTo>
                  <a:cubicBezTo>
                    <a:pt x="611" y="2499"/>
                    <a:pt x="373" y="2594"/>
                    <a:pt x="420" y="2916"/>
                  </a:cubicBezTo>
                  <a:cubicBezTo>
                    <a:pt x="456" y="3201"/>
                    <a:pt x="1171" y="3570"/>
                    <a:pt x="1837" y="3570"/>
                  </a:cubicBezTo>
                  <a:cubicBezTo>
                    <a:pt x="1873" y="4297"/>
                    <a:pt x="2040" y="6368"/>
                    <a:pt x="2766" y="8726"/>
                  </a:cubicBezTo>
                  <a:cubicBezTo>
                    <a:pt x="2766" y="8761"/>
                    <a:pt x="2778" y="8797"/>
                    <a:pt x="2790" y="8821"/>
                  </a:cubicBezTo>
                  <a:cubicBezTo>
                    <a:pt x="3254" y="10547"/>
                    <a:pt x="3564" y="10928"/>
                    <a:pt x="4266" y="11083"/>
                  </a:cubicBezTo>
                  <a:cubicBezTo>
                    <a:pt x="4270" y="11084"/>
                    <a:pt x="4278" y="11084"/>
                    <a:pt x="4289" y="11084"/>
                  </a:cubicBezTo>
                  <a:cubicBezTo>
                    <a:pt x="4442" y="11084"/>
                    <a:pt x="5235" y="11011"/>
                    <a:pt x="5290" y="11000"/>
                  </a:cubicBezTo>
                  <a:cubicBezTo>
                    <a:pt x="8576" y="10440"/>
                    <a:pt x="11719" y="9000"/>
                    <a:pt x="13934" y="5166"/>
                  </a:cubicBezTo>
                  <a:cubicBezTo>
                    <a:pt x="14101" y="4856"/>
                    <a:pt x="13934" y="4463"/>
                    <a:pt x="13589" y="4392"/>
                  </a:cubicBezTo>
                  <a:cubicBezTo>
                    <a:pt x="12398" y="4130"/>
                    <a:pt x="11422" y="3975"/>
                    <a:pt x="10195" y="3678"/>
                  </a:cubicBezTo>
                  <a:cubicBezTo>
                    <a:pt x="10156" y="3669"/>
                    <a:pt x="10115" y="3664"/>
                    <a:pt x="10075" y="3664"/>
                  </a:cubicBezTo>
                  <a:cubicBezTo>
                    <a:pt x="9897" y="3664"/>
                    <a:pt x="9721" y="3748"/>
                    <a:pt x="9624" y="3904"/>
                  </a:cubicBezTo>
                  <a:cubicBezTo>
                    <a:pt x="8922" y="5071"/>
                    <a:pt x="7838" y="5940"/>
                    <a:pt x="5874" y="6904"/>
                  </a:cubicBezTo>
                  <a:cubicBezTo>
                    <a:pt x="5171" y="5392"/>
                    <a:pt x="4350" y="3916"/>
                    <a:pt x="4111" y="3344"/>
                  </a:cubicBezTo>
                  <a:cubicBezTo>
                    <a:pt x="4111" y="3344"/>
                    <a:pt x="4111" y="3332"/>
                    <a:pt x="4111" y="3332"/>
                  </a:cubicBezTo>
                  <a:cubicBezTo>
                    <a:pt x="4088" y="3285"/>
                    <a:pt x="4064" y="3237"/>
                    <a:pt x="4052" y="3201"/>
                  </a:cubicBezTo>
                  <a:cubicBezTo>
                    <a:pt x="3897" y="2773"/>
                    <a:pt x="3492" y="1558"/>
                    <a:pt x="2909" y="927"/>
                  </a:cubicBezTo>
                  <a:cubicBezTo>
                    <a:pt x="2618" y="615"/>
                    <a:pt x="1831" y="1"/>
                    <a:pt x="1383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3"/>
            <p:cNvSpPr/>
            <p:nvPr/>
          </p:nvSpPr>
          <p:spPr>
            <a:xfrm>
              <a:off x="4232950" y="1845300"/>
              <a:ext cx="200650" cy="175050"/>
            </a:xfrm>
            <a:custGeom>
              <a:avLst/>
              <a:gdLst/>
              <a:ahLst/>
              <a:cxnLst/>
              <a:rect l="l" t="t" r="r" b="b"/>
              <a:pathLst>
                <a:path w="8026" h="7002" extrusionOk="0">
                  <a:moveTo>
                    <a:pt x="4918" y="0"/>
                  </a:moveTo>
                  <a:cubicBezTo>
                    <a:pt x="2858" y="155"/>
                    <a:pt x="1" y="2620"/>
                    <a:pt x="1" y="2620"/>
                  </a:cubicBezTo>
                  <a:cubicBezTo>
                    <a:pt x="215" y="4489"/>
                    <a:pt x="2489" y="7001"/>
                    <a:pt x="2489" y="7001"/>
                  </a:cubicBezTo>
                  <a:cubicBezTo>
                    <a:pt x="4251" y="6656"/>
                    <a:pt x="8026" y="5299"/>
                    <a:pt x="7490" y="1679"/>
                  </a:cubicBezTo>
                  <a:cubicBezTo>
                    <a:pt x="7287" y="286"/>
                    <a:pt x="4918" y="0"/>
                    <a:pt x="49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3"/>
            <p:cNvSpPr/>
            <p:nvPr/>
          </p:nvSpPr>
          <p:spPr>
            <a:xfrm>
              <a:off x="3883800" y="2222425"/>
              <a:ext cx="191875" cy="187075"/>
            </a:xfrm>
            <a:custGeom>
              <a:avLst/>
              <a:gdLst/>
              <a:ahLst/>
              <a:cxnLst/>
              <a:rect l="l" t="t" r="r" b="b"/>
              <a:pathLst>
                <a:path w="7675" h="7483" extrusionOk="0">
                  <a:moveTo>
                    <a:pt x="4335" y="1"/>
                  </a:moveTo>
                  <a:lnTo>
                    <a:pt x="4275" y="4668"/>
                  </a:lnTo>
                  <a:cubicBezTo>
                    <a:pt x="4275" y="4668"/>
                    <a:pt x="1" y="6275"/>
                    <a:pt x="25" y="7085"/>
                  </a:cubicBezTo>
                  <a:cubicBezTo>
                    <a:pt x="33" y="7387"/>
                    <a:pt x="729" y="7482"/>
                    <a:pt x="1596" y="7482"/>
                  </a:cubicBezTo>
                  <a:cubicBezTo>
                    <a:pt x="3051" y="7482"/>
                    <a:pt x="4989" y="7216"/>
                    <a:pt x="4989" y="7216"/>
                  </a:cubicBezTo>
                  <a:cubicBezTo>
                    <a:pt x="4989" y="7216"/>
                    <a:pt x="5372" y="7308"/>
                    <a:pt x="5822" y="7308"/>
                  </a:cubicBezTo>
                  <a:cubicBezTo>
                    <a:pt x="6638" y="7308"/>
                    <a:pt x="7675" y="7006"/>
                    <a:pt x="7061" y="5311"/>
                  </a:cubicBezTo>
                  <a:lnTo>
                    <a:pt x="7502" y="346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3"/>
            <p:cNvSpPr/>
            <p:nvPr/>
          </p:nvSpPr>
          <p:spPr>
            <a:xfrm>
              <a:off x="3965075" y="2032600"/>
              <a:ext cx="325350" cy="305900"/>
            </a:xfrm>
            <a:custGeom>
              <a:avLst/>
              <a:gdLst/>
              <a:ahLst/>
              <a:cxnLst/>
              <a:rect l="l" t="t" r="r" b="b"/>
              <a:pathLst>
                <a:path w="13014" h="12236" extrusionOk="0">
                  <a:moveTo>
                    <a:pt x="5316" y="1"/>
                  </a:moveTo>
                  <a:cubicBezTo>
                    <a:pt x="3070" y="1"/>
                    <a:pt x="772" y="1405"/>
                    <a:pt x="417" y="5081"/>
                  </a:cubicBezTo>
                  <a:cubicBezTo>
                    <a:pt x="0" y="9284"/>
                    <a:pt x="619" y="12035"/>
                    <a:pt x="619" y="12035"/>
                  </a:cubicBezTo>
                  <a:cubicBezTo>
                    <a:pt x="619" y="12035"/>
                    <a:pt x="2066" y="12236"/>
                    <a:pt x="3286" y="12236"/>
                  </a:cubicBezTo>
                  <a:cubicBezTo>
                    <a:pt x="3693" y="12236"/>
                    <a:pt x="4075" y="12213"/>
                    <a:pt x="4370" y="12154"/>
                  </a:cubicBezTo>
                  <a:lnTo>
                    <a:pt x="4751" y="6462"/>
                  </a:lnTo>
                  <a:lnTo>
                    <a:pt x="10109" y="10844"/>
                  </a:lnTo>
                  <a:lnTo>
                    <a:pt x="13014" y="4474"/>
                  </a:lnTo>
                  <a:cubicBezTo>
                    <a:pt x="13014" y="4474"/>
                    <a:pt x="8751" y="497"/>
                    <a:pt x="6251" y="81"/>
                  </a:cubicBezTo>
                  <a:cubicBezTo>
                    <a:pt x="5944" y="28"/>
                    <a:pt x="5631" y="1"/>
                    <a:pt x="5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3"/>
            <p:cNvSpPr/>
            <p:nvPr/>
          </p:nvSpPr>
          <p:spPr>
            <a:xfrm>
              <a:off x="3879350" y="2364700"/>
              <a:ext cx="50625" cy="39325"/>
            </a:xfrm>
            <a:custGeom>
              <a:avLst/>
              <a:gdLst/>
              <a:ahLst/>
              <a:cxnLst/>
              <a:rect l="l" t="t" r="r" b="b"/>
              <a:pathLst>
                <a:path w="2025" h="1573" extrusionOk="0">
                  <a:moveTo>
                    <a:pt x="1703" y="1"/>
                  </a:moveTo>
                  <a:cubicBezTo>
                    <a:pt x="393" y="644"/>
                    <a:pt x="0" y="1239"/>
                    <a:pt x="0" y="1239"/>
                  </a:cubicBezTo>
                  <a:cubicBezTo>
                    <a:pt x="0" y="1239"/>
                    <a:pt x="72" y="1429"/>
                    <a:pt x="1929" y="1572"/>
                  </a:cubicBezTo>
                  <a:cubicBezTo>
                    <a:pt x="2024" y="1025"/>
                    <a:pt x="1941" y="465"/>
                    <a:pt x="1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3"/>
            <p:cNvSpPr/>
            <p:nvPr/>
          </p:nvSpPr>
          <p:spPr>
            <a:xfrm>
              <a:off x="3921900" y="2347750"/>
              <a:ext cx="144700" cy="58975"/>
            </a:xfrm>
            <a:custGeom>
              <a:avLst/>
              <a:gdLst/>
              <a:ahLst/>
              <a:cxnLst/>
              <a:rect l="l" t="t" r="r" b="b"/>
              <a:pathLst>
                <a:path w="5788" h="2359" extrusionOk="0">
                  <a:moveTo>
                    <a:pt x="1751" y="0"/>
                  </a:moveTo>
                  <a:cubicBezTo>
                    <a:pt x="1037" y="214"/>
                    <a:pt x="453" y="453"/>
                    <a:pt x="1" y="679"/>
                  </a:cubicBezTo>
                  <a:cubicBezTo>
                    <a:pt x="239" y="1143"/>
                    <a:pt x="322" y="1703"/>
                    <a:pt x="227" y="2250"/>
                  </a:cubicBezTo>
                  <a:cubicBezTo>
                    <a:pt x="703" y="2286"/>
                    <a:pt x="1299" y="2322"/>
                    <a:pt x="2037" y="2346"/>
                  </a:cubicBezTo>
                  <a:cubicBezTo>
                    <a:pt x="2273" y="2354"/>
                    <a:pt x="2495" y="2358"/>
                    <a:pt x="2702" y="2358"/>
                  </a:cubicBezTo>
                  <a:cubicBezTo>
                    <a:pt x="5683" y="2358"/>
                    <a:pt x="5787" y="1536"/>
                    <a:pt x="5787" y="1536"/>
                  </a:cubicBezTo>
                  <a:cubicBezTo>
                    <a:pt x="5787" y="619"/>
                    <a:pt x="5537" y="83"/>
                    <a:pt x="5549" y="24"/>
                  </a:cubicBezTo>
                  <a:lnTo>
                    <a:pt x="5549" y="24"/>
                  </a:lnTo>
                  <a:cubicBezTo>
                    <a:pt x="4991" y="348"/>
                    <a:pt x="4390" y="457"/>
                    <a:pt x="3834" y="457"/>
                  </a:cubicBezTo>
                  <a:cubicBezTo>
                    <a:pt x="2697" y="457"/>
                    <a:pt x="1751" y="0"/>
                    <a:pt x="17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3"/>
            <p:cNvSpPr/>
            <p:nvPr/>
          </p:nvSpPr>
          <p:spPr>
            <a:xfrm>
              <a:off x="3877850" y="2386125"/>
              <a:ext cx="188750" cy="26700"/>
            </a:xfrm>
            <a:custGeom>
              <a:avLst/>
              <a:gdLst/>
              <a:ahLst/>
              <a:cxnLst/>
              <a:rect l="l" t="t" r="r" b="b"/>
              <a:pathLst>
                <a:path w="7550" h="1068" extrusionOk="0">
                  <a:moveTo>
                    <a:pt x="7549" y="1"/>
                  </a:moveTo>
                  <a:lnTo>
                    <a:pt x="7549" y="1"/>
                  </a:lnTo>
                  <a:cubicBezTo>
                    <a:pt x="6569" y="281"/>
                    <a:pt x="4984" y="613"/>
                    <a:pt x="2976" y="613"/>
                  </a:cubicBezTo>
                  <a:cubicBezTo>
                    <a:pt x="2082" y="613"/>
                    <a:pt x="1105" y="547"/>
                    <a:pt x="60" y="382"/>
                  </a:cubicBezTo>
                  <a:cubicBezTo>
                    <a:pt x="1" y="608"/>
                    <a:pt x="24" y="763"/>
                    <a:pt x="24" y="763"/>
                  </a:cubicBezTo>
                  <a:cubicBezTo>
                    <a:pt x="24" y="763"/>
                    <a:pt x="356" y="1067"/>
                    <a:pt x="2594" y="1067"/>
                  </a:cubicBezTo>
                  <a:cubicBezTo>
                    <a:pt x="2899" y="1067"/>
                    <a:pt x="3240" y="1062"/>
                    <a:pt x="3620" y="1049"/>
                  </a:cubicBezTo>
                  <a:cubicBezTo>
                    <a:pt x="6466" y="953"/>
                    <a:pt x="7502" y="561"/>
                    <a:pt x="7502" y="561"/>
                  </a:cubicBezTo>
                  <a:cubicBezTo>
                    <a:pt x="7525" y="370"/>
                    <a:pt x="7537" y="180"/>
                    <a:pt x="7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3"/>
            <p:cNvSpPr/>
            <p:nvPr/>
          </p:nvSpPr>
          <p:spPr>
            <a:xfrm>
              <a:off x="3939175" y="2355350"/>
              <a:ext cx="16700" cy="29025"/>
            </a:xfrm>
            <a:custGeom>
              <a:avLst/>
              <a:gdLst/>
              <a:ahLst/>
              <a:cxnLst/>
              <a:rect l="l" t="t" r="r" b="b"/>
              <a:pathLst>
                <a:path w="668" h="1161" extrusionOk="0">
                  <a:moveTo>
                    <a:pt x="51" y="1"/>
                  </a:moveTo>
                  <a:cubicBezTo>
                    <a:pt x="35" y="1"/>
                    <a:pt x="21" y="9"/>
                    <a:pt x="12" y="18"/>
                  </a:cubicBezTo>
                  <a:cubicBezTo>
                    <a:pt x="0" y="41"/>
                    <a:pt x="12" y="65"/>
                    <a:pt x="24" y="77"/>
                  </a:cubicBezTo>
                  <a:cubicBezTo>
                    <a:pt x="48" y="89"/>
                    <a:pt x="584" y="399"/>
                    <a:pt x="536" y="1113"/>
                  </a:cubicBezTo>
                  <a:cubicBezTo>
                    <a:pt x="536" y="1137"/>
                    <a:pt x="548" y="1161"/>
                    <a:pt x="584" y="1161"/>
                  </a:cubicBezTo>
                  <a:lnTo>
                    <a:pt x="596" y="1161"/>
                  </a:lnTo>
                  <a:cubicBezTo>
                    <a:pt x="608" y="1161"/>
                    <a:pt x="619" y="1137"/>
                    <a:pt x="619" y="1125"/>
                  </a:cubicBezTo>
                  <a:cubicBezTo>
                    <a:pt x="667" y="339"/>
                    <a:pt x="84" y="6"/>
                    <a:pt x="72" y="6"/>
                  </a:cubicBezTo>
                  <a:cubicBezTo>
                    <a:pt x="65" y="2"/>
                    <a:pt x="58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3"/>
            <p:cNvSpPr/>
            <p:nvPr/>
          </p:nvSpPr>
          <p:spPr>
            <a:xfrm>
              <a:off x="3954950" y="2349625"/>
              <a:ext cx="15500" cy="29100"/>
            </a:xfrm>
            <a:custGeom>
              <a:avLst/>
              <a:gdLst/>
              <a:ahLst/>
              <a:cxnLst/>
              <a:rect l="l" t="t" r="r" b="b"/>
              <a:pathLst>
                <a:path w="620" h="1164" extrusionOk="0">
                  <a:moveTo>
                    <a:pt x="48" y="1"/>
                  </a:moveTo>
                  <a:cubicBezTo>
                    <a:pt x="34" y="1"/>
                    <a:pt x="19" y="6"/>
                    <a:pt x="12" y="20"/>
                  </a:cubicBezTo>
                  <a:cubicBezTo>
                    <a:pt x="0" y="44"/>
                    <a:pt x="12" y="68"/>
                    <a:pt x="36" y="80"/>
                  </a:cubicBezTo>
                  <a:cubicBezTo>
                    <a:pt x="36" y="80"/>
                    <a:pt x="500" y="354"/>
                    <a:pt x="524" y="1116"/>
                  </a:cubicBezTo>
                  <a:cubicBezTo>
                    <a:pt x="524" y="1140"/>
                    <a:pt x="548" y="1163"/>
                    <a:pt x="572" y="1163"/>
                  </a:cubicBezTo>
                  <a:lnTo>
                    <a:pt x="584" y="1163"/>
                  </a:lnTo>
                  <a:cubicBezTo>
                    <a:pt x="596" y="1151"/>
                    <a:pt x="619" y="1140"/>
                    <a:pt x="619" y="1116"/>
                  </a:cubicBezTo>
                  <a:cubicBezTo>
                    <a:pt x="584" y="294"/>
                    <a:pt x="96" y="20"/>
                    <a:pt x="72" y="8"/>
                  </a:cubicBezTo>
                  <a:cubicBezTo>
                    <a:pt x="67" y="4"/>
                    <a:pt x="58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3"/>
            <p:cNvSpPr/>
            <p:nvPr/>
          </p:nvSpPr>
          <p:spPr>
            <a:xfrm>
              <a:off x="3954050" y="2332225"/>
              <a:ext cx="16100" cy="25350"/>
            </a:xfrm>
            <a:custGeom>
              <a:avLst/>
              <a:gdLst/>
              <a:ahLst/>
              <a:cxnLst/>
              <a:rect l="l" t="t" r="r" b="b"/>
              <a:pathLst>
                <a:path w="644" h="1014" extrusionOk="0">
                  <a:moveTo>
                    <a:pt x="310" y="85"/>
                  </a:moveTo>
                  <a:cubicBezTo>
                    <a:pt x="370" y="85"/>
                    <a:pt x="394" y="109"/>
                    <a:pt x="405" y="121"/>
                  </a:cubicBezTo>
                  <a:cubicBezTo>
                    <a:pt x="501" y="252"/>
                    <a:pt x="405" y="633"/>
                    <a:pt x="334" y="859"/>
                  </a:cubicBezTo>
                  <a:cubicBezTo>
                    <a:pt x="251" y="645"/>
                    <a:pt x="132" y="288"/>
                    <a:pt x="215" y="145"/>
                  </a:cubicBezTo>
                  <a:cubicBezTo>
                    <a:pt x="227" y="121"/>
                    <a:pt x="251" y="97"/>
                    <a:pt x="286" y="97"/>
                  </a:cubicBezTo>
                  <a:cubicBezTo>
                    <a:pt x="286" y="85"/>
                    <a:pt x="298" y="85"/>
                    <a:pt x="310" y="85"/>
                  </a:cubicBezTo>
                  <a:close/>
                  <a:moveTo>
                    <a:pt x="339" y="0"/>
                  </a:moveTo>
                  <a:cubicBezTo>
                    <a:pt x="330" y="0"/>
                    <a:pt x="320" y="1"/>
                    <a:pt x="310" y="2"/>
                  </a:cubicBezTo>
                  <a:cubicBezTo>
                    <a:pt x="227" y="2"/>
                    <a:pt x="167" y="38"/>
                    <a:pt x="132" y="97"/>
                  </a:cubicBezTo>
                  <a:cubicBezTo>
                    <a:pt x="1" y="335"/>
                    <a:pt x="263" y="919"/>
                    <a:pt x="298" y="990"/>
                  </a:cubicBezTo>
                  <a:cubicBezTo>
                    <a:pt x="310" y="1002"/>
                    <a:pt x="322" y="1014"/>
                    <a:pt x="346" y="1014"/>
                  </a:cubicBezTo>
                  <a:cubicBezTo>
                    <a:pt x="358" y="1014"/>
                    <a:pt x="370" y="1002"/>
                    <a:pt x="382" y="990"/>
                  </a:cubicBezTo>
                  <a:cubicBezTo>
                    <a:pt x="405" y="919"/>
                    <a:pt x="644" y="288"/>
                    <a:pt x="477" y="73"/>
                  </a:cubicBezTo>
                  <a:cubicBezTo>
                    <a:pt x="456" y="42"/>
                    <a:pt x="41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3"/>
            <p:cNvSpPr/>
            <p:nvPr/>
          </p:nvSpPr>
          <p:spPr>
            <a:xfrm>
              <a:off x="3961500" y="2342375"/>
              <a:ext cx="23525" cy="15500"/>
            </a:xfrm>
            <a:custGeom>
              <a:avLst/>
              <a:gdLst/>
              <a:ahLst/>
              <a:cxnLst/>
              <a:rect l="l" t="t" r="r" b="b"/>
              <a:pathLst>
                <a:path w="941" h="620" extrusionOk="0">
                  <a:moveTo>
                    <a:pt x="706" y="91"/>
                  </a:moveTo>
                  <a:cubicBezTo>
                    <a:pt x="712" y="91"/>
                    <a:pt x="719" y="92"/>
                    <a:pt x="727" y="96"/>
                  </a:cubicBezTo>
                  <a:cubicBezTo>
                    <a:pt x="762" y="96"/>
                    <a:pt x="798" y="108"/>
                    <a:pt x="822" y="156"/>
                  </a:cubicBezTo>
                  <a:cubicBezTo>
                    <a:pt x="858" y="203"/>
                    <a:pt x="846" y="239"/>
                    <a:pt x="834" y="263"/>
                  </a:cubicBezTo>
                  <a:cubicBezTo>
                    <a:pt x="762" y="406"/>
                    <a:pt x="381" y="489"/>
                    <a:pt x="143" y="525"/>
                  </a:cubicBezTo>
                  <a:cubicBezTo>
                    <a:pt x="274" y="370"/>
                    <a:pt x="512" y="132"/>
                    <a:pt x="667" y="96"/>
                  </a:cubicBezTo>
                  <a:cubicBezTo>
                    <a:pt x="683" y="96"/>
                    <a:pt x="693" y="91"/>
                    <a:pt x="706" y="91"/>
                  </a:cubicBezTo>
                  <a:close/>
                  <a:moveTo>
                    <a:pt x="729" y="1"/>
                  </a:moveTo>
                  <a:cubicBezTo>
                    <a:pt x="455" y="1"/>
                    <a:pt x="47" y="490"/>
                    <a:pt x="12" y="548"/>
                  </a:cubicBezTo>
                  <a:cubicBezTo>
                    <a:pt x="0" y="560"/>
                    <a:pt x="0" y="584"/>
                    <a:pt x="0" y="596"/>
                  </a:cubicBezTo>
                  <a:cubicBezTo>
                    <a:pt x="12" y="608"/>
                    <a:pt x="24" y="620"/>
                    <a:pt x="48" y="620"/>
                  </a:cubicBezTo>
                  <a:cubicBezTo>
                    <a:pt x="84" y="620"/>
                    <a:pt x="250" y="596"/>
                    <a:pt x="429" y="560"/>
                  </a:cubicBezTo>
                  <a:cubicBezTo>
                    <a:pt x="631" y="501"/>
                    <a:pt x="846" y="429"/>
                    <a:pt x="905" y="298"/>
                  </a:cubicBezTo>
                  <a:cubicBezTo>
                    <a:pt x="929" y="263"/>
                    <a:pt x="941" y="191"/>
                    <a:pt x="893" y="108"/>
                  </a:cubicBezTo>
                  <a:cubicBezTo>
                    <a:pt x="858" y="48"/>
                    <a:pt x="798" y="13"/>
                    <a:pt x="738" y="1"/>
                  </a:cubicBezTo>
                  <a:cubicBezTo>
                    <a:pt x="735" y="1"/>
                    <a:pt x="732" y="1"/>
                    <a:pt x="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3"/>
            <p:cNvSpPr/>
            <p:nvPr/>
          </p:nvSpPr>
          <p:spPr>
            <a:xfrm>
              <a:off x="3681100" y="2178375"/>
              <a:ext cx="397400" cy="220100"/>
            </a:xfrm>
            <a:custGeom>
              <a:avLst/>
              <a:gdLst/>
              <a:ahLst/>
              <a:cxnLst/>
              <a:rect l="l" t="t" r="r" b="b"/>
              <a:pathLst>
                <a:path w="15896" h="8804" extrusionOk="0">
                  <a:moveTo>
                    <a:pt x="12335" y="0"/>
                  </a:moveTo>
                  <a:lnTo>
                    <a:pt x="4882" y="5311"/>
                  </a:lnTo>
                  <a:cubicBezTo>
                    <a:pt x="4882" y="5311"/>
                    <a:pt x="1830" y="2746"/>
                    <a:pt x="863" y="2746"/>
                  </a:cubicBezTo>
                  <a:cubicBezTo>
                    <a:pt x="795" y="2746"/>
                    <a:pt x="737" y="2759"/>
                    <a:pt x="691" y="2787"/>
                  </a:cubicBezTo>
                  <a:cubicBezTo>
                    <a:pt x="1" y="3215"/>
                    <a:pt x="3001" y="7180"/>
                    <a:pt x="3001" y="7180"/>
                  </a:cubicBezTo>
                  <a:cubicBezTo>
                    <a:pt x="3001" y="7180"/>
                    <a:pt x="3473" y="8804"/>
                    <a:pt x="4446" y="8804"/>
                  </a:cubicBezTo>
                  <a:cubicBezTo>
                    <a:pt x="4793" y="8804"/>
                    <a:pt x="5204" y="8597"/>
                    <a:pt x="5680" y="8037"/>
                  </a:cubicBezTo>
                  <a:lnTo>
                    <a:pt x="15895" y="2358"/>
                  </a:lnTo>
                  <a:lnTo>
                    <a:pt x="12335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3"/>
            <p:cNvSpPr/>
            <p:nvPr/>
          </p:nvSpPr>
          <p:spPr>
            <a:xfrm>
              <a:off x="3695975" y="2241775"/>
              <a:ext cx="50925" cy="46150"/>
            </a:xfrm>
            <a:custGeom>
              <a:avLst/>
              <a:gdLst/>
              <a:ahLst/>
              <a:cxnLst/>
              <a:rect l="l" t="t" r="r" b="b"/>
              <a:pathLst>
                <a:path w="2037" h="1846" extrusionOk="0">
                  <a:moveTo>
                    <a:pt x="120" y="0"/>
                  </a:moveTo>
                  <a:cubicBezTo>
                    <a:pt x="120" y="0"/>
                    <a:pt x="1" y="155"/>
                    <a:pt x="787" y="1846"/>
                  </a:cubicBezTo>
                  <a:cubicBezTo>
                    <a:pt x="1311" y="1655"/>
                    <a:pt x="1751" y="1310"/>
                    <a:pt x="2037" y="870"/>
                  </a:cubicBezTo>
                  <a:cubicBezTo>
                    <a:pt x="834" y="48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3"/>
            <p:cNvSpPr/>
            <p:nvPr/>
          </p:nvSpPr>
          <p:spPr>
            <a:xfrm>
              <a:off x="3715625" y="2263500"/>
              <a:ext cx="113725" cy="136950"/>
            </a:xfrm>
            <a:custGeom>
              <a:avLst/>
              <a:gdLst/>
              <a:ahLst/>
              <a:cxnLst/>
              <a:rect l="l" t="t" r="r" b="b"/>
              <a:pathLst>
                <a:path w="4549" h="5478" extrusionOk="0">
                  <a:moveTo>
                    <a:pt x="1251" y="1"/>
                  </a:moveTo>
                  <a:cubicBezTo>
                    <a:pt x="965" y="441"/>
                    <a:pt x="525" y="786"/>
                    <a:pt x="1" y="977"/>
                  </a:cubicBezTo>
                  <a:cubicBezTo>
                    <a:pt x="203" y="1406"/>
                    <a:pt x="465" y="1941"/>
                    <a:pt x="810" y="2596"/>
                  </a:cubicBezTo>
                  <a:cubicBezTo>
                    <a:pt x="2175" y="5238"/>
                    <a:pt x="3013" y="5477"/>
                    <a:pt x="3272" y="5477"/>
                  </a:cubicBezTo>
                  <a:cubicBezTo>
                    <a:pt x="3329" y="5477"/>
                    <a:pt x="3358" y="5466"/>
                    <a:pt x="3358" y="5466"/>
                  </a:cubicBezTo>
                  <a:cubicBezTo>
                    <a:pt x="4156" y="5013"/>
                    <a:pt x="4501" y="4525"/>
                    <a:pt x="4549" y="4513"/>
                  </a:cubicBezTo>
                  <a:cubicBezTo>
                    <a:pt x="2858" y="3525"/>
                    <a:pt x="2703" y="1191"/>
                    <a:pt x="2703" y="1191"/>
                  </a:cubicBezTo>
                  <a:cubicBezTo>
                    <a:pt x="2168" y="679"/>
                    <a:pt x="1680" y="286"/>
                    <a:pt x="12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3"/>
            <p:cNvSpPr/>
            <p:nvPr/>
          </p:nvSpPr>
          <p:spPr>
            <a:xfrm>
              <a:off x="3687050" y="2241775"/>
              <a:ext cx="112550" cy="164025"/>
            </a:xfrm>
            <a:custGeom>
              <a:avLst/>
              <a:gdLst/>
              <a:ahLst/>
              <a:cxnLst/>
              <a:rect l="l" t="t" r="r" b="b"/>
              <a:pathLst>
                <a:path w="4502" h="6561" extrusionOk="0">
                  <a:moveTo>
                    <a:pt x="477" y="0"/>
                  </a:moveTo>
                  <a:cubicBezTo>
                    <a:pt x="251" y="60"/>
                    <a:pt x="132" y="167"/>
                    <a:pt x="132" y="167"/>
                  </a:cubicBezTo>
                  <a:cubicBezTo>
                    <a:pt x="132" y="167"/>
                    <a:pt x="1" y="715"/>
                    <a:pt x="1656" y="3429"/>
                  </a:cubicBezTo>
                  <a:cubicBezTo>
                    <a:pt x="3132" y="5858"/>
                    <a:pt x="3977" y="6561"/>
                    <a:pt x="3977" y="6561"/>
                  </a:cubicBezTo>
                  <a:cubicBezTo>
                    <a:pt x="4168" y="6489"/>
                    <a:pt x="4335" y="6418"/>
                    <a:pt x="4501" y="6335"/>
                  </a:cubicBezTo>
                  <a:cubicBezTo>
                    <a:pt x="3454" y="5299"/>
                    <a:pt x="1680" y="3215"/>
                    <a:pt x="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3745100" y="2274525"/>
              <a:ext cx="19375" cy="27025"/>
            </a:xfrm>
            <a:custGeom>
              <a:avLst/>
              <a:gdLst/>
              <a:ahLst/>
              <a:cxnLst/>
              <a:rect l="l" t="t" r="r" b="b"/>
              <a:pathLst>
                <a:path w="775" h="1081" extrusionOk="0">
                  <a:moveTo>
                    <a:pt x="727" y="0"/>
                  </a:moveTo>
                  <a:cubicBezTo>
                    <a:pt x="703" y="0"/>
                    <a:pt x="679" y="24"/>
                    <a:pt x="679" y="48"/>
                  </a:cubicBezTo>
                  <a:cubicBezTo>
                    <a:pt x="679" y="72"/>
                    <a:pt x="679" y="679"/>
                    <a:pt x="36" y="1000"/>
                  </a:cubicBezTo>
                  <a:cubicBezTo>
                    <a:pt x="12" y="1012"/>
                    <a:pt x="0" y="1036"/>
                    <a:pt x="12" y="1060"/>
                  </a:cubicBezTo>
                  <a:cubicBezTo>
                    <a:pt x="12" y="1060"/>
                    <a:pt x="12" y="1060"/>
                    <a:pt x="24" y="1072"/>
                  </a:cubicBezTo>
                  <a:cubicBezTo>
                    <a:pt x="30" y="1078"/>
                    <a:pt x="36" y="1081"/>
                    <a:pt x="44" y="1081"/>
                  </a:cubicBezTo>
                  <a:cubicBezTo>
                    <a:pt x="51" y="1081"/>
                    <a:pt x="60" y="1078"/>
                    <a:pt x="72" y="1072"/>
                  </a:cubicBezTo>
                  <a:cubicBezTo>
                    <a:pt x="762" y="738"/>
                    <a:pt x="774" y="48"/>
                    <a:pt x="774" y="48"/>
                  </a:cubicBezTo>
                  <a:cubicBezTo>
                    <a:pt x="774" y="24"/>
                    <a:pt x="751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3"/>
            <p:cNvSpPr/>
            <p:nvPr/>
          </p:nvSpPr>
          <p:spPr>
            <a:xfrm>
              <a:off x="3757900" y="2285525"/>
              <a:ext cx="19375" cy="26725"/>
            </a:xfrm>
            <a:custGeom>
              <a:avLst/>
              <a:gdLst/>
              <a:ahLst/>
              <a:cxnLst/>
              <a:rect l="l" t="t" r="r" b="b"/>
              <a:pathLst>
                <a:path w="775" h="1069" extrusionOk="0">
                  <a:moveTo>
                    <a:pt x="727" y="1"/>
                  </a:moveTo>
                  <a:cubicBezTo>
                    <a:pt x="703" y="1"/>
                    <a:pt x="679" y="25"/>
                    <a:pt x="679" y="48"/>
                  </a:cubicBezTo>
                  <a:cubicBezTo>
                    <a:pt x="679" y="48"/>
                    <a:pt x="679" y="596"/>
                    <a:pt x="24" y="989"/>
                  </a:cubicBezTo>
                  <a:cubicBezTo>
                    <a:pt x="0" y="1001"/>
                    <a:pt x="0" y="1025"/>
                    <a:pt x="12" y="1048"/>
                  </a:cubicBezTo>
                  <a:cubicBezTo>
                    <a:pt x="19" y="1062"/>
                    <a:pt x="30" y="1068"/>
                    <a:pt x="43" y="1068"/>
                  </a:cubicBezTo>
                  <a:cubicBezTo>
                    <a:pt x="52" y="1068"/>
                    <a:pt x="62" y="1065"/>
                    <a:pt x="72" y="1060"/>
                  </a:cubicBezTo>
                  <a:cubicBezTo>
                    <a:pt x="762" y="632"/>
                    <a:pt x="774" y="72"/>
                    <a:pt x="774" y="48"/>
                  </a:cubicBezTo>
                  <a:cubicBezTo>
                    <a:pt x="774" y="25"/>
                    <a:pt x="751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3"/>
            <p:cNvSpPr/>
            <p:nvPr/>
          </p:nvSpPr>
          <p:spPr>
            <a:xfrm>
              <a:off x="3772775" y="2279875"/>
              <a:ext cx="23250" cy="16100"/>
            </a:xfrm>
            <a:custGeom>
              <a:avLst/>
              <a:gdLst/>
              <a:ahLst/>
              <a:cxnLst/>
              <a:rect l="l" t="t" r="r" b="b"/>
              <a:pathLst>
                <a:path w="930" h="644" extrusionOk="0">
                  <a:moveTo>
                    <a:pt x="715" y="84"/>
                  </a:moveTo>
                  <a:cubicBezTo>
                    <a:pt x="739" y="84"/>
                    <a:pt x="763" y="96"/>
                    <a:pt x="787" y="120"/>
                  </a:cubicBezTo>
                  <a:cubicBezTo>
                    <a:pt x="798" y="131"/>
                    <a:pt x="798" y="131"/>
                    <a:pt x="810" y="143"/>
                  </a:cubicBezTo>
                  <a:cubicBezTo>
                    <a:pt x="846" y="191"/>
                    <a:pt x="834" y="227"/>
                    <a:pt x="822" y="251"/>
                  </a:cubicBezTo>
                  <a:cubicBezTo>
                    <a:pt x="763" y="393"/>
                    <a:pt x="382" y="501"/>
                    <a:pt x="156" y="536"/>
                  </a:cubicBezTo>
                  <a:cubicBezTo>
                    <a:pt x="286" y="358"/>
                    <a:pt x="548" y="84"/>
                    <a:pt x="715" y="84"/>
                  </a:cubicBezTo>
                  <a:close/>
                  <a:moveTo>
                    <a:pt x="706" y="0"/>
                  </a:moveTo>
                  <a:cubicBezTo>
                    <a:pt x="433" y="0"/>
                    <a:pt x="60" y="525"/>
                    <a:pt x="13" y="584"/>
                  </a:cubicBezTo>
                  <a:cubicBezTo>
                    <a:pt x="1" y="596"/>
                    <a:pt x="1" y="608"/>
                    <a:pt x="13" y="632"/>
                  </a:cubicBezTo>
                  <a:cubicBezTo>
                    <a:pt x="25" y="643"/>
                    <a:pt x="36" y="643"/>
                    <a:pt x="48" y="643"/>
                  </a:cubicBezTo>
                  <a:cubicBezTo>
                    <a:pt x="132" y="632"/>
                    <a:pt x="798" y="524"/>
                    <a:pt x="906" y="286"/>
                  </a:cubicBezTo>
                  <a:cubicBezTo>
                    <a:pt x="918" y="239"/>
                    <a:pt x="929" y="179"/>
                    <a:pt x="882" y="96"/>
                  </a:cubicBezTo>
                  <a:cubicBezTo>
                    <a:pt x="834" y="36"/>
                    <a:pt x="775" y="0"/>
                    <a:pt x="715" y="0"/>
                  </a:cubicBezTo>
                  <a:cubicBezTo>
                    <a:pt x="712" y="0"/>
                    <a:pt x="7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3772475" y="2294050"/>
              <a:ext cx="22950" cy="16525"/>
            </a:xfrm>
            <a:custGeom>
              <a:avLst/>
              <a:gdLst/>
              <a:ahLst/>
              <a:cxnLst/>
              <a:rect l="l" t="t" r="r" b="b"/>
              <a:pathLst>
                <a:path w="918" h="661" extrusionOk="0">
                  <a:moveTo>
                    <a:pt x="156" y="100"/>
                  </a:moveTo>
                  <a:lnTo>
                    <a:pt x="156" y="100"/>
                  </a:lnTo>
                  <a:cubicBezTo>
                    <a:pt x="358" y="148"/>
                    <a:pt x="668" y="231"/>
                    <a:pt x="775" y="350"/>
                  </a:cubicBezTo>
                  <a:cubicBezTo>
                    <a:pt x="799" y="362"/>
                    <a:pt x="810" y="386"/>
                    <a:pt x="810" y="398"/>
                  </a:cubicBezTo>
                  <a:cubicBezTo>
                    <a:pt x="834" y="434"/>
                    <a:pt x="822" y="469"/>
                    <a:pt x="799" y="517"/>
                  </a:cubicBezTo>
                  <a:cubicBezTo>
                    <a:pt x="775" y="565"/>
                    <a:pt x="739" y="576"/>
                    <a:pt x="715" y="576"/>
                  </a:cubicBezTo>
                  <a:cubicBezTo>
                    <a:pt x="560" y="576"/>
                    <a:pt x="298" y="291"/>
                    <a:pt x="156" y="100"/>
                  </a:cubicBezTo>
                  <a:close/>
                  <a:moveTo>
                    <a:pt x="47" y="0"/>
                  </a:moveTo>
                  <a:cubicBezTo>
                    <a:pt x="36" y="0"/>
                    <a:pt x="21" y="8"/>
                    <a:pt x="13" y="17"/>
                  </a:cubicBezTo>
                  <a:cubicBezTo>
                    <a:pt x="1" y="29"/>
                    <a:pt x="1" y="53"/>
                    <a:pt x="13" y="65"/>
                  </a:cubicBezTo>
                  <a:cubicBezTo>
                    <a:pt x="37" y="100"/>
                    <a:pt x="132" y="231"/>
                    <a:pt x="263" y="374"/>
                  </a:cubicBezTo>
                  <a:cubicBezTo>
                    <a:pt x="400" y="512"/>
                    <a:pt x="560" y="660"/>
                    <a:pt x="699" y="660"/>
                  </a:cubicBezTo>
                  <a:cubicBezTo>
                    <a:pt x="705" y="660"/>
                    <a:pt x="710" y="660"/>
                    <a:pt x="715" y="660"/>
                  </a:cubicBezTo>
                  <a:cubicBezTo>
                    <a:pt x="763" y="660"/>
                    <a:pt x="834" y="636"/>
                    <a:pt x="882" y="565"/>
                  </a:cubicBezTo>
                  <a:cubicBezTo>
                    <a:pt x="918" y="493"/>
                    <a:pt x="918" y="422"/>
                    <a:pt x="894" y="362"/>
                  </a:cubicBezTo>
                  <a:cubicBezTo>
                    <a:pt x="775" y="112"/>
                    <a:pt x="132" y="5"/>
                    <a:pt x="60" y="5"/>
                  </a:cubicBezTo>
                  <a:cubicBezTo>
                    <a:pt x="57" y="1"/>
                    <a:pt x="52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4342500" y="1847550"/>
              <a:ext cx="156575" cy="180950"/>
            </a:xfrm>
            <a:custGeom>
              <a:avLst/>
              <a:gdLst/>
              <a:ahLst/>
              <a:cxnLst/>
              <a:rect l="l" t="t" r="r" b="b"/>
              <a:pathLst>
                <a:path w="6263" h="7238" extrusionOk="0">
                  <a:moveTo>
                    <a:pt x="2427" y="1"/>
                  </a:moveTo>
                  <a:cubicBezTo>
                    <a:pt x="1484" y="1"/>
                    <a:pt x="798" y="827"/>
                    <a:pt x="798" y="827"/>
                  </a:cubicBezTo>
                  <a:cubicBezTo>
                    <a:pt x="0" y="2089"/>
                    <a:pt x="1227" y="7030"/>
                    <a:pt x="1227" y="7030"/>
                  </a:cubicBezTo>
                  <a:cubicBezTo>
                    <a:pt x="1661" y="7181"/>
                    <a:pt x="2181" y="7238"/>
                    <a:pt x="2720" y="7238"/>
                  </a:cubicBezTo>
                  <a:cubicBezTo>
                    <a:pt x="4400" y="7238"/>
                    <a:pt x="6263" y="6685"/>
                    <a:pt x="6263" y="6685"/>
                  </a:cubicBezTo>
                  <a:cubicBezTo>
                    <a:pt x="6084" y="6197"/>
                    <a:pt x="5132" y="1077"/>
                    <a:pt x="3132" y="160"/>
                  </a:cubicBezTo>
                  <a:cubicBezTo>
                    <a:pt x="2886" y="47"/>
                    <a:pt x="2650" y="1"/>
                    <a:pt x="2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4281175" y="1828925"/>
              <a:ext cx="196475" cy="200350"/>
            </a:xfrm>
            <a:custGeom>
              <a:avLst/>
              <a:gdLst/>
              <a:ahLst/>
              <a:cxnLst/>
              <a:rect l="l" t="t" r="r" b="b"/>
              <a:pathLst>
                <a:path w="7859" h="8014" extrusionOk="0">
                  <a:moveTo>
                    <a:pt x="3882" y="1"/>
                  </a:moveTo>
                  <a:cubicBezTo>
                    <a:pt x="1608" y="274"/>
                    <a:pt x="1" y="5466"/>
                    <a:pt x="1" y="5466"/>
                  </a:cubicBezTo>
                  <a:cubicBezTo>
                    <a:pt x="882" y="7132"/>
                    <a:pt x="3894" y="8013"/>
                    <a:pt x="3894" y="8013"/>
                  </a:cubicBezTo>
                  <a:cubicBezTo>
                    <a:pt x="5406" y="7049"/>
                    <a:pt x="7859" y="4275"/>
                    <a:pt x="6049" y="1108"/>
                  </a:cubicBezTo>
                  <a:lnTo>
                    <a:pt x="38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3806425" y="2071450"/>
              <a:ext cx="665575" cy="313925"/>
            </a:xfrm>
            <a:custGeom>
              <a:avLst/>
              <a:gdLst/>
              <a:ahLst/>
              <a:cxnLst/>
              <a:rect l="l" t="t" r="r" b="b"/>
              <a:pathLst>
                <a:path w="26623" h="12557" extrusionOk="0">
                  <a:moveTo>
                    <a:pt x="12531" y="1"/>
                  </a:moveTo>
                  <a:cubicBezTo>
                    <a:pt x="9775" y="1"/>
                    <a:pt x="0" y="9016"/>
                    <a:pt x="0" y="9016"/>
                  </a:cubicBezTo>
                  <a:cubicBezTo>
                    <a:pt x="0" y="9016"/>
                    <a:pt x="0" y="11874"/>
                    <a:pt x="2405" y="11909"/>
                  </a:cubicBezTo>
                  <a:cubicBezTo>
                    <a:pt x="2405" y="11909"/>
                    <a:pt x="8680" y="9278"/>
                    <a:pt x="10347" y="7575"/>
                  </a:cubicBezTo>
                  <a:cubicBezTo>
                    <a:pt x="10347" y="7575"/>
                    <a:pt x="14534" y="12557"/>
                    <a:pt x="19619" y="12557"/>
                  </a:cubicBezTo>
                  <a:cubicBezTo>
                    <a:pt x="19707" y="12557"/>
                    <a:pt x="19795" y="12555"/>
                    <a:pt x="19884" y="12552"/>
                  </a:cubicBezTo>
                  <a:cubicBezTo>
                    <a:pt x="25087" y="12386"/>
                    <a:pt x="26456" y="9361"/>
                    <a:pt x="26623" y="8790"/>
                  </a:cubicBezTo>
                  <a:lnTo>
                    <a:pt x="18205" y="3754"/>
                  </a:lnTo>
                  <a:cubicBezTo>
                    <a:pt x="18205" y="3754"/>
                    <a:pt x="15264" y="182"/>
                    <a:pt x="12609" y="3"/>
                  </a:cubicBezTo>
                  <a:cubicBezTo>
                    <a:pt x="12583" y="1"/>
                    <a:pt x="12557" y="1"/>
                    <a:pt x="12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257513" y="1853678"/>
              <a:ext cx="263150" cy="445350"/>
            </a:xfrm>
            <a:custGeom>
              <a:avLst/>
              <a:gdLst/>
              <a:ahLst/>
              <a:cxnLst/>
              <a:rect l="l" t="t" r="r" b="b"/>
              <a:pathLst>
                <a:path w="10526" h="17814" extrusionOk="0">
                  <a:moveTo>
                    <a:pt x="6543" y="1"/>
                  </a:moveTo>
                  <a:cubicBezTo>
                    <a:pt x="6531" y="1"/>
                    <a:pt x="6525" y="2"/>
                    <a:pt x="6525" y="2"/>
                  </a:cubicBezTo>
                  <a:lnTo>
                    <a:pt x="2227" y="2240"/>
                  </a:lnTo>
                  <a:cubicBezTo>
                    <a:pt x="1025" y="4169"/>
                    <a:pt x="1" y="12122"/>
                    <a:pt x="1" y="12122"/>
                  </a:cubicBezTo>
                  <a:cubicBezTo>
                    <a:pt x="132" y="14325"/>
                    <a:pt x="3275" y="15122"/>
                    <a:pt x="5775" y="16063"/>
                  </a:cubicBezTo>
                  <a:cubicBezTo>
                    <a:pt x="7263" y="16623"/>
                    <a:pt x="8680" y="17813"/>
                    <a:pt x="8680" y="17813"/>
                  </a:cubicBezTo>
                  <a:cubicBezTo>
                    <a:pt x="8490" y="17563"/>
                    <a:pt x="10526" y="13515"/>
                    <a:pt x="9788" y="7348"/>
                  </a:cubicBezTo>
                  <a:cubicBezTo>
                    <a:pt x="8929" y="183"/>
                    <a:pt x="6762" y="1"/>
                    <a:pt x="6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4285350" y="2080925"/>
              <a:ext cx="111950" cy="121275"/>
            </a:xfrm>
            <a:custGeom>
              <a:avLst/>
              <a:gdLst/>
              <a:ahLst/>
              <a:cxnLst/>
              <a:rect l="l" t="t" r="r" b="b"/>
              <a:pathLst>
                <a:path w="4478" h="4851" extrusionOk="0">
                  <a:moveTo>
                    <a:pt x="43" y="0"/>
                  </a:moveTo>
                  <a:cubicBezTo>
                    <a:pt x="37" y="0"/>
                    <a:pt x="30" y="2"/>
                    <a:pt x="24" y="5"/>
                  </a:cubicBezTo>
                  <a:cubicBezTo>
                    <a:pt x="12" y="5"/>
                    <a:pt x="0" y="29"/>
                    <a:pt x="12" y="53"/>
                  </a:cubicBezTo>
                  <a:cubicBezTo>
                    <a:pt x="810" y="2124"/>
                    <a:pt x="2417" y="3875"/>
                    <a:pt x="4418" y="4851"/>
                  </a:cubicBezTo>
                  <a:lnTo>
                    <a:pt x="4429" y="4851"/>
                  </a:lnTo>
                  <a:cubicBezTo>
                    <a:pt x="4441" y="4851"/>
                    <a:pt x="4453" y="4851"/>
                    <a:pt x="4465" y="4827"/>
                  </a:cubicBezTo>
                  <a:cubicBezTo>
                    <a:pt x="4477" y="4815"/>
                    <a:pt x="4465" y="4791"/>
                    <a:pt x="4453" y="4780"/>
                  </a:cubicBezTo>
                  <a:cubicBezTo>
                    <a:pt x="2465" y="3815"/>
                    <a:pt x="869" y="2077"/>
                    <a:pt x="84" y="29"/>
                  </a:cubicBezTo>
                  <a:cubicBezTo>
                    <a:pt x="75" y="11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4352025" y="2091650"/>
              <a:ext cx="44675" cy="78700"/>
            </a:xfrm>
            <a:custGeom>
              <a:avLst/>
              <a:gdLst/>
              <a:ahLst/>
              <a:cxnLst/>
              <a:rect l="l" t="t" r="r" b="b"/>
              <a:pathLst>
                <a:path w="1787" h="3148" extrusionOk="0">
                  <a:moveTo>
                    <a:pt x="55" y="0"/>
                  </a:moveTo>
                  <a:cubicBezTo>
                    <a:pt x="49" y="0"/>
                    <a:pt x="42" y="2"/>
                    <a:pt x="36" y="5"/>
                  </a:cubicBezTo>
                  <a:cubicBezTo>
                    <a:pt x="12" y="5"/>
                    <a:pt x="0" y="29"/>
                    <a:pt x="12" y="52"/>
                  </a:cubicBezTo>
                  <a:cubicBezTo>
                    <a:pt x="381" y="1160"/>
                    <a:pt x="965" y="2231"/>
                    <a:pt x="1715" y="3124"/>
                  </a:cubicBezTo>
                  <a:cubicBezTo>
                    <a:pt x="1727" y="3136"/>
                    <a:pt x="1739" y="3148"/>
                    <a:pt x="1751" y="3148"/>
                  </a:cubicBezTo>
                  <a:cubicBezTo>
                    <a:pt x="1751" y="3148"/>
                    <a:pt x="1762" y="3136"/>
                    <a:pt x="1774" y="3136"/>
                  </a:cubicBezTo>
                  <a:cubicBezTo>
                    <a:pt x="1786" y="3124"/>
                    <a:pt x="1786" y="3100"/>
                    <a:pt x="1774" y="3077"/>
                  </a:cubicBezTo>
                  <a:cubicBezTo>
                    <a:pt x="1036" y="2184"/>
                    <a:pt x="453" y="1124"/>
                    <a:pt x="84" y="29"/>
                  </a:cubicBezTo>
                  <a:cubicBezTo>
                    <a:pt x="84" y="11"/>
                    <a:pt x="71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4129975" y="1850950"/>
              <a:ext cx="214925" cy="112675"/>
            </a:xfrm>
            <a:custGeom>
              <a:avLst/>
              <a:gdLst/>
              <a:ahLst/>
              <a:cxnLst/>
              <a:rect l="l" t="t" r="r" b="b"/>
              <a:pathLst>
                <a:path w="8597" h="4507" extrusionOk="0">
                  <a:moveTo>
                    <a:pt x="2548" y="1"/>
                  </a:moveTo>
                  <a:lnTo>
                    <a:pt x="0" y="2013"/>
                  </a:lnTo>
                  <a:cubicBezTo>
                    <a:pt x="0" y="2013"/>
                    <a:pt x="2691" y="3453"/>
                    <a:pt x="4394" y="4096"/>
                  </a:cubicBezTo>
                  <a:cubicBezTo>
                    <a:pt x="5177" y="4392"/>
                    <a:pt x="5893" y="4507"/>
                    <a:pt x="6459" y="4507"/>
                  </a:cubicBezTo>
                  <a:cubicBezTo>
                    <a:pt x="7123" y="4507"/>
                    <a:pt x="7581" y="4350"/>
                    <a:pt x="7704" y="4144"/>
                  </a:cubicBezTo>
                  <a:cubicBezTo>
                    <a:pt x="7918" y="3775"/>
                    <a:pt x="8597" y="1620"/>
                    <a:pt x="7846" y="1370"/>
                  </a:cubicBezTo>
                  <a:cubicBezTo>
                    <a:pt x="7791" y="1352"/>
                    <a:pt x="7736" y="1343"/>
                    <a:pt x="7683" y="1343"/>
                  </a:cubicBezTo>
                  <a:cubicBezTo>
                    <a:pt x="7012" y="1343"/>
                    <a:pt x="6572" y="2703"/>
                    <a:pt x="6572" y="2703"/>
                  </a:cubicBezTo>
                  <a:cubicBezTo>
                    <a:pt x="5370" y="1441"/>
                    <a:pt x="2548" y="1"/>
                    <a:pt x="25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4056750" y="1885475"/>
              <a:ext cx="239625" cy="144700"/>
            </a:xfrm>
            <a:custGeom>
              <a:avLst/>
              <a:gdLst/>
              <a:ahLst/>
              <a:cxnLst/>
              <a:rect l="l" t="t" r="r" b="b"/>
              <a:pathLst>
                <a:path w="9585" h="5788" extrusionOk="0">
                  <a:moveTo>
                    <a:pt x="4203" y="1"/>
                  </a:moveTo>
                  <a:lnTo>
                    <a:pt x="0" y="1918"/>
                  </a:lnTo>
                  <a:cubicBezTo>
                    <a:pt x="0" y="1918"/>
                    <a:pt x="905" y="3084"/>
                    <a:pt x="3894" y="4775"/>
                  </a:cubicBezTo>
                  <a:cubicBezTo>
                    <a:pt x="5269" y="5555"/>
                    <a:pt x="6221" y="5787"/>
                    <a:pt x="6870" y="5787"/>
                  </a:cubicBezTo>
                  <a:cubicBezTo>
                    <a:pt x="7519" y="5787"/>
                    <a:pt x="7864" y="5555"/>
                    <a:pt x="8025" y="5406"/>
                  </a:cubicBezTo>
                  <a:cubicBezTo>
                    <a:pt x="8335" y="5108"/>
                    <a:pt x="9585" y="3215"/>
                    <a:pt x="8918" y="2763"/>
                  </a:cubicBezTo>
                  <a:cubicBezTo>
                    <a:pt x="8825" y="2700"/>
                    <a:pt x="8727" y="2673"/>
                    <a:pt x="8627" y="2673"/>
                  </a:cubicBezTo>
                  <a:cubicBezTo>
                    <a:pt x="8013" y="2673"/>
                    <a:pt x="7335" y="3704"/>
                    <a:pt x="7335" y="3704"/>
                  </a:cubicBezTo>
                  <a:cubicBezTo>
                    <a:pt x="6513" y="2168"/>
                    <a:pt x="4203" y="1"/>
                    <a:pt x="4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4170450" y="1577675"/>
              <a:ext cx="45875" cy="72750"/>
            </a:xfrm>
            <a:custGeom>
              <a:avLst/>
              <a:gdLst/>
              <a:ahLst/>
              <a:cxnLst/>
              <a:rect l="l" t="t" r="r" b="b"/>
              <a:pathLst>
                <a:path w="1835" h="2910" extrusionOk="0">
                  <a:moveTo>
                    <a:pt x="901" y="0"/>
                  </a:moveTo>
                  <a:cubicBezTo>
                    <a:pt x="672" y="0"/>
                    <a:pt x="786" y="1026"/>
                    <a:pt x="786" y="1026"/>
                  </a:cubicBezTo>
                  <a:cubicBezTo>
                    <a:pt x="786" y="1026"/>
                    <a:pt x="589" y="192"/>
                    <a:pt x="401" y="192"/>
                  </a:cubicBezTo>
                  <a:cubicBezTo>
                    <a:pt x="399" y="192"/>
                    <a:pt x="396" y="192"/>
                    <a:pt x="393" y="192"/>
                  </a:cubicBezTo>
                  <a:cubicBezTo>
                    <a:pt x="203" y="216"/>
                    <a:pt x="489" y="1311"/>
                    <a:pt x="489" y="1311"/>
                  </a:cubicBezTo>
                  <a:cubicBezTo>
                    <a:pt x="489" y="1311"/>
                    <a:pt x="311" y="1026"/>
                    <a:pt x="186" y="1026"/>
                  </a:cubicBezTo>
                  <a:cubicBezTo>
                    <a:pt x="156" y="1026"/>
                    <a:pt x="129" y="1043"/>
                    <a:pt x="108" y="1085"/>
                  </a:cubicBezTo>
                  <a:cubicBezTo>
                    <a:pt x="0" y="1288"/>
                    <a:pt x="501" y="2014"/>
                    <a:pt x="501" y="2014"/>
                  </a:cubicBezTo>
                  <a:cubicBezTo>
                    <a:pt x="501" y="2014"/>
                    <a:pt x="358" y="2371"/>
                    <a:pt x="179" y="2907"/>
                  </a:cubicBezTo>
                  <a:cubicBezTo>
                    <a:pt x="237" y="2908"/>
                    <a:pt x="295" y="2909"/>
                    <a:pt x="353" y="2909"/>
                  </a:cubicBezTo>
                  <a:cubicBezTo>
                    <a:pt x="736" y="2909"/>
                    <a:pt x="1120" y="2877"/>
                    <a:pt x="1513" y="2835"/>
                  </a:cubicBezTo>
                  <a:cubicBezTo>
                    <a:pt x="1608" y="2240"/>
                    <a:pt x="1667" y="1859"/>
                    <a:pt x="1667" y="1859"/>
                  </a:cubicBezTo>
                  <a:cubicBezTo>
                    <a:pt x="1739" y="1371"/>
                    <a:pt x="1834" y="311"/>
                    <a:pt x="1667" y="276"/>
                  </a:cubicBezTo>
                  <a:cubicBezTo>
                    <a:pt x="1663" y="275"/>
                    <a:pt x="1659" y="274"/>
                    <a:pt x="1655" y="274"/>
                  </a:cubicBezTo>
                  <a:cubicBezTo>
                    <a:pt x="1495" y="274"/>
                    <a:pt x="1382" y="966"/>
                    <a:pt x="1382" y="966"/>
                  </a:cubicBezTo>
                  <a:cubicBezTo>
                    <a:pt x="1382" y="966"/>
                    <a:pt x="1465" y="85"/>
                    <a:pt x="1298" y="49"/>
                  </a:cubicBezTo>
                  <a:cubicBezTo>
                    <a:pt x="1296" y="49"/>
                    <a:pt x="1294" y="49"/>
                    <a:pt x="1292" y="49"/>
                  </a:cubicBezTo>
                  <a:cubicBezTo>
                    <a:pt x="1142" y="49"/>
                    <a:pt x="1084" y="954"/>
                    <a:pt x="1084" y="954"/>
                  </a:cubicBezTo>
                  <a:cubicBezTo>
                    <a:pt x="1084" y="954"/>
                    <a:pt x="1072" y="26"/>
                    <a:pt x="917" y="2"/>
                  </a:cubicBezTo>
                  <a:cubicBezTo>
                    <a:pt x="912" y="1"/>
                    <a:pt x="907" y="0"/>
                    <a:pt x="901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173725" y="1624975"/>
              <a:ext cx="46150" cy="24775"/>
            </a:xfrm>
            <a:custGeom>
              <a:avLst/>
              <a:gdLst/>
              <a:ahLst/>
              <a:cxnLst/>
              <a:rect l="l" t="t" r="r" b="b"/>
              <a:pathLst>
                <a:path w="1846" h="991" extrusionOk="0">
                  <a:moveTo>
                    <a:pt x="552" y="1"/>
                  </a:moveTo>
                  <a:cubicBezTo>
                    <a:pt x="412" y="1"/>
                    <a:pt x="291" y="21"/>
                    <a:pt x="215" y="74"/>
                  </a:cubicBezTo>
                  <a:cubicBezTo>
                    <a:pt x="215" y="74"/>
                    <a:pt x="131" y="300"/>
                    <a:pt x="0" y="646"/>
                  </a:cubicBezTo>
                  <a:cubicBezTo>
                    <a:pt x="584" y="789"/>
                    <a:pt x="1215" y="860"/>
                    <a:pt x="1810" y="991"/>
                  </a:cubicBezTo>
                  <a:cubicBezTo>
                    <a:pt x="1846" y="431"/>
                    <a:pt x="1786" y="253"/>
                    <a:pt x="1786" y="253"/>
                  </a:cubicBezTo>
                  <a:cubicBezTo>
                    <a:pt x="1786" y="253"/>
                    <a:pt x="1045" y="1"/>
                    <a:pt x="5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4140975" y="1641100"/>
              <a:ext cx="78025" cy="171175"/>
            </a:xfrm>
            <a:custGeom>
              <a:avLst/>
              <a:gdLst/>
              <a:ahLst/>
              <a:cxnLst/>
              <a:rect l="l" t="t" r="r" b="b"/>
              <a:pathLst>
                <a:path w="3121" h="6847" extrusionOk="0">
                  <a:moveTo>
                    <a:pt x="1310" y="1"/>
                  </a:moveTo>
                  <a:cubicBezTo>
                    <a:pt x="953" y="894"/>
                    <a:pt x="287" y="2596"/>
                    <a:pt x="1" y="3275"/>
                  </a:cubicBezTo>
                  <a:cubicBezTo>
                    <a:pt x="167" y="4394"/>
                    <a:pt x="882" y="5763"/>
                    <a:pt x="1227" y="6847"/>
                  </a:cubicBezTo>
                  <a:cubicBezTo>
                    <a:pt x="1608" y="6513"/>
                    <a:pt x="1787" y="5751"/>
                    <a:pt x="1953" y="5251"/>
                  </a:cubicBezTo>
                  <a:cubicBezTo>
                    <a:pt x="2811" y="2572"/>
                    <a:pt x="3061" y="1108"/>
                    <a:pt x="3120" y="346"/>
                  </a:cubicBezTo>
                  <a:cubicBezTo>
                    <a:pt x="2525" y="215"/>
                    <a:pt x="1894" y="144"/>
                    <a:pt x="1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4026675" y="1755100"/>
              <a:ext cx="188150" cy="167600"/>
            </a:xfrm>
            <a:custGeom>
              <a:avLst/>
              <a:gdLst/>
              <a:ahLst/>
              <a:cxnLst/>
              <a:rect l="l" t="t" r="r" b="b"/>
              <a:pathLst>
                <a:path w="7526" h="6704" extrusionOk="0">
                  <a:moveTo>
                    <a:pt x="1322" y="1"/>
                  </a:moveTo>
                  <a:cubicBezTo>
                    <a:pt x="1322" y="1"/>
                    <a:pt x="1" y="1108"/>
                    <a:pt x="453" y="4025"/>
                  </a:cubicBezTo>
                  <a:cubicBezTo>
                    <a:pt x="775" y="6073"/>
                    <a:pt x="1346" y="6704"/>
                    <a:pt x="1346" y="6704"/>
                  </a:cubicBezTo>
                  <a:cubicBezTo>
                    <a:pt x="1346" y="6704"/>
                    <a:pt x="7335" y="6525"/>
                    <a:pt x="7442" y="4478"/>
                  </a:cubicBezTo>
                  <a:cubicBezTo>
                    <a:pt x="7526" y="2823"/>
                    <a:pt x="5906" y="120"/>
                    <a:pt x="5906" y="120"/>
                  </a:cubicBezTo>
                  <a:lnTo>
                    <a:pt x="13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3938875" y="1558350"/>
              <a:ext cx="260775" cy="194475"/>
            </a:xfrm>
            <a:custGeom>
              <a:avLst/>
              <a:gdLst/>
              <a:ahLst/>
              <a:cxnLst/>
              <a:rect l="l" t="t" r="r" b="b"/>
              <a:pathLst>
                <a:path w="10431" h="7779" extrusionOk="0">
                  <a:moveTo>
                    <a:pt x="8311" y="1"/>
                  </a:moveTo>
                  <a:lnTo>
                    <a:pt x="3799" y="2156"/>
                  </a:lnTo>
                  <a:lnTo>
                    <a:pt x="143" y="2823"/>
                  </a:lnTo>
                  <a:cubicBezTo>
                    <a:pt x="143" y="2823"/>
                    <a:pt x="143" y="2906"/>
                    <a:pt x="143" y="3025"/>
                  </a:cubicBezTo>
                  <a:cubicBezTo>
                    <a:pt x="143" y="3215"/>
                    <a:pt x="155" y="3525"/>
                    <a:pt x="191" y="3882"/>
                  </a:cubicBezTo>
                  <a:cubicBezTo>
                    <a:pt x="191" y="3882"/>
                    <a:pt x="0" y="6180"/>
                    <a:pt x="572" y="6418"/>
                  </a:cubicBezTo>
                  <a:cubicBezTo>
                    <a:pt x="613" y="6438"/>
                    <a:pt x="653" y="6447"/>
                    <a:pt x="690" y="6447"/>
                  </a:cubicBezTo>
                  <a:cubicBezTo>
                    <a:pt x="836" y="6447"/>
                    <a:pt x="953" y="6310"/>
                    <a:pt x="1048" y="6121"/>
                  </a:cubicBezTo>
                  <a:cubicBezTo>
                    <a:pt x="1370" y="6823"/>
                    <a:pt x="1405" y="7430"/>
                    <a:pt x="1810" y="7430"/>
                  </a:cubicBezTo>
                  <a:cubicBezTo>
                    <a:pt x="2310" y="7406"/>
                    <a:pt x="2667" y="7216"/>
                    <a:pt x="2667" y="7216"/>
                  </a:cubicBezTo>
                  <a:cubicBezTo>
                    <a:pt x="2667" y="7216"/>
                    <a:pt x="3020" y="7778"/>
                    <a:pt x="3259" y="7778"/>
                  </a:cubicBezTo>
                  <a:cubicBezTo>
                    <a:pt x="3268" y="7778"/>
                    <a:pt x="3278" y="7777"/>
                    <a:pt x="3287" y="7776"/>
                  </a:cubicBezTo>
                  <a:cubicBezTo>
                    <a:pt x="3525" y="7716"/>
                    <a:pt x="3929" y="7037"/>
                    <a:pt x="3894" y="6728"/>
                  </a:cubicBezTo>
                  <a:cubicBezTo>
                    <a:pt x="3891" y="6697"/>
                    <a:pt x="3892" y="6683"/>
                    <a:pt x="3895" y="6683"/>
                  </a:cubicBezTo>
                  <a:cubicBezTo>
                    <a:pt x="3923" y="6683"/>
                    <a:pt x="4139" y="7586"/>
                    <a:pt x="4608" y="7586"/>
                  </a:cubicBezTo>
                  <a:cubicBezTo>
                    <a:pt x="4681" y="7586"/>
                    <a:pt x="4761" y="7564"/>
                    <a:pt x="4846" y="7514"/>
                  </a:cubicBezTo>
                  <a:cubicBezTo>
                    <a:pt x="5549" y="7085"/>
                    <a:pt x="7323" y="7073"/>
                    <a:pt x="7859" y="6335"/>
                  </a:cubicBezTo>
                  <a:cubicBezTo>
                    <a:pt x="8406" y="5597"/>
                    <a:pt x="7990" y="5240"/>
                    <a:pt x="7990" y="5240"/>
                  </a:cubicBezTo>
                  <a:lnTo>
                    <a:pt x="7990" y="5240"/>
                  </a:lnTo>
                  <a:cubicBezTo>
                    <a:pt x="7990" y="5240"/>
                    <a:pt x="8420" y="5558"/>
                    <a:pt x="8794" y="5558"/>
                  </a:cubicBezTo>
                  <a:cubicBezTo>
                    <a:pt x="8894" y="5558"/>
                    <a:pt x="8990" y="5535"/>
                    <a:pt x="9073" y="5478"/>
                  </a:cubicBezTo>
                  <a:cubicBezTo>
                    <a:pt x="9454" y="5204"/>
                    <a:pt x="8585" y="4239"/>
                    <a:pt x="8585" y="4239"/>
                  </a:cubicBezTo>
                  <a:lnTo>
                    <a:pt x="8585" y="4239"/>
                  </a:lnTo>
                  <a:cubicBezTo>
                    <a:pt x="8585" y="4239"/>
                    <a:pt x="8617" y="4241"/>
                    <a:pt x="8672" y="4241"/>
                  </a:cubicBezTo>
                  <a:cubicBezTo>
                    <a:pt x="8942" y="4241"/>
                    <a:pt x="9765" y="4208"/>
                    <a:pt x="10121" y="3823"/>
                  </a:cubicBezTo>
                  <a:cubicBezTo>
                    <a:pt x="10430" y="3489"/>
                    <a:pt x="9930" y="2596"/>
                    <a:pt x="9478" y="1906"/>
                  </a:cubicBezTo>
                  <a:cubicBezTo>
                    <a:pt x="9644" y="1834"/>
                    <a:pt x="9823" y="1739"/>
                    <a:pt x="9990" y="1632"/>
                  </a:cubicBezTo>
                  <a:cubicBezTo>
                    <a:pt x="10371" y="1394"/>
                    <a:pt x="8775" y="429"/>
                    <a:pt x="83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4079375" y="1727125"/>
              <a:ext cx="54775" cy="31300"/>
            </a:xfrm>
            <a:custGeom>
              <a:avLst/>
              <a:gdLst/>
              <a:ahLst/>
              <a:cxnLst/>
              <a:rect l="l" t="t" r="r" b="b"/>
              <a:pathLst>
                <a:path w="2191" h="1252" extrusionOk="0">
                  <a:moveTo>
                    <a:pt x="2155" y="1"/>
                  </a:moveTo>
                  <a:cubicBezTo>
                    <a:pt x="1560" y="477"/>
                    <a:pt x="738" y="703"/>
                    <a:pt x="0" y="786"/>
                  </a:cubicBezTo>
                  <a:lnTo>
                    <a:pt x="143" y="1144"/>
                  </a:lnTo>
                  <a:cubicBezTo>
                    <a:pt x="423" y="1216"/>
                    <a:pt x="675" y="1251"/>
                    <a:pt x="900" y="1251"/>
                  </a:cubicBezTo>
                  <a:cubicBezTo>
                    <a:pt x="1668" y="1251"/>
                    <a:pt x="2108" y="841"/>
                    <a:pt x="2191" y="132"/>
                  </a:cubicBezTo>
                  <a:lnTo>
                    <a:pt x="2155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069250" y="1700350"/>
              <a:ext cx="64025" cy="46450"/>
            </a:xfrm>
            <a:custGeom>
              <a:avLst/>
              <a:gdLst/>
              <a:ahLst/>
              <a:cxnLst/>
              <a:rect l="l" t="t" r="r" b="b"/>
              <a:pathLst>
                <a:path w="2561" h="1858" extrusionOk="0">
                  <a:moveTo>
                    <a:pt x="2239" y="0"/>
                  </a:moveTo>
                  <a:lnTo>
                    <a:pt x="0" y="845"/>
                  </a:lnTo>
                  <a:lnTo>
                    <a:pt x="405" y="1857"/>
                  </a:lnTo>
                  <a:cubicBezTo>
                    <a:pt x="1143" y="1774"/>
                    <a:pt x="1965" y="1548"/>
                    <a:pt x="2560" y="1072"/>
                  </a:cubicBezTo>
                  <a:lnTo>
                    <a:pt x="2239" y="0"/>
                  </a:ln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3960900" y="1546250"/>
              <a:ext cx="203925" cy="196100"/>
            </a:xfrm>
            <a:custGeom>
              <a:avLst/>
              <a:gdLst/>
              <a:ahLst/>
              <a:cxnLst/>
              <a:rect l="l" t="t" r="r" b="b"/>
              <a:pathLst>
                <a:path w="8157" h="7844" extrusionOk="0">
                  <a:moveTo>
                    <a:pt x="4814" y="0"/>
                  </a:moveTo>
                  <a:cubicBezTo>
                    <a:pt x="3861" y="0"/>
                    <a:pt x="2769" y="492"/>
                    <a:pt x="1751" y="1175"/>
                  </a:cubicBezTo>
                  <a:cubicBezTo>
                    <a:pt x="0" y="2330"/>
                    <a:pt x="286" y="4188"/>
                    <a:pt x="1524" y="6128"/>
                  </a:cubicBezTo>
                  <a:cubicBezTo>
                    <a:pt x="2315" y="7379"/>
                    <a:pt x="3338" y="7844"/>
                    <a:pt x="4360" y="7844"/>
                  </a:cubicBezTo>
                  <a:cubicBezTo>
                    <a:pt x="4924" y="7844"/>
                    <a:pt x="5488" y="7702"/>
                    <a:pt x="6013" y="7474"/>
                  </a:cubicBezTo>
                  <a:cubicBezTo>
                    <a:pt x="7573" y="6795"/>
                    <a:pt x="8156" y="5128"/>
                    <a:pt x="7692" y="3819"/>
                  </a:cubicBezTo>
                  <a:cubicBezTo>
                    <a:pt x="7097" y="2187"/>
                    <a:pt x="6549" y="842"/>
                    <a:pt x="6549" y="842"/>
                  </a:cubicBezTo>
                  <a:cubicBezTo>
                    <a:pt x="6090" y="245"/>
                    <a:pt x="5487" y="0"/>
                    <a:pt x="4814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4064175" y="15759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2"/>
                  </a:moveTo>
                  <a:cubicBezTo>
                    <a:pt x="13" y="0"/>
                    <a:pt x="1" y="0"/>
                    <a:pt x="1" y="0"/>
                  </a:cubicBezTo>
                  <a:cubicBezTo>
                    <a:pt x="1" y="0"/>
                    <a:pt x="13" y="0"/>
                    <a:pt x="25" y="12"/>
                  </a:cubicBezTo>
                  <a:close/>
                </a:path>
              </a:pathLst>
            </a:custGeom>
            <a:solidFill>
              <a:srgbClr val="F6A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3971925" y="1687250"/>
              <a:ext cx="52100" cy="48025"/>
            </a:xfrm>
            <a:custGeom>
              <a:avLst/>
              <a:gdLst/>
              <a:ahLst/>
              <a:cxnLst/>
              <a:rect l="l" t="t" r="r" b="b"/>
              <a:pathLst>
                <a:path w="2084" h="1921" extrusionOk="0">
                  <a:moveTo>
                    <a:pt x="1286" y="0"/>
                  </a:moveTo>
                  <a:cubicBezTo>
                    <a:pt x="1286" y="0"/>
                    <a:pt x="0" y="0"/>
                    <a:pt x="357" y="1179"/>
                  </a:cubicBezTo>
                  <a:cubicBezTo>
                    <a:pt x="522" y="1705"/>
                    <a:pt x="860" y="1920"/>
                    <a:pt x="1194" y="1920"/>
                  </a:cubicBezTo>
                  <a:cubicBezTo>
                    <a:pt x="1609" y="1920"/>
                    <a:pt x="2018" y="1589"/>
                    <a:pt x="2084" y="1107"/>
                  </a:cubicBezTo>
                  <a:lnTo>
                    <a:pt x="1286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016850" y="1625425"/>
              <a:ext cx="33375" cy="32425"/>
            </a:xfrm>
            <a:custGeom>
              <a:avLst/>
              <a:gdLst/>
              <a:ahLst/>
              <a:cxnLst/>
              <a:rect l="l" t="t" r="r" b="b"/>
              <a:pathLst>
                <a:path w="1335" h="1297" extrusionOk="0">
                  <a:moveTo>
                    <a:pt x="1007" y="0"/>
                  </a:moveTo>
                  <a:cubicBezTo>
                    <a:pt x="866" y="0"/>
                    <a:pt x="679" y="123"/>
                    <a:pt x="418" y="485"/>
                  </a:cubicBezTo>
                  <a:cubicBezTo>
                    <a:pt x="1" y="1056"/>
                    <a:pt x="370" y="1259"/>
                    <a:pt x="370" y="1259"/>
                  </a:cubicBezTo>
                  <a:cubicBezTo>
                    <a:pt x="413" y="1284"/>
                    <a:pt x="457" y="1297"/>
                    <a:pt x="502" y="1297"/>
                  </a:cubicBezTo>
                  <a:cubicBezTo>
                    <a:pt x="667" y="1297"/>
                    <a:pt x="848" y="1130"/>
                    <a:pt x="1072" y="830"/>
                  </a:cubicBezTo>
                  <a:cubicBezTo>
                    <a:pt x="1311" y="521"/>
                    <a:pt x="1334" y="235"/>
                    <a:pt x="1203" y="92"/>
                  </a:cubicBezTo>
                  <a:cubicBezTo>
                    <a:pt x="1149" y="37"/>
                    <a:pt x="1085" y="0"/>
                    <a:pt x="10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096075" y="1600200"/>
              <a:ext cx="38075" cy="18350"/>
            </a:xfrm>
            <a:custGeom>
              <a:avLst/>
              <a:gdLst/>
              <a:ahLst/>
              <a:cxnLst/>
              <a:rect l="l" t="t" r="r" b="b"/>
              <a:pathLst>
                <a:path w="1523" h="734" extrusionOk="0">
                  <a:moveTo>
                    <a:pt x="663" y="1"/>
                  </a:moveTo>
                  <a:cubicBezTo>
                    <a:pt x="108" y="1"/>
                    <a:pt x="1" y="167"/>
                    <a:pt x="23" y="363"/>
                  </a:cubicBezTo>
                  <a:cubicBezTo>
                    <a:pt x="47" y="565"/>
                    <a:pt x="297" y="720"/>
                    <a:pt x="689" y="732"/>
                  </a:cubicBezTo>
                  <a:cubicBezTo>
                    <a:pt x="726" y="733"/>
                    <a:pt x="762" y="733"/>
                    <a:pt x="796" y="733"/>
                  </a:cubicBezTo>
                  <a:cubicBezTo>
                    <a:pt x="1194" y="733"/>
                    <a:pt x="1419" y="666"/>
                    <a:pt x="1451" y="458"/>
                  </a:cubicBezTo>
                  <a:cubicBezTo>
                    <a:pt x="1451" y="458"/>
                    <a:pt x="1523" y="41"/>
                    <a:pt x="832" y="6"/>
                  </a:cubicBezTo>
                  <a:cubicBezTo>
                    <a:pt x="772" y="2"/>
                    <a:pt x="715" y="1"/>
                    <a:pt x="6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3984125" y="1698375"/>
              <a:ext cx="32175" cy="21925"/>
            </a:xfrm>
            <a:custGeom>
              <a:avLst/>
              <a:gdLst/>
              <a:ahLst/>
              <a:cxnLst/>
              <a:rect l="l" t="t" r="r" b="b"/>
              <a:pathLst>
                <a:path w="1287" h="877" extrusionOk="0">
                  <a:moveTo>
                    <a:pt x="582" y="1"/>
                  </a:moveTo>
                  <a:cubicBezTo>
                    <a:pt x="473" y="1"/>
                    <a:pt x="372" y="24"/>
                    <a:pt x="286" y="79"/>
                  </a:cubicBezTo>
                  <a:cubicBezTo>
                    <a:pt x="72" y="222"/>
                    <a:pt x="12" y="496"/>
                    <a:pt x="0" y="508"/>
                  </a:cubicBezTo>
                  <a:cubicBezTo>
                    <a:pt x="0" y="520"/>
                    <a:pt x="12" y="531"/>
                    <a:pt x="24" y="531"/>
                  </a:cubicBezTo>
                  <a:cubicBezTo>
                    <a:pt x="27" y="535"/>
                    <a:pt x="31" y="536"/>
                    <a:pt x="34" y="536"/>
                  </a:cubicBezTo>
                  <a:cubicBezTo>
                    <a:pt x="42" y="536"/>
                    <a:pt x="48" y="528"/>
                    <a:pt x="48" y="520"/>
                  </a:cubicBezTo>
                  <a:cubicBezTo>
                    <a:pt x="48" y="520"/>
                    <a:pt x="107" y="258"/>
                    <a:pt x="322" y="127"/>
                  </a:cubicBezTo>
                  <a:cubicBezTo>
                    <a:pt x="399" y="81"/>
                    <a:pt x="485" y="54"/>
                    <a:pt x="582" y="54"/>
                  </a:cubicBezTo>
                  <a:cubicBezTo>
                    <a:pt x="635" y="54"/>
                    <a:pt x="691" y="62"/>
                    <a:pt x="750" y="79"/>
                  </a:cubicBezTo>
                  <a:cubicBezTo>
                    <a:pt x="1238" y="198"/>
                    <a:pt x="1191" y="841"/>
                    <a:pt x="1191" y="853"/>
                  </a:cubicBezTo>
                  <a:cubicBezTo>
                    <a:pt x="1179" y="865"/>
                    <a:pt x="1191" y="877"/>
                    <a:pt x="1203" y="877"/>
                  </a:cubicBezTo>
                  <a:lnTo>
                    <a:pt x="1215" y="877"/>
                  </a:lnTo>
                  <a:cubicBezTo>
                    <a:pt x="1227" y="865"/>
                    <a:pt x="1238" y="865"/>
                    <a:pt x="1238" y="853"/>
                  </a:cubicBezTo>
                  <a:cubicBezTo>
                    <a:pt x="1238" y="841"/>
                    <a:pt x="1286" y="150"/>
                    <a:pt x="762" y="20"/>
                  </a:cubicBezTo>
                  <a:cubicBezTo>
                    <a:pt x="701" y="7"/>
                    <a:pt x="640" y="1"/>
                    <a:pt x="582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3995125" y="1705775"/>
              <a:ext cx="17900" cy="8275"/>
            </a:xfrm>
            <a:custGeom>
              <a:avLst/>
              <a:gdLst/>
              <a:ahLst/>
              <a:cxnLst/>
              <a:rect l="l" t="t" r="r" b="b"/>
              <a:pathLst>
                <a:path w="716" h="331" extrusionOk="0">
                  <a:moveTo>
                    <a:pt x="495" y="1"/>
                  </a:moveTo>
                  <a:cubicBezTo>
                    <a:pt x="207" y="1"/>
                    <a:pt x="13" y="285"/>
                    <a:pt x="13" y="295"/>
                  </a:cubicBezTo>
                  <a:cubicBezTo>
                    <a:pt x="1" y="307"/>
                    <a:pt x="13" y="319"/>
                    <a:pt x="25" y="331"/>
                  </a:cubicBezTo>
                  <a:lnTo>
                    <a:pt x="36" y="331"/>
                  </a:lnTo>
                  <a:cubicBezTo>
                    <a:pt x="48" y="331"/>
                    <a:pt x="48" y="319"/>
                    <a:pt x="48" y="319"/>
                  </a:cubicBezTo>
                  <a:cubicBezTo>
                    <a:pt x="58" y="319"/>
                    <a:pt x="238" y="51"/>
                    <a:pt x="501" y="51"/>
                  </a:cubicBezTo>
                  <a:cubicBezTo>
                    <a:pt x="557" y="51"/>
                    <a:pt x="617" y="63"/>
                    <a:pt x="679" y="93"/>
                  </a:cubicBezTo>
                  <a:cubicBezTo>
                    <a:pt x="691" y="93"/>
                    <a:pt x="703" y="93"/>
                    <a:pt x="703" y="81"/>
                  </a:cubicBezTo>
                  <a:cubicBezTo>
                    <a:pt x="715" y="69"/>
                    <a:pt x="703" y="57"/>
                    <a:pt x="691" y="45"/>
                  </a:cubicBezTo>
                  <a:cubicBezTo>
                    <a:pt x="622" y="14"/>
                    <a:pt x="556" y="1"/>
                    <a:pt x="495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135925" y="1618475"/>
              <a:ext cx="53225" cy="47100"/>
            </a:xfrm>
            <a:custGeom>
              <a:avLst/>
              <a:gdLst/>
              <a:ahLst/>
              <a:cxnLst/>
              <a:rect l="l" t="t" r="r" b="b"/>
              <a:pathLst>
                <a:path w="2129" h="1884" extrusionOk="0">
                  <a:moveTo>
                    <a:pt x="800" y="0"/>
                  </a:moveTo>
                  <a:cubicBezTo>
                    <a:pt x="338" y="0"/>
                    <a:pt x="0" y="501"/>
                    <a:pt x="0" y="501"/>
                  </a:cubicBezTo>
                  <a:lnTo>
                    <a:pt x="477" y="1787"/>
                  </a:lnTo>
                  <a:cubicBezTo>
                    <a:pt x="613" y="1853"/>
                    <a:pt x="755" y="1883"/>
                    <a:pt x="894" y="1883"/>
                  </a:cubicBezTo>
                  <a:cubicBezTo>
                    <a:pt x="1556" y="1883"/>
                    <a:pt x="2128" y="1193"/>
                    <a:pt x="1489" y="406"/>
                  </a:cubicBezTo>
                  <a:cubicBezTo>
                    <a:pt x="1247" y="104"/>
                    <a:pt x="1010" y="0"/>
                    <a:pt x="800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141575" y="1626675"/>
              <a:ext cx="25625" cy="31725"/>
            </a:xfrm>
            <a:custGeom>
              <a:avLst/>
              <a:gdLst/>
              <a:ahLst/>
              <a:cxnLst/>
              <a:rect l="l" t="t" r="r" b="b"/>
              <a:pathLst>
                <a:path w="1025" h="1269" extrusionOk="0">
                  <a:moveTo>
                    <a:pt x="732" y="0"/>
                  </a:moveTo>
                  <a:cubicBezTo>
                    <a:pt x="659" y="0"/>
                    <a:pt x="578" y="11"/>
                    <a:pt x="501" y="42"/>
                  </a:cubicBezTo>
                  <a:cubicBezTo>
                    <a:pt x="358" y="113"/>
                    <a:pt x="251" y="232"/>
                    <a:pt x="179" y="411"/>
                  </a:cubicBezTo>
                  <a:cubicBezTo>
                    <a:pt x="1" y="911"/>
                    <a:pt x="596" y="1256"/>
                    <a:pt x="608" y="1256"/>
                  </a:cubicBezTo>
                  <a:cubicBezTo>
                    <a:pt x="608" y="1268"/>
                    <a:pt x="620" y="1268"/>
                    <a:pt x="632" y="1268"/>
                  </a:cubicBezTo>
                  <a:cubicBezTo>
                    <a:pt x="632" y="1256"/>
                    <a:pt x="632" y="1256"/>
                    <a:pt x="632" y="1256"/>
                  </a:cubicBezTo>
                  <a:cubicBezTo>
                    <a:pt x="644" y="1244"/>
                    <a:pt x="644" y="1233"/>
                    <a:pt x="632" y="1221"/>
                  </a:cubicBezTo>
                  <a:cubicBezTo>
                    <a:pt x="620" y="1221"/>
                    <a:pt x="60" y="899"/>
                    <a:pt x="227" y="423"/>
                  </a:cubicBezTo>
                  <a:cubicBezTo>
                    <a:pt x="286" y="268"/>
                    <a:pt x="382" y="149"/>
                    <a:pt x="513" y="90"/>
                  </a:cubicBezTo>
                  <a:cubicBezTo>
                    <a:pt x="588" y="58"/>
                    <a:pt x="666" y="47"/>
                    <a:pt x="737" y="47"/>
                  </a:cubicBezTo>
                  <a:cubicBezTo>
                    <a:pt x="878" y="47"/>
                    <a:pt x="989" y="90"/>
                    <a:pt x="989" y="90"/>
                  </a:cubicBezTo>
                  <a:cubicBezTo>
                    <a:pt x="992" y="93"/>
                    <a:pt x="996" y="94"/>
                    <a:pt x="999" y="94"/>
                  </a:cubicBezTo>
                  <a:cubicBezTo>
                    <a:pt x="1008" y="94"/>
                    <a:pt x="1016" y="86"/>
                    <a:pt x="1025" y="78"/>
                  </a:cubicBezTo>
                  <a:cubicBezTo>
                    <a:pt x="1025" y="66"/>
                    <a:pt x="1025" y="54"/>
                    <a:pt x="1013" y="54"/>
                  </a:cubicBezTo>
                  <a:cubicBezTo>
                    <a:pt x="1005" y="46"/>
                    <a:pt x="883" y="0"/>
                    <a:pt x="732" y="0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4147525" y="1638425"/>
              <a:ext cx="15200" cy="11450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584" y="1"/>
                  </a:moveTo>
                  <a:cubicBezTo>
                    <a:pt x="572" y="1"/>
                    <a:pt x="60" y="1"/>
                    <a:pt x="1" y="429"/>
                  </a:cubicBezTo>
                  <a:cubicBezTo>
                    <a:pt x="1" y="441"/>
                    <a:pt x="1" y="453"/>
                    <a:pt x="13" y="453"/>
                  </a:cubicBezTo>
                  <a:cubicBezTo>
                    <a:pt x="20" y="456"/>
                    <a:pt x="26" y="458"/>
                    <a:pt x="30" y="458"/>
                  </a:cubicBezTo>
                  <a:cubicBezTo>
                    <a:pt x="42" y="458"/>
                    <a:pt x="48" y="450"/>
                    <a:pt x="48" y="441"/>
                  </a:cubicBezTo>
                  <a:cubicBezTo>
                    <a:pt x="108" y="48"/>
                    <a:pt x="572" y="48"/>
                    <a:pt x="584" y="48"/>
                  </a:cubicBezTo>
                  <a:lnTo>
                    <a:pt x="596" y="48"/>
                  </a:lnTo>
                  <a:cubicBezTo>
                    <a:pt x="608" y="36"/>
                    <a:pt x="608" y="36"/>
                    <a:pt x="608" y="24"/>
                  </a:cubicBezTo>
                  <a:cubicBezTo>
                    <a:pt x="608" y="12"/>
                    <a:pt x="596" y="1"/>
                    <a:pt x="584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3"/>
            <p:cNvSpPr/>
            <p:nvPr/>
          </p:nvSpPr>
          <p:spPr>
            <a:xfrm>
              <a:off x="4033225" y="1685275"/>
              <a:ext cx="42000" cy="22125"/>
            </a:xfrm>
            <a:custGeom>
              <a:avLst/>
              <a:gdLst/>
              <a:ahLst/>
              <a:cxnLst/>
              <a:rect l="l" t="t" r="r" b="b"/>
              <a:pathLst>
                <a:path w="1680" h="885" extrusionOk="0">
                  <a:moveTo>
                    <a:pt x="1012" y="0"/>
                  </a:moveTo>
                  <a:cubicBezTo>
                    <a:pt x="936" y="0"/>
                    <a:pt x="856" y="6"/>
                    <a:pt x="775" y="20"/>
                  </a:cubicBezTo>
                  <a:cubicBezTo>
                    <a:pt x="334" y="79"/>
                    <a:pt x="1" y="329"/>
                    <a:pt x="36" y="567"/>
                  </a:cubicBezTo>
                  <a:cubicBezTo>
                    <a:pt x="66" y="762"/>
                    <a:pt x="324" y="884"/>
                    <a:pt x="664" y="884"/>
                  </a:cubicBezTo>
                  <a:cubicBezTo>
                    <a:pt x="741" y="884"/>
                    <a:pt x="822" y="878"/>
                    <a:pt x="906" y="865"/>
                  </a:cubicBezTo>
                  <a:cubicBezTo>
                    <a:pt x="1346" y="805"/>
                    <a:pt x="1679" y="555"/>
                    <a:pt x="1644" y="317"/>
                  </a:cubicBezTo>
                  <a:cubicBezTo>
                    <a:pt x="1615" y="123"/>
                    <a:pt x="1348" y="0"/>
                    <a:pt x="1012" y="0"/>
                  </a:cubicBez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4109425" y="1654500"/>
              <a:ext cx="40500" cy="28900"/>
            </a:xfrm>
            <a:custGeom>
              <a:avLst/>
              <a:gdLst/>
              <a:ahLst/>
              <a:cxnLst/>
              <a:rect l="l" t="t" r="r" b="b"/>
              <a:pathLst>
                <a:path w="1620" h="1156" extrusionOk="0">
                  <a:moveTo>
                    <a:pt x="1179" y="1"/>
                  </a:moveTo>
                  <a:cubicBezTo>
                    <a:pt x="1001" y="1"/>
                    <a:pt x="781" y="73"/>
                    <a:pt x="572" y="215"/>
                  </a:cubicBezTo>
                  <a:cubicBezTo>
                    <a:pt x="191" y="465"/>
                    <a:pt x="1" y="822"/>
                    <a:pt x="132" y="1024"/>
                  </a:cubicBezTo>
                  <a:cubicBezTo>
                    <a:pt x="189" y="1112"/>
                    <a:pt x="299" y="1155"/>
                    <a:pt x="437" y="1155"/>
                  </a:cubicBezTo>
                  <a:cubicBezTo>
                    <a:pt x="616" y="1155"/>
                    <a:pt x="840" y="1082"/>
                    <a:pt x="1048" y="941"/>
                  </a:cubicBezTo>
                  <a:cubicBezTo>
                    <a:pt x="1418" y="691"/>
                    <a:pt x="1620" y="334"/>
                    <a:pt x="1489" y="131"/>
                  </a:cubicBezTo>
                  <a:cubicBezTo>
                    <a:pt x="1427" y="44"/>
                    <a:pt x="1315" y="1"/>
                    <a:pt x="1179" y="1"/>
                  </a:cubicBez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4074900" y="1661350"/>
              <a:ext cx="19375" cy="10450"/>
            </a:xfrm>
            <a:custGeom>
              <a:avLst/>
              <a:gdLst/>
              <a:ahLst/>
              <a:cxnLst/>
              <a:rect l="l" t="t" r="r" b="b"/>
              <a:pathLst>
                <a:path w="775" h="418" extrusionOk="0">
                  <a:moveTo>
                    <a:pt x="477" y="0"/>
                  </a:moveTo>
                  <a:cubicBezTo>
                    <a:pt x="72" y="0"/>
                    <a:pt x="1" y="334"/>
                    <a:pt x="1" y="334"/>
                  </a:cubicBezTo>
                  <a:cubicBezTo>
                    <a:pt x="1" y="358"/>
                    <a:pt x="12" y="369"/>
                    <a:pt x="24" y="369"/>
                  </a:cubicBezTo>
                  <a:cubicBezTo>
                    <a:pt x="36" y="369"/>
                    <a:pt x="60" y="369"/>
                    <a:pt x="60" y="346"/>
                  </a:cubicBezTo>
                  <a:cubicBezTo>
                    <a:pt x="60" y="334"/>
                    <a:pt x="120" y="60"/>
                    <a:pt x="477" y="60"/>
                  </a:cubicBezTo>
                  <a:cubicBezTo>
                    <a:pt x="560" y="60"/>
                    <a:pt x="620" y="84"/>
                    <a:pt x="644" y="131"/>
                  </a:cubicBezTo>
                  <a:cubicBezTo>
                    <a:pt x="715" y="215"/>
                    <a:pt x="655" y="381"/>
                    <a:pt x="655" y="381"/>
                  </a:cubicBezTo>
                  <a:cubicBezTo>
                    <a:pt x="655" y="393"/>
                    <a:pt x="655" y="405"/>
                    <a:pt x="667" y="417"/>
                  </a:cubicBezTo>
                  <a:lnTo>
                    <a:pt x="679" y="417"/>
                  </a:lnTo>
                  <a:cubicBezTo>
                    <a:pt x="691" y="417"/>
                    <a:pt x="703" y="405"/>
                    <a:pt x="703" y="393"/>
                  </a:cubicBezTo>
                  <a:cubicBezTo>
                    <a:pt x="715" y="393"/>
                    <a:pt x="774" y="215"/>
                    <a:pt x="691" y="96"/>
                  </a:cubicBezTo>
                  <a:cubicBezTo>
                    <a:pt x="655" y="36"/>
                    <a:pt x="584" y="0"/>
                    <a:pt x="477" y="0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937675" y="1524425"/>
              <a:ext cx="235775" cy="166225"/>
            </a:xfrm>
            <a:custGeom>
              <a:avLst/>
              <a:gdLst/>
              <a:ahLst/>
              <a:cxnLst/>
              <a:rect l="l" t="t" r="r" b="b"/>
              <a:pathLst>
                <a:path w="9431" h="6649" extrusionOk="0">
                  <a:moveTo>
                    <a:pt x="5549" y="0"/>
                  </a:moveTo>
                  <a:cubicBezTo>
                    <a:pt x="4462" y="0"/>
                    <a:pt x="3092" y="424"/>
                    <a:pt x="1906" y="1513"/>
                  </a:cubicBezTo>
                  <a:cubicBezTo>
                    <a:pt x="1906" y="1513"/>
                    <a:pt x="1" y="2953"/>
                    <a:pt x="203" y="4382"/>
                  </a:cubicBezTo>
                  <a:cubicBezTo>
                    <a:pt x="398" y="5683"/>
                    <a:pt x="1176" y="6649"/>
                    <a:pt x="1925" y="6649"/>
                  </a:cubicBezTo>
                  <a:cubicBezTo>
                    <a:pt x="1999" y="6649"/>
                    <a:pt x="2072" y="6639"/>
                    <a:pt x="2144" y="6620"/>
                  </a:cubicBezTo>
                  <a:cubicBezTo>
                    <a:pt x="2287" y="6585"/>
                    <a:pt x="2323" y="5930"/>
                    <a:pt x="2561" y="5680"/>
                  </a:cubicBezTo>
                  <a:cubicBezTo>
                    <a:pt x="2577" y="5663"/>
                    <a:pt x="2595" y="5656"/>
                    <a:pt x="2614" y="5656"/>
                  </a:cubicBezTo>
                  <a:cubicBezTo>
                    <a:pt x="2775" y="5656"/>
                    <a:pt x="2997" y="6207"/>
                    <a:pt x="3044" y="6207"/>
                  </a:cubicBezTo>
                  <a:cubicBezTo>
                    <a:pt x="3046" y="6207"/>
                    <a:pt x="3047" y="6206"/>
                    <a:pt x="3049" y="6204"/>
                  </a:cubicBezTo>
                  <a:cubicBezTo>
                    <a:pt x="3168" y="6025"/>
                    <a:pt x="3477" y="4692"/>
                    <a:pt x="3596" y="4489"/>
                  </a:cubicBezTo>
                  <a:cubicBezTo>
                    <a:pt x="4382" y="3108"/>
                    <a:pt x="4906" y="1917"/>
                    <a:pt x="4906" y="1917"/>
                  </a:cubicBezTo>
                  <a:cubicBezTo>
                    <a:pt x="6133" y="2874"/>
                    <a:pt x="8205" y="3813"/>
                    <a:pt x="8916" y="3813"/>
                  </a:cubicBezTo>
                  <a:cubicBezTo>
                    <a:pt x="9019" y="3813"/>
                    <a:pt x="9094" y="3793"/>
                    <a:pt x="9133" y="3751"/>
                  </a:cubicBezTo>
                  <a:cubicBezTo>
                    <a:pt x="9431" y="3418"/>
                    <a:pt x="9300" y="1441"/>
                    <a:pt x="6835" y="251"/>
                  </a:cubicBezTo>
                  <a:cubicBezTo>
                    <a:pt x="6499" y="92"/>
                    <a:pt x="6054" y="0"/>
                    <a:pt x="55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948100" y="1539825"/>
              <a:ext cx="38425" cy="36125"/>
            </a:xfrm>
            <a:custGeom>
              <a:avLst/>
              <a:gdLst/>
              <a:ahLst/>
              <a:cxnLst/>
              <a:rect l="l" t="t" r="r" b="b"/>
              <a:pathLst>
                <a:path w="1537" h="1445" extrusionOk="0">
                  <a:moveTo>
                    <a:pt x="892" y="1"/>
                  </a:moveTo>
                  <a:cubicBezTo>
                    <a:pt x="494" y="1"/>
                    <a:pt x="989" y="1159"/>
                    <a:pt x="989" y="1159"/>
                  </a:cubicBezTo>
                  <a:cubicBezTo>
                    <a:pt x="989" y="1159"/>
                    <a:pt x="655" y="671"/>
                    <a:pt x="387" y="671"/>
                  </a:cubicBezTo>
                  <a:cubicBezTo>
                    <a:pt x="348" y="671"/>
                    <a:pt x="310" y="681"/>
                    <a:pt x="274" y="706"/>
                  </a:cubicBezTo>
                  <a:cubicBezTo>
                    <a:pt x="1" y="897"/>
                    <a:pt x="905" y="1444"/>
                    <a:pt x="905" y="1444"/>
                  </a:cubicBezTo>
                  <a:lnTo>
                    <a:pt x="1263" y="1301"/>
                  </a:lnTo>
                  <a:cubicBezTo>
                    <a:pt x="1536" y="1028"/>
                    <a:pt x="1394" y="63"/>
                    <a:pt x="929" y="4"/>
                  </a:cubicBezTo>
                  <a:cubicBezTo>
                    <a:pt x="916" y="2"/>
                    <a:pt x="904" y="1"/>
                    <a:pt x="8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896000" y="1691100"/>
              <a:ext cx="68200" cy="56900"/>
            </a:xfrm>
            <a:custGeom>
              <a:avLst/>
              <a:gdLst/>
              <a:ahLst/>
              <a:cxnLst/>
              <a:rect l="l" t="t" r="r" b="b"/>
              <a:pathLst>
                <a:path w="2728" h="2276" extrusionOk="0">
                  <a:moveTo>
                    <a:pt x="748" y="1"/>
                  </a:moveTo>
                  <a:cubicBezTo>
                    <a:pt x="735" y="1"/>
                    <a:pt x="724" y="5"/>
                    <a:pt x="715" y="13"/>
                  </a:cubicBezTo>
                  <a:cubicBezTo>
                    <a:pt x="596" y="132"/>
                    <a:pt x="1072" y="751"/>
                    <a:pt x="1072" y="751"/>
                  </a:cubicBezTo>
                  <a:cubicBezTo>
                    <a:pt x="1072" y="751"/>
                    <a:pt x="573" y="234"/>
                    <a:pt x="361" y="234"/>
                  </a:cubicBezTo>
                  <a:cubicBezTo>
                    <a:pt x="329" y="234"/>
                    <a:pt x="303" y="246"/>
                    <a:pt x="287" y="275"/>
                  </a:cubicBezTo>
                  <a:cubicBezTo>
                    <a:pt x="227" y="394"/>
                    <a:pt x="858" y="918"/>
                    <a:pt x="858" y="918"/>
                  </a:cubicBezTo>
                  <a:cubicBezTo>
                    <a:pt x="858" y="918"/>
                    <a:pt x="343" y="550"/>
                    <a:pt x="170" y="550"/>
                  </a:cubicBezTo>
                  <a:cubicBezTo>
                    <a:pt x="146" y="550"/>
                    <a:pt x="129" y="557"/>
                    <a:pt x="120" y="572"/>
                  </a:cubicBezTo>
                  <a:cubicBezTo>
                    <a:pt x="37" y="703"/>
                    <a:pt x="703" y="1132"/>
                    <a:pt x="703" y="1132"/>
                  </a:cubicBezTo>
                  <a:cubicBezTo>
                    <a:pt x="703" y="1132"/>
                    <a:pt x="321" y="917"/>
                    <a:pt x="143" y="917"/>
                  </a:cubicBezTo>
                  <a:cubicBezTo>
                    <a:pt x="103" y="917"/>
                    <a:pt x="73" y="927"/>
                    <a:pt x="60" y="953"/>
                  </a:cubicBezTo>
                  <a:cubicBezTo>
                    <a:pt x="1" y="1084"/>
                    <a:pt x="787" y="1620"/>
                    <a:pt x="1168" y="1846"/>
                  </a:cubicBezTo>
                  <a:cubicBezTo>
                    <a:pt x="1168" y="1846"/>
                    <a:pt x="1465" y="2013"/>
                    <a:pt x="1930" y="2275"/>
                  </a:cubicBezTo>
                  <a:cubicBezTo>
                    <a:pt x="2215" y="1989"/>
                    <a:pt x="2489" y="1704"/>
                    <a:pt x="2727" y="1394"/>
                  </a:cubicBezTo>
                  <a:cubicBezTo>
                    <a:pt x="2251" y="1215"/>
                    <a:pt x="1930" y="1120"/>
                    <a:pt x="1930" y="1120"/>
                  </a:cubicBezTo>
                  <a:cubicBezTo>
                    <a:pt x="1930" y="1120"/>
                    <a:pt x="1704" y="358"/>
                    <a:pt x="1501" y="322"/>
                  </a:cubicBezTo>
                  <a:cubicBezTo>
                    <a:pt x="1490" y="320"/>
                    <a:pt x="1481" y="319"/>
                    <a:pt x="1472" y="319"/>
                  </a:cubicBezTo>
                  <a:cubicBezTo>
                    <a:pt x="1313" y="319"/>
                    <a:pt x="1442" y="703"/>
                    <a:pt x="1442" y="703"/>
                  </a:cubicBezTo>
                  <a:cubicBezTo>
                    <a:pt x="1442" y="703"/>
                    <a:pt x="925" y="1"/>
                    <a:pt x="748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937375" y="1714025"/>
              <a:ext cx="160175" cy="111775"/>
            </a:xfrm>
            <a:custGeom>
              <a:avLst/>
              <a:gdLst/>
              <a:ahLst/>
              <a:cxnLst/>
              <a:rect l="l" t="t" r="r" b="b"/>
              <a:pathLst>
                <a:path w="6407" h="4471" extrusionOk="0">
                  <a:moveTo>
                    <a:pt x="632" y="1"/>
                  </a:moveTo>
                  <a:cubicBezTo>
                    <a:pt x="346" y="513"/>
                    <a:pt x="191" y="1084"/>
                    <a:pt x="1" y="1656"/>
                  </a:cubicBezTo>
                  <a:cubicBezTo>
                    <a:pt x="334" y="1953"/>
                    <a:pt x="894" y="2382"/>
                    <a:pt x="1823" y="2942"/>
                  </a:cubicBezTo>
                  <a:cubicBezTo>
                    <a:pt x="2799" y="3529"/>
                    <a:pt x="4317" y="4471"/>
                    <a:pt x="5539" y="4471"/>
                  </a:cubicBezTo>
                  <a:cubicBezTo>
                    <a:pt x="5853" y="4471"/>
                    <a:pt x="6146" y="4409"/>
                    <a:pt x="6406" y="4263"/>
                  </a:cubicBezTo>
                  <a:lnTo>
                    <a:pt x="5168" y="1739"/>
                  </a:lnTo>
                  <a:cubicBezTo>
                    <a:pt x="5168" y="1739"/>
                    <a:pt x="1787" y="120"/>
                    <a:pt x="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3926075" y="1713700"/>
              <a:ext cx="27100" cy="41725"/>
            </a:xfrm>
            <a:custGeom>
              <a:avLst/>
              <a:gdLst/>
              <a:ahLst/>
              <a:cxnLst/>
              <a:rect l="l" t="t" r="r" b="b"/>
              <a:pathLst>
                <a:path w="1084" h="1669" extrusionOk="0">
                  <a:moveTo>
                    <a:pt x="949" y="1"/>
                  </a:moveTo>
                  <a:cubicBezTo>
                    <a:pt x="877" y="1"/>
                    <a:pt x="809" y="11"/>
                    <a:pt x="751" y="26"/>
                  </a:cubicBezTo>
                  <a:cubicBezTo>
                    <a:pt x="405" y="97"/>
                    <a:pt x="12" y="895"/>
                    <a:pt x="0" y="1204"/>
                  </a:cubicBezTo>
                  <a:cubicBezTo>
                    <a:pt x="0" y="1204"/>
                    <a:pt x="84" y="1359"/>
                    <a:pt x="453" y="1669"/>
                  </a:cubicBezTo>
                  <a:cubicBezTo>
                    <a:pt x="643" y="1097"/>
                    <a:pt x="810" y="526"/>
                    <a:pt x="1084" y="14"/>
                  </a:cubicBezTo>
                  <a:cubicBezTo>
                    <a:pt x="1038" y="5"/>
                    <a:pt x="993" y="1"/>
                    <a:pt x="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4174325" y="1806850"/>
              <a:ext cx="18775" cy="22100"/>
            </a:xfrm>
            <a:custGeom>
              <a:avLst/>
              <a:gdLst/>
              <a:ahLst/>
              <a:cxnLst/>
              <a:rect l="l" t="t" r="r" b="b"/>
              <a:pathLst>
                <a:path w="751" h="884" extrusionOk="0">
                  <a:moveTo>
                    <a:pt x="44" y="1"/>
                  </a:moveTo>
                  <a:cubicBezTo>
                    <a:pt x="36" y="1"/>
                    <a:pt x="29" y="4"/>
                    <a:pt x="24" y="14"/>
                  </a:cubicBezTo>
                  <a:cubicBezTo>
                    <a:pt x="0" y="26"/>
                    <a:pt x="0" y="50"/>
                    <a:pt x="12" y="62"/>
                  </a:cubicBezTo>
                  <a:lnTo>
                    <a:pt x="679" y="872"/>
                  </a:lnTo>
                  <a:cubicBezTo>
                    <a:pt x="691" y="884"/>
                    <a:pt x="703" y="884"/>
                    <a:pt x="715" y="884"/>
                  </a:cubicBezTo>
                  <a:cubicBezTo>
                    <a:pt x="715" y="884"/>
                    <a:pt x="727" y="884"/>
                    <a:pt x="727" y="872"/>
                  </a:cubicBezTo>
                  <a:cubicBezTo>
                    <a:pt x="750" y="860"/>
                    <a:pt x="750" y="836"/>
                    <a:pt x="738" y="824"/>
                  </a:cubicBezTo>
                  <a:lnTo>
                    <a:pt x="72" y="14"/>
                  </a:lnTo>
                  <a:cubicBezTo>
                    <a:pt x="65" y="8"/>
                    <a:pt x="54" y="1"/>
                    <a:pt x="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4063900" y="1729200"/>
              <a:ext cx="84850" cy="39950"/>
            </a:xfrm>
            <a:custGeom>
              <a:avLst/>
              <a:gdLst/>
              <a:ahLst/>
              <a:cxnLst/>
              <a:rect l="l" t="t" r="r" b="b"/>
              <a:pathLst>
                <a:path w="3394" h="1598" extrusionOk="0">
                  <a:moveTo>
                    <a:pt x="2798" y="1"/>
                  </a:moveTo>
                  <a:cubicBezTo>
                    <a:pt x="2798" y="1"/>
                    <a:pt x="2929" y="346"/>
                    <a:pt x="2155" y="822"/>
                  </a:cubicBezTo>
                  <a:cubicBezTo>
                    <a:pt x="1772" y="1060"/>
                    <a:pt x="1478" y="1144"/>
                    <a:pt x="1253" y="1144"/>
                  </a:cubicBezTo>
                  <a:cubicBezTo>
                    <a:pt x="688" y="1144"/>
                    <a:pt x="560" y="608"/>
                    <a:pt x="560" y="608"/>
                  </a:cubicBezTo>
                  <a:cubicBezTo>
                    <a:pt x="310" y="703"/>
                    <a:pt x="60" y="942"/>
                    <a:pt x="0" y="1061"/>
                  </a:cubicBezTo>
                  <a:cubicBezTo>
                    <a:pt x="347" y="1441"/>
                    <a:pt x="780" y="1598"/>
                    <a:pt x="1224" y="1598"/>
                  </a:cubicBezTo>
                  <a:cubicBezTo>
                    <a:pt x="1878" y="1598"/>
                    <a:pt x="2556" y="1259"/>
                    <a:pt x="3024" y="799"/>
                  </a:cubicBezTo>
                  <a:cubicBezTo>
                    <a:pt x="3203" y="584"/>
                    <a:pt x="3310" y="358"/>
                    <a:pt x="3393" y="120"/>
                  </a:cubicBezTo>
                  <a:cubicBezTo>
                    <a:pt x="3072" y="25"/>
                    <a:pt x="2798" y="1"/>
                    <a:pt x="27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4082950" y="1729200"/>
              <a:ext cx="105725" cy="93175"/>
            </a:xfrm>
            <a:custGeom>
              <a:avLst/>
              <a:gdLst/>
              <a:ahLst/>
              <a:cxnLst/>
              <a:rect l="l" t="t" r="r" b="b"/>
              <a:pathLst>
                <a:path w="4229" h="3727" extrusionOk="0">
                  <a:moveTo>
                    <a:pt x="2036" y="1"/>
                  </a:moveTo>
                  <a:cubicBezTo>
                    <a:pt x="2036" y="1"/>
                    <a:pt x="1803" y="1009"/>
                    <a:pt x="543" y="1009"/>
                  </a:cubicBezTo>
                  <a:cubicBezTo>
                    <a:pt x="380" y="1009"/>
                    <a:pt x="200" y="992"/>
                    <a:pt x="0" y="953"/>
                  </a:cubicBezTo>
                  <a:lnTo>
                    <a:pt x="0" y="953"/>
                  </a:lnTo>
                  <a:cubicBezTo>
                    <a:pt x="0" y="954"/>
                    <a:pt x="405" y="3501"/>
                    <a:pt x="1965" y="3704"/>
                  </a:cubicBezTo>
                  <a:cubicBezTo>
                    <a:pt x="2083" y="3719"/>
                    <a:pt x="2197" y="3726"/>
                    <a:pt x="2306" y="3726"/>
                  </a:cubicBezTo>
                  <a:cubicBezTo>
                    <a:pt x="3639" y="3726"/>
                    <a:pt x="4228" y="2629"/>
                    <a:pt x="3810" y="1573"/>
                  </a:cubicBezTo>
                  <a:cubicBezTo>
                    <a:pt x="3370" y="441"/>
                    <a:pt x="2036" y="1"/>
                    <a:pt x="20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4088300" y="1734875"/>
              <a:ext cx="95750" cy="84275"/>
            </a:xfrm>
            <a:custGeom>
              <a:avLst/>
              <a:gdLst/>
              <a:ahLst/>
              <a:cxnLst/>
              <a:rect l="l" t="t" r="r" b="b"/>
              <a:pathLst>
                <a:path w="3830" h="3371" extrusionOk="0">
                  <a:moveTo>
                    <a:pt x="1882" y="0"/>
                  </a:moveTo>
                  <a:cubicBezTo>
                    <a:pt x="1882" y="0"/>
                    <a:pt x="1641" y="932"/>
                    <a:pt x="445" y="932"/>
                  </a:cubicBezTo>
                  <a:cubicBezTo>
                    <a:pt x="310" y="932"/>
                    <a:pt x="162" y="920"/>
                    <a:pt x="0" y="893"/>
                  </a:cubicBezTo>
                  <a:lnTo>
                    <a:pt x="0" y="893"/>
                  </a:lnTo>
                  <a:cubicBezTo>
                    <a:pt x="0" y="893"/>
                    <a:pt x="453" y="3024"/>
                    <a:pt x="1751" y="3322"/>
                  </a:cubicBezTo>
                  <a:cubicBezTo>
                    <a:pt x="1891" y="3355"/>
                    <a:pt x="2026" y="3370"/>
                    <a:pt x="2154" y="3370"/>
                  </a:cubicBezTo>
                  <a:cubicBezTo>
                    <a:pt x="3229" y="3370"/>
                    <a:pt x="3829" y="2286"/>
                    <a:pt x="3489" y="1381"/>
                  </a:cubicBezTo>
                  <a:cubicBezTo>
                    <a:pt x="3096" y="369"/>
                    <a:pt x="1882" y="0"/>
                    <a:pt x="18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4072300" y="1743400"/>
              <a:ext cx="13350" cy="18000"/>
            </a:xfrm>
            <a:custGeom>
              <a:avLst/>
              <a:gdLst/>
              <a:ahLst/>
              <a:cxnLst/>
              <a:rect l="l" t="t" r="r" b="b"/>
              <a:pathLst>
                <a:path w="534" h="720" extrusionOk="0">
                  <a:moveTo>
                    <a:pt x="176" y="0"/>
                  </a:moveTo>
                  <a:cubicBezTo>
                    <a:pt x="108" y="0"/>
                    <a:pt x="0" y="114"/>
                    <a:pt x="9" y="159"/>
                  </a:cubicBezTo>
                  <a:cubicBezTo>
                    <a:pt x="9" y="159"/>
                    <a:pt x="318" y="720"/>
                    <a:pt x="521" y="720"/>
                  </a:cubicBezTo>
                  <a:cubicBezTo>
                    <a:pt x="525" y="720"/>
                    <a:pt x="529" y="719"/>
                    <a:pt x="533" y="719"/>
                  </a:cubicBezTo>
                  <a:lnTo>
                    <a:pt x="509" y="445"/>
                  </a:lnTo>
                  <a:cubicBezTo>
                    <a:pt x="509" y="445"/>
                    <a:pt x="295" y="266"/>
                    <a:pt x="224" y="40"/>
                  </a:cubicBezTo>
                  <a:cubicBezTo>
                    <a:pt x="215" y="12"/>
                    <a:pt x="198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4046925" y="1742900"/>
              <a:ext cx="31875" cy="17600"/>
            </a:xfrm>
            <a:custGeom>
              <a:avLst/>
              <a:gdLst/>
              <a:ahLst/>
              <a:cxnLst/>
              <a:rect l="l" t="t" r="r" b="b"/>
              <a:pathLst>
                <a:path w="1275" h="704" extrusionOk="0">
                  <a:moveTo>
                    <a:pt x="1001" y="155"/>
                  </a:moveTo>
                  <a:lnTo>
                    <a:pt x="1001" y="155"/>
                  </a:lnTo>
                  <a:cubicBezTo>
                    <a:pt x="741" y="405"/>
                    <a:pt x="454" y="545"/>
                    <a:pt x="290" y="545"/>
                  </a:cubicBezTo>
                  <a:cubicBezTo>
                    <a:pt x="266" y="545"/>
                    <a:pt x="245" y="542"/>
                    <a:pt x="227" y="536"/>
                  </a:cubicBezTo>
                  <a:cubicBezTo>
                    <a:pt x="203" y="525"/>
                    <a:pt x="167" y="501"/>
                    <a:pt x="155" y="429"/>
                  </a:cubicBezTo>
                  <a:cubicBezTo>
                    <a:pt x="155" y="394"/>
                    <a:pt x="167" y="370"/>
                    <a:pt x="191" y="346"/>
                  </a:cubicBezTo>
                  <a:cubicBezTo>
                    <a:pt x="322" y="215"/>
                    <a:pt x="727" y="167"/>
                    <a:pt x="1001" y="155"/>
                  </a:cubicBezTo>
                  <a:close/>
                  <a:moveTo>
                    <a:pt x="1154" y="1"/>
                  </a:moveTo>
                  <a:cubicBezTo>
                    <a:pt x="975" y="1"/>
                    <a:pt x="301" y="10"/>
                    <a:pt x="84" y="239"/>
                  </a:cubicBezTo>
                  <a:cubicBezTo>
                    <a:pt x="24" y="298"/>
                    <a:pt x="0" y="370"/>
                    <a:pt x="0" y="441"/>
                  </a:cubicBezTo>
                  <a:cubicBezTo>
                    <a:pt x="12" y="560"/>
                    <a:pt x="72" y="644"/>
                    <a:pt x="179" y="679"/>
                  </a:cubicBezTo>
                  <a:cubicBezTo>
                    <a:pt x="215" y="691"/>
                    <a:pt x="250" y="703"/>
                    <a:pt x="286" y="703"/>
                  </a:cubicBezTo>
                  <a:cubicBezTo>
                    <a:pt x="548" y="703"/>
                    <a:pt x="941" y="465"/>
                    <a:pt x="1251" y="132"/>
                  </a:cubicBezTo>
                  <a:cubicBezTo>
                    <a:pt x="1262" y="108"/>
                    <a:pt x="1274" y="72"/>
                    <a:pt x="1262" y="48"/>
                  </a:cubicBezTo>
                  <a:cubicBezTo>
                    <a:pt x="1251" y="13"/>
                    <a:pt x="1215" y="1"/>
                    <a:pt x="1191" y="1"/>
                  </a:cubicBezTo>
                  <a:cubicBezTo>
                    <a:pt x="1184" y="1"/>
                    <a:pt x="1171" y="1"/>
                    <a:pt x="1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4050200" y="1742750"/>
              <a:ext cx="26800" cy="33225"/>
            </a:xfrm>
            <a:custGeom>
              <a:avLst/>
              <a:gdLst/>
              <a:ahLst/>
              <a:cxnLst/>
              <a:rect l="l" t="t" r="r" b="b"/>
              <a:pathLst>
                <a:path w="1072" h="1329" extrusionOk="0">
                  <a:moveTo>
                    <a:pt x="858" y="269"/>
                  </a:moveTo>
                  <a:cubicBezTo>
                    <a:pt x="715" y="769"/>
                    <a:pt x="536" y="1173"/>
                    <a:pt x="441" y="1173"/>
                  </a:cubicBezTo>
                  <a:cubicBezTo>
                    <a:pt x="441" y="1173"/>
                    <a:pt x="429" y="1173"/>
                    <a:pt x="405" y="1126"/>
                  </a:cubicBezTo>
                  <a:cubicBezTo>
                    <a:pt x="262" y="816"/>
                    <a:pt x="631" y="459"/>
                    <a:pt x="858" y="269"/>
                  </a:cubicBezTo>
                  <a:close/>
                  <a:moveTo>
                    <a:pt x="995" y="1"/>
                  </a:moveTo>
                  <a:cubicBezTo>
                    <a:pt x="980" y="1"/>
                    <a:pt x="965" y="7"/>
                    <a:pt x="953" y="19"/>
                  </a:cubicBezTo>
                  <a:cubicBezTo>
                    <a:pt x="917" y="42"/>
                    <a:pt x="0" y="626"/>
                    <a:pt x="262" y="1185"/>
                  </a:cubicBezTo>
                  <a:cubicBezTo>
                    <a:pt x="322" y="1304"/>
                    <a:pt x="393" y="1328"/>
                    <a:pt x="441" y="1328"/>
                  </a:cubicBezTo>
                  <a:lnTo>
                    <a:pt x="453" y="1328"/>
                  </a:lnTo>
                  <a:cubicBezTo>
                    <a:pt x="727" y="1304"/>
                    <a:pt x="977" y="459"/>
                    <a:pt x="1072" y="102"/>
                  </a:cubicBezTo>
                  <a:cubicBezTo>
                    <a:pt x="1072" y="66"/>
                    <a:pt x="1060" y="42"/>
                    <a:pt x="1036" y="19"/>
                  </a:cubicBezTo>
                  <a:cubicBezTo>
                    <a:pt x="1024" y="7"/>
                    <a:pt x="1009" y="1"/>
                    <a:pt x="9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4075800" y="1681475"/>
              <a:ext cx="25925" cy="6675"/>
            </a:xfrm>
            <a:custGeom>
              <a:avLst/>
              <a:gdLst/>
              <a:ahLst/>
              <a:cxnLst/>
              <a:rect l="l" t="t" r="r" b="b"/>
              <a:pathLst>
                <a:path w="1037" h="267" extrusionOk="0">
                  <a:moveTo>
                    <a:pt x="439" y="0"/>
                  </a:moveTo>
                  <a:cubicBezTo>
                    <a:pt x="187" y="0"/>
                    <a:pt x="0" y="29"/>
                    <a:pt x="0" y="29"/>
                  </a:cubicBezTo>
                  <a:cubicBezTo>
                    <a:pt x="0" y="29"/>
                    <a:pt x="0" y="124"/>
                    <a:pt x="48" y="255"/>
                  </a:cubicBezTo>
                  <a:cubicBezTo>
                    <a:pt x="165" y="235"/>
                    <a:pt x="326" y="216"/>
                    <a:pt x="509" y="216"/>
                  </a:cubicBezTo>
                  <a:cubicBezTo>
                    <a:pt x="661" y="216"/>
                    <a:pt x="828" y="229"/>
                    <a:pt x="1000" y="267"/>
                  </a:cubicBezTo>
                  <a:cubicBezTo>
                    <a:pt x="1036" y="160"/>
                    <a:pt x="1036" y="64"/>
                    <a:pt x="1036" y="64"/>
                  </a:cubicBezTo>
                  <a:cubicBezTo>
                    <a:pt x="833" y="15"/>
                    <a:pt x="619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4076975" y="1686850"/>
              <a:ext cx="23850" cy="9950"/>
            </a:xfrm>
            <a:custGeom>
              <a:avLst/>
              <a:gdLst/>
              <a:ahLst/>
              <a:cxnLst/>
              <a:rect l="l" t="t" r="r" b="b"/>
              <a:pathLst>
                <a:path w="954" h="398" extrusionOk="0">
                  <a:moveTo>
                    <a:pt x="462" y="1"/>
                  </a:moveTo>
                  <a:cubicBezTo>
                    <a:pt x="279" y="1"/>
                    <a:pt x="118" y="20"/>
                    <a:pt x="1" y="40"/>
                  </a:cubicBezTo>
                  <a:cubicBezTo>
                    <a:pt x="49" y="207"/>
                    <a:pt x="180" y="397"/>
                    <a:pt x="453" y="397"/>
                  </a:cubicBezTo>
                  <a:cubicBezTo>
                    <a:pt x="787" y="397"/>
                    <a:pt x="906" y="207"/>
                    <a:pt x="953" y="52"/>
                  </a:cubicBezTo>
                  <a:cubicBezTo>
                    <a:pt x="781" y="14"/>
                    <a:pt x="614" y="1"/>
                    <a:pt x="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4039175" y="1664500"/>
              <a:ext cx="28000" cy="19500"/>
            </a:xfrm>
            <a:custGeom>
              <a:avLst/>
              <a:gdLst/>
              <a:ahLst/>
              <a:cxnLst/>
              <a:rect l="l" t="t" r="r" b="b"/>
              <a:pathLst>
                <a:path w="1120" h="780" extrusionOk="0">
                  <a:moveTo>
                    <a:pt x="604" y="1"/>
                  </a:moveTo>
                  <a:cubicBezTo>
                    <a:pt x="546" y="1"/>
                    <a:pt x="483" y="13"/>
                    <a:pt x="418" y="41"/>
                  </a:cubicBezTo>
                  <a:cubicBezTo>
                    <a:pt x="1" y="220"/>
                    <a:pt x="144" y="755"/>
                    <a:pt x="144" y="755"/>
                  </a:cubicBezTo>
                  <a:cubicBezTo>
                    <a:pt x="144" y="767"/>
                    <a:pt x="156" y="779"/>
                    <a:pt x="168" y="779"/>
                  </a:cubicBezTo>
                  <a:lnTo>
                    <a:pt x="179" y="779"/>
                  </a:lnTo>
                  <a:cubicBezTo>
                    <a:pt x="191" y="779"/>
                    <a:pt x="203" y="755"/>
                    <a:pt x="203" y="743"/>
                  </a:cubicBezTo>
                  <a:cubicBezTo>
                    <a:pt x="191" y="720"/>
                    <a:pt x="72" y="243"/>
                    <a:pt x="441" y="89"/>
                  </a:cubicBezTo>
                  <a:cubicBezTo>
                    <a:pt x="499" y="65"/>
                    <a:pt x="553" y="54"/>
                    <a:pt x="604" y="54"/>
                  </a:cubicBezTo>
                  <a:cubicBezTo>
                    <a:pt x="879" y="54"/>
                    <a:pt x="1050" y="354"/>
                    <a:pt x="1060" y="374"/>
                  </a:cubicBezTo>
                  <a:cubicBezTo>
                    <a:pt x="1072" y="386"/>
                    <a:pt x="1084" y="386"/>
                    <a:pt x="1096" y="386"/>
                  </a:cubicBezTo>
                  <a:cubicBezTo>
                    <a:pt x="1108" y="374"/>
                    <a:pt x="1120" y="362"/>
                    <a:pt x="1108" y="339"/>
                  </a:cubicBezTo>
                  <a:cubicBezTo>
                    <a:pt x="1108" y="339"/>
                    <a:pt x="914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4035025" y="1680400"/>
              <a:ext cx="8950" cy="1800"/>
            </a:xfrm>
            <a:custGeom>
              <a:avLst/>
              <a:gdLst/>
              <a:ahLst/>
              <a:cxnLst/>
              <a:rect l="l" t="t" r="r" b="b"/>
              <a:pathLst>
                <a:path w="358" h="72" extrusionOk="0">
                  <a:moveTo>
                    <a:pt x="24" y="0"/>
                  </a:moveTo>
                  <a:cubicBezTo>
                    <a:pt x="12" y="0"/>
                    <a:pt x="0" y="12"/>
                    <a:pt x="0" y="36"/>
                  </a:cubicBezTo>
                  <a:cubicBezTo>
                    <a:pt x="0" y="48"/>
                    <a:pt x="12" y="60"/>
                    <a:pt x="24" y="60"/>
                  </a:cubicBezTo>
                  <a:lnTo>
                    <a:pt x="322" y="72"/>
                  </a:lnTo>
                  <a:cubicBezTo>
                    <a:pt x="334" y="72"/>
                    <a:pt x="345" y="60"/>
                    <a:pt x="345" y="48"/>
                  </a:cubicBezTo>
                  <a:cubicBezTo>
                    <a:pt x="357" y="36"/>
                    <a:pt x="345" y="24"/>
                    <a:pt x="322" y="2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4035900" y="1677125"/>
              <a:ext cx="7175" cy="2100"/>
            </a:xfrm>
            <a:custGeom>
              <a:avLst/>
              <a:gdLst/>
              <a:ahLst/>
              <a:cxnLst/>
              <a:rect l="l" t="t" r="r" b="b"/>
              <a:pathLst>
                <a:path w="287" h="84" extrusionOk="0">
                  <a:moveTo>
                    <a:pt x="48" y="0"/>
                  </a:moveTo>
                  <a:cubicBezTo>
                    <a:pt x="25" y="0"/>
                    <a:pt x="13" y="12"/>
                    <a:pt x="13" y="24"/>
                  </a:cubicBezTo>
                  <a:cubicBezTo>
                    <a:pt x="1" y="48"/>
                    <a:pt x="25" y="60"/>
                    <a:pt x="37" y="60"/>
                  </a:cubicBezTo>
                  <a:lnTo>
                    <a:pt x="239" y="84"/>
                  </a:lnTo>
                  <a:lnTo>
                    <a:pt x="251" y="84"/>
                  </a:lnTo>
                  <a:cubicBezTo>
                    <a:pt x="263" y="84"/>
                    <a:pt x="275" y="72"/>
                    <a:pt x="275" y="60"/>
                  </a:cubicBezTo>
                  <a:cubicBezTo>
                    <a:pt x="287" y="36"/>
                    <a:pt x="275" y="24"/>
                    <a:pt x="251" y="24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4098725" y="1641300"/>
              <a:ext cx="28600" cy="19475"/>
            </a:xfrm>
            <a:custGeom>
              <a:avLst/>
              <a:gdLst/>
              <a:ahLst/>
              <a:cxnLst/>
              <a:rect l="l" t="t" r="r" b="b"/>
              <a:pathLst>
                <a:path w="1144" h="779" extrusionOk="0">
                  <a:moveTo>
                    <a:pt x="609" y="0"/>
                  </a:moveTo>
                  <a:cubicBezTo>
                    <a:pt x="549" y="0"/>
                    <a:pt x="484" y="12"/>
                    <a:pt x="417" y="40"/>
                  </a:cubicBezTo>
                  <a:cubicBezTo>
                    <a:pt x="0" y="219"/>
                    <a:pt x="167" y="755"/>
                    <a:pt x="167" y="755"/>
                  </a:cubicBezTo>
                  <a:cubicBezTo>
                    <a:pt x="167" y="767"/>
                    <a:pt x="179" y="779"/>
                    <a:pt x="191" y="779"/>
                  </a:cubicBezTo>
                  <a:lnTo>
                    <a:pt x="202" y="779"/>
                  </a:lnTo>
                  <a:cubicBezTo>
                    <a:pt x="214" y="779"/>
                    <a:pt x="226" y="755"/>
                    <a:pt x="226" y="743"/>
                  </a:cubicBezTo>
                  <a:cubicBezTo>
                    <a:pt x="214" y="719"/>
                    <a:pt x="72" y="255"/>
                    <a:pt x="441" y="100"/>
                  </a:cubicBezTo>
                  <a:cubicBezTo>
                    <a:pt x="504" y="72"/>
                    <a:pt x="563" y="61"/>
                    <a:pt x="619" y="61"/>
                  </a:cubicBezTo>
                  <a:cubicBezTo>
                    <a:pt x="898" y="61"/>
                    <a:pt x="1074" y="354"/>
                    <a:pt x="1084" y="374"/>
                  </a:cubicBezTo>
                  <a:cubicBezTo>
                    <a:pt x="1095" y="386"/>
                    <a:pt x="1107" y="386"/>
                    <a:pt x="1119" y="386"/>
                  </a:cubicBezTo>
                  <a:cubicBezTo>
                    <a:pt x="1143" y="374"/>
                    <a:pt x="1143" y="362"/>
                    <a:pt x="1131" y="338"/>
                  </a:cubicBezTo>
                  <a:cubicBezTo>
                    <a:pt x="1131" y="338"/>
                    <a:pt x="929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4124600" y="1642375"/>
              <a:ext cx="6575" cy="7100"/>
            </a:xfrm>
            <a:custGeom>
              <a:avLst/>
              <a:gdLst/>
              <a:ahLst/>
              <a:cxnLst/>
              <a:rect l="l" t="t" r="r" b="b"/>
              <a:pathLst>
                <a:path w="263" h="284" extrusionOk="0">
                  <a:moveTo>
                    <a:pt x="227" y="0"/>
                  </a:moveTo>
                  <a:cubicBezTo>
                    <a:pt x="218" y="0"/>
                    <a:pt x="209" y="3"/>
                    <a:pt x="203" y="9"/>
                  </a:cubicBezTo>
                  <a:lnTo>
                    <a:pt x="13" y="235"/>
                  </a:lnTo>
                  <a:cubicBezTo>
                    <a:pt x="1" y="247"/>
                    <a:pt x="1" y="271"/>
                    <a:pt x="13" y="283"/>
                  </a:cubicBezTo>
                  <a:lnTo>
                    <a:pt x="37" y="283"/>
                  </a:lnTo>
                  <a:cubicBezTo>
                    <a:pt x="37" y="283"/>
                    <a:pt x="49" y="283"/>
                    <a:pt x="60" y="271"/>
                  </a:cubicBezTo>
                  <a:lnTo>
                    <a:pt x="251" y="45"/>
                  </a:lnTo>
                  <a:cubicBezTo>
                    <a:pt x="263" y="33"/>
                    <a:pt x="263" y="21"/>
                    <a:pt x="251" y="9"/>
                  </a:cubicBezTo>
                  <a:cubicBezTo>
                    <a:pt x="245" y="3"/>
                    <a:pt x="236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4122825" y="1640900"/>
              <a:ext cx="5075" cy="5875"/>
            </a:xfrm>
            <a:custGeom>
              <a:avLst/>
              <a:gdLst/>
              <a:ahLst/>
              <a:cxnLst/>
              <a:rect l="l" t="t" r="r" b="b"/>
              <a:pathLst>
                <a:path w="203" h="235" extrusionOk="0">
                  <a:moveTo>
                    <a:pt x="160" y="1"/>
                  </a:moveTo>
                  <a:cubicBezTo>
                    <a:pt x="149" y="1"/>
                    <a:pt x="138" y="7"/>
                    <a:pt x="131" y="21"/>
                  </a:cubicBezTo>
                  <a:lnTo>
                    <a:pt x="12" y="175"/>
                  </a:lnTo>
                  <a:cubicBezTo>
                    <a:pt x="0" y="199"/>
                    <a:pt x="0" y="211"/>
                    <a:pt x="12" y="223"/>
                  </a:cubicBezTo>
                  <a:cubicBezTo>
                    <a:pt x="24" y="235"/>
                    <a:pt x="36" y="235"/>
                    <a:pt x="36" y="235"/>
                  </a:cubicBezTo>
                  <a:cubicBezTo>
                    <a:pt x="48" y="235"/>
                    <a:pt x="60" y="235"/>
                    <a:pt x="60" y="223"/>
                  </a:cubicBezTo>
                  <a:lnTo>
                    <a:pt x="191" y="56"/>
                  </a:lnTo>
                  <a:cubicBezTo>
                    <a:pt x="203" y="44"/>
                    <a:pt x="203" y="21"/>
                    <a:pt x="179" y="9"/>
                  </a:cubicBezTo>
                  <a:cubicBezTo>
                    <a:pt x="174" y="4"/>
                    <a:pt x="167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4030550" y="1868925"/>
              <a:ext cx="248575" cy="248575"/>
            </a:xfrm>
            <a:custGeom>
              <a:avLst/>
              <a:gdLst/>
              <a:ahLst/>
              <a:cxnLst/>
              <a:rect l="l" t="t" r="r" b="b"/>
              <a:pathLst>
                <a:path w="9943" h="9943" extrusionOk="0">
                  <a:moveTo>
                    <a:pt x="1266" y="0"/>
                  </a:moveTo>
                  <a:cubicBezTo>
                    <a:pt x="1138" y="0"/>
                    <a:pt x="1029" y="24"/>
                    <a:pt x="953" y="79"/>
                  </a:cubicBezTo>
                  <a:cubicBezTo>
                    <a:pt x="608" y="341"/>
                    <a:pt x="1132" y="520"/>
                    <a:pt x="1132" y="520"/>
                  </a:cubicBezTo>
                  <a:cubicBezTo>
                    <a:pt x="1132" y="520"/>
                    <a:pt x="1004" y="501"/>
                    <a:pt x="852" y="501"/>
                  </a:cubicBezTo>
                  <a:cubicBezTo>
                    <a:pt x="625" y="501"/>
                    <a:pt x="343" y="544"/>
                    <a:pt x="358" y="758"/>
                  </a:cubicBezTo>
                  <a:cubicBezTo>
                    <a:pt x="382" y="1115"/>
                    <a:pt x="655" y="1234"/>
                    <a:pt x="655" y="1234"/>
                  </a:cubicBezTo>
                  <a:cubicBezTo>
                    <a:pt x="655" y="1234"/>
                    <a:pt x="1" y="1329"/>
                    <a:pt x="167" y="1794"/>
                  </a:cubicBezTo>
                  <a:cubicBezTo>
                    <a:pt x="247" y="1997"/>
                    <a:pt x="477" y="2023"/>
                    <a:pt x="591" y="2023"/>
                  </a:cubicBezTo>
                  <a:cubicBezTo>
                    <a:pt x="630" y="2023"/>
                    <a:pt x="655" y="2020"/>
                    <a:pt x="655" y="2020"/>
                  </a:cubicBezTo>
                  <a:lnTo>
                    <a:pt x="655" y="2020"/>
                  </a:lnTo>
                  <a:cubicBezTo>
                    <a:pt x="655" y="2020"/>
                    <a:pt x="286" y="2187"/>
                    <a:pt x="393" y="2472"/>
                  </a:cubicBezTo>
                  <a:cubicBezTo>
                    <a:pt x="444" y="2631"/>
                    <a:pt x="613" y="2668"/>
                    <a:pt x="759" y="2668"/>
                  </a:cubicBezTo>
                  <a:cubicBezTo>
                    <a:pt x="888" y="2668"/>
                    <a:pt x="1001" y="2639"/>
                    <a:pt x="1001" y="2639"/>
                  </a:cubicBezTo>
                  <a:lnTo>
                    <a:pt x="1001" y="2639"/>
                  </a:lnTo>
                  <a:cubicBezTo>
                    <a:pt x="1001" y="2639"/>
                    <a:pt x="798" y="2794"/>
                    <a:pt x="929" y="3092"/>
                  </a:cubicBezTo>
                  <a:cubicBezTo>
                    <a:pt x="1005" y="3278"/>
                    <a:pt x="1425" y="3416"/>
                    <a:pt x="1892" y="3416"/>
                  </a:cubicBezTo>
                  <a:cubicBezTo>
                    <a:pt x="2082" y="3416"/>
                    <a:pt x="2279" y="3393"/>
                    <a:pt x="2465" y="3342"/>
                  </a:cubicBezTo>
                  <a:cubicBezTo>
                    <a:pt x="2703" y="4032"/>
                    <a:pt x="3406" y="5985"/>
                    <a:pt x="4739" y="8068"/>
                  </a:cubicBezTo>
                  <a:cubicBezTo>
                    <a:pt x="4751" y="8092"/>
                    <a:pt x="4763" y="8128"/>
                    <a:pt x="4787" y="8152"/>
                  </a:cubicBezTo>
                  <a:cubicBezTo>
                    <a:pt x="5645" y="9590"/>
                    <a:pt x="6044" y="9942"/>
                    <a:pt x="6678" y="9942"/>
                  </a:cubicBezTo>
                  <a:cubicBezTo>
                    <a:pt x="6721" y="9942"/>
                    <a:pt x="6765" y="9941"/>
                    <a:pt x="6811" y="9938"/>
                  </a:cubicBezTo>
                  <a:cubicBezTo>
                    <a:pt x="6870" y="9926"/>
                    <a:pt x="7728" y="9616"/>
                    <a:pt x="7787" y="9592"/>
                  </a:cubicBezTo>
                  <a:cubicBezTo>
                    <a:pt x="8537" y="9235"/>
                    <a:pt x="9264" y="8830"/>
                    <a:pt x="9942" y="8354"/>
                  </a:cubicBezTo>
                  <a:cubicBezTo>
                    <a:pt x="8871" y="7580"/>
                    <a:pt x="7966" y="6556"/>
                    <a:pt x="7359" y="5378"/>
                  </a:cubicBezTo>
                  <a:cubicBezTo>
                    <a:pt x="7323" y="5413"/>
                    <a:pt x="7287" y="5437"/>
                    <a:pt x="7251" y="5473"/>
                  </a:cubicBezTo>
                  <a:cubicBezTo>
                    <a:pt x="6168" y="4211"/>
                    <a:pt x="4989" y="3008"/>
                    <a:pt x="4608" y="2520"/>
                  </a:cubicBezTo>
                  <a:cubicBezTo>
                    <a:pt x="4608" y="2520"/>
                    <a:pt x="4596" y="2508"/>
                    <a:pt x="4596" y="2508"/>
                  </a:cubicBezTo>
                  <a:cubicBezTo>
                    <a:pt x="4561" y="2461"/>
                    <a:pt x="4525" y="2425"/>
                    <a:pt x="4513" y="2389"/>
                  </a:cubicBezTo>
                  <a:lnTo>
                    <a:pt x="4501" y="2389"/>
                  </a:lnTo>
                  <a:cubicBezTo>
                    <a:pt x="4239" y="2032"/>
                    <a:pt x="3525" y="960"/>
                    <a:pt x="2799" y="508"/>
                  </a:cubicBezTo>
                  <a:cubicBezTo>
                    <a:pt x="2480" y="320"/>
                    <a:pt x="1741" y="0"/>
                    <a:pt x="1266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4214500" y="1893800"/>
              <a:ext cx="181850" cy="184000"/>
            </a:xfrm>
            <a:custGeom>
              <a:avLst/>
              <a:gdLst/>
              <a:ahLst/>
              <a:cxnLst/>
              <a:rect l="l" t="t" r="r" b="b"/>
              <a:pathLst>
                <a:path w="7274" h="7360" extrusionOk="0">
                  <a:moveTo>
                    <a:pt x="6675" y="1"/>
                  </a:moveTo>
                  <a:cubicBezTo>
                    <a:pt x="6669" y="1"/>
                    <a:pt x="6663" y="1"/>
                    <a:pt x="6656" y="1"/>
                  </a:cubicBezTo>
                  <a:cubicBezTo>
                    <a:pt x="5442" y="61"/>
                    <a:pt x="4465" y="180"/>
                    <a:pt x="3203" y="215"/>
                  </a:cubicBezTo>
                  <a:cubicBezTo>
                    <a:pt x="2977" y="227"/>
                    <a:pt x="2775" y="370"/>
                    <a:pt x="2715" y="585"/>
                  </a:cubicBezTo>
                  <a:cubicBezTo>
                    <a:pt x="2346" y="1870"/>
                    <a:pt x="1560" y="2966"/>
                    <a:pt x="1" y="4383"/>
                  </a:cubicBezTo>
                  <a:cubicBezTo>
                    <a:pt x="608" y="5561"/>
                    <a:pt x="1513" y="6585"/>
                    <a:pt x="2584" y="7359"/>
                  </a:cubicBezTo>
                  <a:cubicBezTo>
                    <a:pt x="4656" y="5942"/>
                    <a:pt x="6359" y="3883"/>
                    <a:pt x="7192" y="656"/>
                  </a:cubicBezTo>
                  <a:cubicBezTo>
                    <a:pt x="7274" y="317"/>
                    <a:pt x="7023" y="1"/>
                    <a:pt x="6675" y="1"/>
                  </a:cubicBezTo>
                  <a:close/>
                </a:path>
              </a:pathLst>
            </a:custGeom>
            <a:solidFill>
              <a:srgbClr val="ECA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4332075" y="1841125"/>
              <a:ext cx="93200" cy="39175"/>
            </a:xfrm>
            <a:custGeom>
              <a:avLst/>
              <a:gdLst/>
              <a:ahLst/>
              <a:cxnLst/>
              <a:rect l="l" t="t" r="r" b="b"/>
              <a:pathLst>
                <a:path w="3728" h="1567" extrusionOk="0">
                  <a:moveTo>
                    <a:pt x="3549" y="1"/>
                  </a:moveTo>
                  <a:cubicBezTo>
                    <a:pt x="2441" y="489"/>
                    <a:pt x="1227" y="739"/>
                    <a:pt x="1" y="763"/>
                  </a:cubicBezTo>
                  <a:lnTo>
                    <a:pt x="179" y="1310"/>
                  </a:lnTo>
                  <a:cubicBezTo>
                    <a:pt x="551" y="1493"/>
                    <a:pt x="967" y="1566"/>
                    <a:pt x="1381" y="1566"/>
                  </a:cubicBezTo>
                  <a:cubicBezTo>
                    <a:pt x="2451" y="1566"/>
                    <a:pt x="3504" y="1076"/>
                    <a:pt x="3727" y="715"/>
                  </a:cubicBezTo>
                  <a:lnTo>
                    <a:pt x="3549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4316900" y="1789925"/>
              <a:ext cx="104200" cy="70275"/>
            </a:xfrm>
            <a:custGeom>
              <a:avLst/>
              <a:gdLst/>
              <a:ahLst/>
              <a:cxnLst/>
              <a:rect l="l" t="t" r="r" b="b"/>
              <a:pathLst>
                <a:path w="4168" h="2811" extrusionOk="0">
                  <a:moveTo>
                    <a:pt x="3667" y="1"/>
                  </a:moveTo>
                  <a:lnTo>
                    <a:pt x="0" y="989"/>
                  </a:lnTo>
                  <a:lnTo>
                    <a:pt x="417" y="2239"/>
                  </a:lnTo>
                  <a:lnTo>
                    <a:pt x="608" y="2811"/>
                  </a:lnTo>
                  <a:cubicBezTo>
                    <a:pt x="1834" y="2787"/>
                    <a:pt x="3060" y="2537"/>
                    <a:pt x="4168" y="2049"/>
                  </a:cubicBezTo>
                  <a:lnTo>
                    <a:pt x="3929" y="1084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ECA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226100" y="1513275"/>
              <a:ext cx="325975" cy="318875"/>
            </a:xfrm>
            <a:custGeom>
              <a:avLst/>
              <a:gdLst/>
              <a:ahLst/>
              <a:cxnLst/>
              <a:rect l="l" t="t" r="r" b="b"/>
              <a:pathLst>
                <a:path w="13039" h="12755" extrusionOk="0">
                  <a:moveTo>
                    <a:pt x="6334" y="0"/>
                  </a:moveTo>
                  <a:cubicBezTo>
                    <a:pt x="5123" y="0"/>
                    <a:pt x="4048" y="615"/>
                    <a:pt x="3168" y="2042"/>
                  </a:cubicBezTo>
                  <a:cubicBezTo>
                    <a:pt x="3168" y="2042"/>
                    <a:pt x="2668" y="2411"/>
                    <a:pt x="2537" y="3125"/>
                  </a:cubicBezTo>
                  <a:cubicBezTo>
                    <a:pt x="2094" y="5625"/>
                    <a:pt x="1835" y="6149"/>
                    <a:pt x="1547" y="6149"/>
                  </a:cubicBezTo>
                  <a:cubicBezTo>
                    <a:pt x="1401" y="6149"/>
                    <a:pt x="1248" y="6015"/>
                    <a:pt x="1061" y="5935"/>
                  </a:cubicBezTo>
                  <a:cubicBezTo>
                    <a:pt x="1040" y="5926"/>
                    <a:pt x="1021" y="5922"/>
                    <a:pt x="1004" y="5922"/>
                  </a:cubicBezTo>
                  <a:cubicBezTo>
                    <a:pt x="816" y="5922"/>
                    <a:pt x="841" y="6426"/>
                    <a:pt x="787" y="6590"/>
                  </a:cubicBezTo>
                  <a:cubicBezTo>
                    <a:pt x="1" y="8864"/>
                    <a:pt x="382" y="11376"/>
                    <a:pt x="3085" y="12507"/>
                  </a:cubicBezTo>
                  <a:cubicBezTo>
                    <a:pt x="3488" y="12677"/>
                    <a:pt x="3901" y="12754"/>
                    <a:pt x="4320" y="12754"/>
                  </a:cubicBezTo>
                  <a:cubicBezTo>
                    <a:pt x="6144" y="12754"/>
                    <a:pt x="8105" y="11298"/>
                    <a:pt x="10050" y="9614"/>
                  </a:cubicBezTo>
                  <a:cubicBezTo>
                    <a:pt x="13038" y="7019"/>
                    <a:pt x="12288" y="2899"/>
                    <a:pt x="9693" y="1220"/>
                  </a:cubicBezTo>
                  <a:cubicBezTo>
                    <a:pt x="8498" y="448"/>
                    <a:pt x="7366" y="0"/>
                    <a:pt x="6334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223125" y="1698250"/>
              <a:ext cx="201475" cy="153750"/>
            </a:xfrm>
            <a:custGeom>
              <a:avLst/>
              <a:gdLst/>
              <a:ahLst/>
              <a:cxnLst/>
              <a:rect l="l" t="t" r="r" b="b"/>
              <a:pathLst>
                <a:path w="8059" h="6150" extrusionOk="0">
                  <a:moveTo>
                    <a:pt x="680" y="1"/>
                  </a:moveTo>
                  <a:cubicBezTo>
                    <a:pt x="680" y="1"/>
                    <a:pt x="1" y="822"/>
                    <a:pt x="49" y="2680"/>
                  </a:cubicBezTo>
                  <a:cubicBezTo>
                    <a:pt x="84" y="4739"/>
                    <a:pt x="1180" y="6001"/>
                    <a:pt x="2704" y="6132"/>
                  </a:cubicBezTo>
                  <a:cubicBezTo>
                    <a:pt x="2846" y="6144"/>
                    <a:pt x="2989" y="6150"/>
                    <a:pt x="3132" y="6150"/>
                  </a:cubicBezTo>
                  <a:cubicBezTo>
                    <a:pt x="5454" y="6150"/>
                    <a:pt x="7715" y="4666"/>
                    <a:pt x="7883" y="3858"/>
                  </a:cubicBezTo>
                  <a:cubicBezTo>
                    <a:pt x="8059" y="3003"/>
                    <a:pt x="7519" y="404"/>
                    <a:pt x="6877" y="404"/>
                  </a:cubicBezTo>
                  <a:cubicBezTo>
                    <a:pt x="6867" y="404"/>
                    <a:pt x="6857" y="404"/>
                    <a:pt x="6847" y="406"/>
                  </a:cubicBezTo>
                  <a:cubicBezTo>
                    <a:pt x="6222" y="496"/>
                    <a:pt x="3936" y="2443"/>
                    <a:pt x="3264" y="2443"/>
                  </a:cubicBezTo>
                  <a:cubicBezTo>
                    <a:pt x="3232" y="2443"/>
                    <a:pt x="3204" y="2439"/>
                    <a:pt x="3180" y="2430"/>
                  </a:cubicBezTo>
                  <a:cubicBezTo>
                    <a:pt x="2632" y="2239"/>
                    <a:pt x="2596" y="834"/>
                    <a:pt x="2144" y="417"/>
                  </a:cubicBezTo>
                  <a:cubicBezTo>
                    <a:pt x="1680" y="1"/>
                    <a:pt x="680" y="1"/>
                    <a:pt x="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388000" y="1554200"/>
              <a:ext cx="235200" cy="284950"/>
            </a:xfrm>
            <a:custGeom>
              <a:avLst/>
              <a:gdLst/>
              <a:ahLst/>
              <a:cxnLst/>
              <a:rect l="l" t="t" r="r" b="b"/>
              <a:pathLst>
                <a:path w="9408" h="11398" extrusionOk="0">
                  <a:moveTo>
                    <a:pt x="5586" y="0"/>
                  </a:moveTo>
                  <a:cubicBezTo>
                    <a:pt x="4467" y="1334"/>
                    <a:pt x="3181" y="2465"/>
                    <a:pt x="1716" y="3286"/>
                  </a:cubicBezTo>
                  <a:cubicBezTo>
                    <a:pt x="1728" y="3298"/>
                    <a:pt x="1740" y="3298"/>
                    <a:pt x="1740" y="3298"/>
                  </a:cubicBezTo>
                  <a:cubicBezTo>
                    <a:pt x="1740" y="3298"/>
                    <a:pt x="1788" y="3536"/>
                    <a:pt x="1169" y="4798"/>
                  </a:cubicBezTo>
                  <a:cubicBezTo>
                    <a:pt x="562" y="6060"/>
                    <a:pt x="966" y="7441"/>
                    <a:pt x="966" y="7441"/>
                  </a:cubicBezTo>
                  <a:cubicBezTo>
                    <a:pt x="966" y="7441"/>
                    <a:pt x="312" y="7906"/>
                    <a:pt x="145" y="8763"/>
                  </a:cubicBezTo>
                  <a:cubicBezTo>
                    <a:pt x="0" y="9565"/>
                    <a:pt x="470" y="11398"/>
                    <a:pt x="2226" y="11398"/>
                  </a:cubicBezTo>
                  <a:cubicBezTo>
                    <a:pt x="2348" y="11398"/>
                    <a:pt x="2475" y="11389"/>
                    <a:pt x="2609" y="11371"/>
                  </a:cubicBezTo>
                  <a:cubicBezTo>
                    <a:pt x="4669" y="11073"/>
                    <a:pt x="5145" y="10156"/>
                    <a:pt x="5145" y="10156"/>
                  </a:cubicBezTo>
                  <a:cubicBezTo>
                    <a:pt x="5145" y="10156"/>
                    <a:pt x="6467" y="10156"/>
                    <a:pt x="7205" y="9120"/>
                  </a:cubicBezTo>
                  <a:cubicBezTo>
                    <a:pt x="9408" y="6013"/>
                    <a:pt x="8479" y="3965"/>
                    <a:pt x="8479" y="3965"/>
                  </a:cubicBezTo>
                  <a:cubicBezTo>
                    <a:pt x="8467" y="1226"/>
                    <a:pt x="5586" y="0"/>
                    <a:pt x="5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256175" y="1476500"/>
              <a:ext cx="277450" cy="180725"/>
            </a:xfrm>
            <a:custGeom>
              <a:avLst/>
              <a:gdLst/>
              <a:ahLst/>
              <a:cxnLst/>
              <a:rect l="l" t="t" r="r" b="b"/>
              <a:pathLst>
                <a:path w="11098" h="7229" extrusionOk="0">
                  <a:moveTo>
                    <a:pt x="4360" y="0"/>
                  </a:moveTo>
                  <a:cubicBezTo>
                    <a:pt x="2110" y="0"/>
                    <a:pt x="2406" y="1977"/>
                    <a:pt x="2406" y="1977"/>
                  </a:cubicBezTo>
                  <a:cubicBezTo>
                    <a:pt x="2406" y="1977"/>
                    <a:pt x="1972" y="1651"/>
                    <a:pt x="1518" y="1651"/>
                  </a:cubicBezTo>
                  <a:cubicBezTo>
                    <a:pt x="1294" y="1651"/>
                    <a:pt x="1066" y="1730"/>
                    <a:pt x="882" y="1965"/>
                  </a:cubicBezTo>
                  <a:cubicBezTo>
                    <a:pt x="322" y="2679"/>
                    <a:pt x="0" y="4394"/>
                    <a:pt x="1644" y="4668"/>
                  </a:cubicBezTo>
                  <a:cubicBezTo>
                    <a:pt x="4251" y="5108"/>
                    <a:pt x="4715" y="6299"/>
                    <a:pt x="5930" y="6906"/>
                  </a:cubicBezTo>
                  <a:cubicBezTo>
                    <a:pt x="6488" y="7178"/>
                    <a:pt x="7069" y="7229"/>
                    <a:pt x="7491" y="7229"/>
                  </a:cubicBezTo>
                  <a:cubicBezTo>
                    <a:pt x="7741" y="7229"/>
                    <a:pt x="7935" y="7211"/>
                    <a:pt x="8036" y="7211"/>
                  </a:cubicBezTo>
                  <a:cubicBezTo>
                    <a:pt x="8063" y="7211"/>
                    <a:pt x="8084" y="7213"/>
                    <a:pt x="8097" y="7216"/>
                  </a:cubicBezTo>
                  <a:cubicBezTo>
                    <a:pt x="9680" y="6430"/>
                    <a:pt x="9883" y="4894"/>
                    <a:pt x="11097" y="3656"/>
                  </a:cubicBezTo>
                  <a:cubicBezTo>
                    <a:pt x="11038" y="3584"/>
                    <a:pt x="10549" y="1882"/>
                    <a:pt x="6966" y="572"/>
                  </a:cubicBezTo>
                  <a:cubicBezTo>
                    <a:pt x="5847" y="160"/>
                    <a:pt x="5000" y="0"/>
                    <a:pt x="4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416025" y="1477850"/>
              <a:ext cx="124425" cy="96900"/>
            </a:xfrm>
            <a:custGeom>
              <a:avLst/>
              <a:gdLst/>
              <a:ahLst/>
              <a:cxnLst/>
              <a:rect l="l" t="t" r="r" b="b"/>
              <a:pathLst>
                <a:path w="4977" h="3876" extrusionOk="0">
                  <a:moveTo>
                    <a:pt x="1088" y="0"/>
                  </a:moveTo>
                  <a:cubicBezTo>
                    <a:pt x="991" y="0"/>
                    <a:pt x="894" y="13"/>
                    <a:pt x="798" y="42"/>
                  </a:cubicBezTo>
                  <a:cubicBezTo>
                    <a:pt x="345" y="173"/>
                    <a:pt x="72" y="613"/>
                    <a:pt x="36" y="1054"/>
                  </a:cubicBezTo>
                  <a:cubicBezTo>
                    <a:pt x="0" y="1482"/>
                    <a:pt x="143" y="1911"/>
                    <a:pt x="286" y="2316"/>
                  </a:cubicBezTo>
                  <a:lnTo>
                    <a:pt x="4977" y="3876"/>
                  </a:lnTo>
                  <a:cubicBezTo>
                    <a:pt x="4429" y="2495"/>
                    <a:pt x="3441" y="1280"/>
                    <a:pt x="2167" y="411"/>
                  </a:cubicBezTo>
                  <a:cubicBezTo>
                    <a:pt x="1853" y="202"/>
                    <a:pt x="1471" y="0"/>
                    <a:pt x="1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380600" y="15756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12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855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395175" y="1559250"/>
              <a:ext cx="925" cy="625"/>
            </a:xfrm>
            <a:custGeom>
              <a:avLst/>
              <a:gdLst/>
              <a:ahLst/>
              <a:cxnLst/>
              <a:rect l="l" t="t" r="r" b="b"/>
              <a:pathLst>
                <a:path w="37" h="25" extrusionOk="0">
                  <a:moveTo>
                    <a:pt x="36" y="1"/>
                  </a:moveTo>
                  <a:cubicBezTo>
                    <a:pt x="36" y="1"/>
                    <a:pt x="24" y="1"/>
                    <a:pt x="1" y="24"/>
                  </a:cubicBezTo>
                  <a:cubicBezTo>
                    <a:pt x="25" y="12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315700" y="1602050"/>
              <a:ext cx="59850" cy="54625"/>
            </a:xfrm>
            <a:custGeom>
              <a:avLst/>
              <a:gdLst/>
              <a:ahLst/>
              <a:cxnLst/>
              <a:rect l="l" t="t" r="r" b="b"/>
              <a:pathLst>
                <a:path w="2394" h="2185" extrusionOk="0">
                  <a:moveTo>
                    <a:pt x="581" y="0"/>
                  </a:moveTo>
                  <a:cubicBezTo>
                    <a:pt x="441" y="0"/>
                    <a:pt x="331" y="69"/>
                    <a:pt x="239" y="170"/>
                  </a:cubicBezTo>
                  <a:cubicBezTo>
                    <a:pt x="1" y="432"/>
                    <a:pt x="96" y="932"/>
                    <a:pt x="537" y="1444"/>
                  </a:cubicBezTo>
                  <a:cubicBezTo>
                    <a:pt x="939" y="1919"/>
                    <a:pt x="1264" y="2184"/>
                    <a:pt x="1544" y="2184"/>
                  </a:cubicBezTo>
                  <a:cubicBezTo>
                    <a:pt x="1629" y="2184"/>
                    <a:pt x="1709" y="2160"/>
                    <a:pt x="1787" y="2110"/>
                  </a:cubicBezTo>
                  <a:cubicBezTo>
                    <a:pt x="1787" y="2110"/>
                    <a:pt x="2394" y="1729"/>
                    <a:pt x="1632" y="789"/>
                  </a:cubicBezTo>
                  <a:cubicBezTo>
                    <a:pt x="1150" y="202"/>
                    <a:pt x="821" y="0"/>
                    <a:pt x="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229100" y="1655600"/>
              <a:ext cx="43225" cy="38550"/>
            </a:xfrm>
            <a:custGeom>
              <a:avLst/>
              <a:gdLst/>
              <a:ahLst/>
              <a:cxnLst/>
              <a:rect l="l" t="t" r="r" b="b"/>
              <a:pathLst>
                <a:path w="1729" h="1542" extrusionOk="0">
                  <a:moveTo>
                    <a:pt x="647" y="0"/>
                  </a:moveTo>
                  <a:cubicBezTo>
                    <a:pt x="500" y="0"/>
                    <a:pt x="170" y="101"/>
                    <a:pt x="95" y="516"/>
                  </a:cubicBezTo>
                  <a:cubicBezTo>
                    <a:pt x="0" y="969"/>
                    <a:pt x="488" y="1397"/>
                    <a:pt x="488" y="1397"/>
                  </a:cubicBezTo>
                  <a:cubicBezTo>
                    <a:pt x="554" y="1499"/>
                    <a:pt x="630" y="1542"/>
                    <a:pt x="710" y="1542"/>
                  </a:cubicBezTo>
                  <a:cubicBezTo>
                    <a:pt x="1148" y="1542"/>
                    <a:pt x="1729" y="270"/>
                    <a:pt x="1688" y="270"/>
                  </a:cubicBezTo>
                  <a:lnTo>
                    <a:pt x="1688" y="270"/>
                  </a:lnTo>
                  <a:cubicBezTo>
                    <a:pt x="1686" y="270"/>
                    <a:pt x="1683" y="273"/>
                    <a:pt x="1679" y="278"/>
                  </a:cubicBezTo>
                  <a:cubicBezTo>
                    <a:pt x="1596" y="377"/>
                    <a:pt x="1508" y="481"/>
                    <a:pt x="1368" y="481"/>
                  </a:cubicBezTo>
                  <a:cubicBezTo>
                    <a:pt x="1305" y="481"/>
                    <a:pt x="1231" y="460"/>
                    <a:pt x="1143" y="409"/>
                  </a:cubicBezTo>
                  <a:cubicBezTo>
                    <a:pt x="869" y="230"/>
                    <a:pt x="810" y="40"/>
                    <a:pt x="691" y="4"/>
                  </a:cubicBezTo>
                  <a:cubicBezTo>
                    <a:pt x="679" y="2"/>
                    <a:pt x="664" y="0"/>
                    <a:pt x="647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229100" y="1591400"/>
              <a:ext cx="63425" cy="99450"/>
            </a:xfrm>
            <a:custGeom>
              <a:avLst/>
              <a:gdLst/>
              <a:ahLst/>
              <a:cxnLst/>
              <a:rect l="l" t="t" r="r" b="b"/>
              <a:pathLst>
                <a:path w="2537" h="3978" extrusionOk="0">
                  <a:moveTo>
                    <a:pt x="2500" y="0"/>
                  </a:moveTo>
                  <a:cubicBezTo>
                    <a:pt x="2477" y="0"/>
                    <a:pt x="2453" y="12"/>
                    <a:pt x="2453" y="36"/>
                  </a:cubicBezTo>
                  <a:cubicBezTo>
                    <a:pt x="2286" y="762"/>
                    <a:pt x="1810" y="2715"/>
                    <a:pt x="1595" y="2894"/>
                  </a:cubicBezTo>
                  <a:cubicBezTo>
                    <a:pt x="1537" y="2944"/>
                    <a:pt x="1472" y="2969"/>
                    <a:pt x="1401" y="2969"/>
                  </a:cubicBezTo>
                  <a:cubicBezTo>
                    <a:pt x="1254" y="2969"/>
                    <a:pt x="1081" y="2864"/>
                    <a:pt x="881" y="2655"/>
                  </a:cubicBezTo>
                  <a:cubicBezTo>
                    <a:pt x="869" y="2644"/>
                    <a:pt x="869" y="2644"/>
                    <a:pt x="857" y="2632"/>
                  </a:cubicBezTo>
                  <a:cubicBezTo>
                    <a:pt x="765" y="2540"/>
                    <a:pt x="663" y="2492"/>
                    <a:pt x="561" y="2492"/>
                  </a:cubicBezTo>
                  <a:cubicBezTo>
                    <a:pt x="505" y="2492"/>
                    <a:pt x="448" y="2507"/>
                    <a:pt x="393" y="2536"/>
                  </a:cubicBezTo>
                  <a:cubicBezTo>
                    <a:pt x="167" y="2655"/>
                    <a:pt x="0" y="3025"/>
                    <a:pt x="60" y="3322"/>
                  </a:cubicBezTo>
                  <a:cubicBezTo>
                    <a:pt x="119" y="3691"/>
                    <a:pt x="417" y="3953"/>
                    <a:pt x="429" y="3965"/>
                  </a:cubicBezTo>
                  <a:cubicBezTo>
                    <a:pt x="429" y="3965"/>
                    <a:pt x="441" y="3977"/>
                    <a:pt x="441" y="3977"/>
                  </a:cubicBezTo>
                  <a:cubicBezTo>
                    <a:pt x="452" y="3977"/>
                    <a:pt x="476" y="3977"/>
                    <a:pt x="488" y="3965"/>
                  </a:cubicBezTo>
                  <a:cubicBezTo>
                    <a:pt x="500" y="3941"/>
                    <a:pt x="500" y="3918"/>
                    <a:pt x="488" y="3894"/>
                  </a:cubicBezTo>
                  <a:cubicBezTo>
                    <a:pt x="476" y="3894"/>
                    <a:pt x="202" y="3644"/>
                    <a:pt x="143" y="3310"/>
                  </a:cubicBezTo>
                  <a:cubicBezTo>
                    <a:pt x="95" y="3048"/>
                    <a:pt x="238" y="2715"/>
                    <a:pt x="429" y="2608"/>
                  </a:cubicBezTo>
                  <a:cubicBezTo>
                    <a:pt x="470" y="2587"/>
                    <a:pt x="513" y="2576"/>
                    <a:pt x="556" y="2576"/>
                  </a:cubicBezTo>
                  <a:cubicBezTo>
                    <a:pt x="638" y="2576"/>
                    <a:pt x="720" y="2614"/>
                    <a:pt x="798" y="2691"/>
                  </a:cubicBezTo>
                  <a:lnTo>
                    <a:pt x="822" y="2715"/>
                  </a:lnTo>
                  <a:cubicBezTo>
                    <a:pt x="1067" y="2975"/>
                    <a:pt x="1259" y="3061"/>
                    <a:pt x="1407" y="3061"/>
                  </a:cubicBezTo>
                  <a:cubicBezTo>
                    <a:pt x="1510" y="3061"/>
                    <a:pt x="1591" y="3019"/>
                    <a:pt x="1655" y="2965"/>
                  </a:cubicBezTo>
                  <a:cubicBezTo>
                    <a:pt x="1929" y="2715"/>
                    <a:pt x="2465" y="322"/>
                    <a:pt x="2536" y="48"/>
                  </a:cubicBezTo>
                  <a:cubicBezTo>
                    <a:pt x="2536" y="36"/>
                    <a:pt x="2524" y="12"/>
                    <a:pt x="2500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240400" y="1724925"/>
              <a:ext cx="37825" cy="12950"/>
            </a:xfrm>
            <a:custGeom>
              <a:avLst/>
              <a:gdLst/>
              <a:ahLst/>
              <a:cxnLst/>
              <a:rect l="l" t="t" r="r" b="b"/>
              <a:pathLst>
                <a:path w="1513" h="518" extrusionOk="0">
                  <a:moveTo>
                    <a:pt x="457" y="0"/>
                  </a:moveTo>
                  <a:cubicBezTo>
                    <a:pt x="323" y="0"/>
                    <a:pt x="185" y="9"/>
                    <a:pt x="48" y="29"/>
                  </a:cubicBezTo>
                  <a:cubicBezTo>
                    <a:pt x="48" y="29"/>
                    <a:pt x="0" y="184"/>
                    <a:pt x="12" y="374"/>
                  </a:cubicBezTo>
                  <a:cubicBezTo>
                    <a:pt x="134" y="359"/>
                    <a:pt x="252" y="353"/>
                    <a:pt x="365" y="353"/>
                  </a:cubicBezTo>
                  <a:cubicBezTo>
                    <a:pt x="783" y="353"/>
                    <a:pt x="1135" y="442"/>
                    <a:pt x="1370" y="517"/>
                  </a:cubicBezTo>
                  <a:cubicBezTo>
                    <a:pt x="1465" y="327"/>
                    <a:pt x="1513" y="148"/>
                    <a:pt x="1513" y="148"/>
                  </a:cubicBezTo>
                  <a:cubicBezTo>
                    <a:pt x="1513" y="148"/>
                    <a:pt x="1022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240700" y="1733725"/>
              <a:ext cx="33950" cy="17375"/>
            </a:xfrm>
            <a:custGeom>
              <a:avLst/>
              <a:gdLst/>
              <a:ahLst/>
              <a:cxnLst/>
              <a:rect l="l" t="t" r="r" b="b"/>
              <a:pathLst>
                <a:path w="1358" h="695" extrusionOk="0">
                  <a:moveTo>
                    <a:pt x="353" y="1"/>
                  </a:moveTo>
                  <a:cubicBezTo>
                    <a:pt x="240" y="1"/>
                    <a:pt x="122" y="7"/>
                    <a:pt x="0" y="22"/>
                  </a:cubicBezTo>
                  <a:cubicBezTo>
                    <a:pt x="24" y="296"/>
                    <a:pt x="143" y="641"/>
                    <a:pt x="619" y="689"/>
                  </a:cubicBezTo>
                  <a:cubicBezTo>
                    <a:pt x="647" y="693"/>
                    <a:pt x="673" y="694"/>
                    <a:pt x="699" y="694"/>
                  </a:cubicBezTo>
                  <a:cubicBezTo>
                    <a:pt x="1034" y="694"/>
                    <a:pt x="1247" y="419"/>
                    <a:pt x="1358" y="165"/>
                  </a:cubicBezTo>
                  <a:cubicBezTo>
                    <a:pt x="1123" y="90"/>
                    <a:pt x="771" y="1"/>
                    <a:pt x="3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378500" y="1704175"/>
              <a:ext cx="85550" cy="82875"/>
            </a:xfrm>
            <a:custGeom>
              <a:avLst/>
              <a:gdLst/>
              <a:ahLst/>
              <a:cxnLst/>
              <a:rect l="l" t="t" r="r" b="b"/>
              <a:pathLst>
                <a:path w="3422" h="3315" extrusionOk="0">
                  <a:moveTo>
                    <a:pt x="1350" y="0"/>
                  </a:moveTo>
                  <a:cubicBezTo>
                    <a:pt x="1302" y="0"/>
                    <a:pt x="1275" y="2"/>
                    <a:pt x="1275" y="2"/>
                  </a:cubicBezTo>
                  <a:lnTo>
                    <a:pt x="1" y="1990"/>
                  </a:lnTo>
                  <a:cubicBezTo>
                    <a:pt x="154" y="2787"/>
                    <a:pt x="849" y="3314"/>
                    <a:pt x="1541" y="3314"/>
                  </a:cubicBezTo>
                  <a:cubicBezTo>
                    <a:pt x="2142" y="3314"/>
                    <a:pt x="2740" y="2917"/>
                    <a:pt x="2978" y="1954"/>
                  </a:cubicBezTo>
                  <a:cubicBezTo>
                    <a:pt x="3422" y="104"/>
                    <a:pt x="1733" y="0"/>
                    <a:pt x="1350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388025" y="1720625"/>
              <a:ext cx="56300" cy="39275"/>
            </a:xfrm>
            <a:custGeom>
              <a:avLst/>
              <a:gdLst/>
              <a:ahLst/>
              <a:cxnLst/>
              <a:rect l="l" t="t" r="r" b="b"/>
              <a:pathLst>
                <a:path w="2252" h="1571" extrusionOk="0">
                  <a:moveTo>
                    <a:pt x="1255" y="0"/>
                  </a:moveTo>
                  <a:cubicBezTo>
                    <a:pt x="1141" y="0"/>
                    <a:pt x="1020" y="19"/>
                    <a:pt x="894" y="58"/>
                  </a:cubicBezTo>
                  <a:cubicBezTo>
                    <a:pt x="1" y="332"/>
                    <a:pt x="156" y="1523"/>
                    <a:pt x="156" y="1535"/>
                  </a:cubicBezTo>
                  <a:cubicBezTo>
                    <a:pt x="156" y="1546"/>
                    <a:pt x="168" y="1558"/>
                    <a:pt x="191" y="1570"/>
                  </a:cubicBezTo>
                  <a:lnTo>
                    <a:pt x="203" y="1570"/>
                  </a:lnTo>
                  <a:cubicBezTo>
                    <a:pt x="227" y="1558"/>
                    <a:pt x="239" y="1546"/>
                    <a:pt x="239" y="1523"/>
                  </a:cubicBezTo>
                  <a:cubicBezTo>
                    <a:pt x="239" y="1511"/>
                    <a:pt x="96" y="392"/>
                    <a:pt x="918" y="142"/>
                  </a:cubicBezTo>
                  <a:cubicBezTo>
                    <a:pt x="1039" y="106"/>
                    <a:pt x="1157" y="88"/>
                    <a:pt x="1268" y="88"/>
                  </a:cubicBezTo>
                  <a:cubicBezTo>
                    <a:pt x="1418" y="88"/>
                    <a:pt x="1557" y="121"/>
                    <a:pt x="1680" y="189"/>
                  </a:cubicBezTo>
                  <a:cubicBezTo>
                    <a:pt x="2049" y="392"/>
                    <a:pt x="2168" y="844"/>
                    <a:pt x="2168" y="844"/>
                  </a:cubicBezTo>
                  <a:cubicBezTo>
                    <a:pt x="2180" y="868"/>
                    <a:pt x="2204" y="880"/>
                    <a:pt x="2216" y="880"/>
                  </a:cubicBezTo>
                  <a:cubicBezTo>
                    <a:pt x="2239" y="868"/>
                    <a:pt x="2251" y="844"/>
                    <a:pt x="2251" y="820"/>
                  </a:cubicBezTo>
                  <a:cubicBezTo>
                    <a:pt x="2239" y="808"/>
                    <a:pt x="2120" y="332"/>
                    <a:pt x="1715" y="118"/>
                  </a:cubicBezTo>
                  <a:cubicBezTo>
                    <a:pt x="1575" y="40"/>
                    <a:pt x="1421" y="0"/>
                    <a:pt x="1255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394275" y="1734150"/>
              <a:ext cx="31300" cy="13250"/>
            </a:xfrm>
            <a:custGeom>
              <a:avLst/>
              <a:gdLst/>
              <a:ahLst/>
              <a:cxnLst/>
              <a:rect l="l" t="t" r="r" b="b"/>
              <a:pathLst>
                <a:path w="1252" h="530" extrusionOk="0">
                  <a:moveTo>
                    <a:pt x="406" y="1"/>
                  </a:moveTo>
                  <a:cubicBezTo>
                    <a:pt x="286" y="1"/>
                    <a:pt x="158" y="29"/>
                    <a:pt x="25" y="101"/>
                  </a:cubicBezTo>
                  <a:cubicBezTo>
                    <a:pt x="13" y="113"/>
                    <a:pt x="1" y="136"/>
                    <a:pt x="13" y="160"/>
                  </a:cubicBezTo>
                  <a:cubicBezTo>
                    <a:pt x="22" y="178"/>
                    <a:pt x="37" y="189"/>
                    <a:pt x="54" y="189"/>
                  </a:cubicBezTo>
                  <a:cubicBezTo>
                    <a:pt x="60" y="189"/>
                    <a:pt x="66" y="187"/>
                    <a:pt x="72" y="184"/>
                  </a:cubicBezTo>
                  <a:cubicBezTo>
                    <a:pt x="191" y="120"/>
                    <a:pt x="306" y="94"/>
                    <a:pt x="413" y="94"/>
                  </a:cubicBezTo>
                  <a:cubicBezTo>
                    <a:pt x="844" y="94"/>
                    <a:pt x="1158" y="508"/>
                    <a:pt x="1168" y="517"/>
                  </a:cubicBezTo>
                  <a:cubicBezTo>
                    <a:pt x="1168" y="517"/>
                    <a:pt x="1180" y="529"/>
                    <a:pt x="1192" y="529"/>
                  </a:cubicBezTo>
                  <a:cubicBezTo>
                    <a:pt x="1204" y="529"/>
                    <a:pt x="1215" y="529"/>
                    <a:pt x="1227" y="517"/>
                  </a:cubicBezTo>
                  <a:cubicBezTo>
                    <a:pt x="1239" y="505"/>
                    <a:pt x="1251" y="482"/>
                    <a:pt x="1239" y="458"/>
                  </a:cubicBezTo>
                  <a:cubicBezTo>
                    <a:pt x="1230" y="458"/>
                    <a:pt x="885" y="1"/>
                    <a:pt x="40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4299625" y="1671125"/>
              <a:ext cx="25925" cy="25450"/>
            </a:xfrm>
            <a:custGeom>
              <a:avLst/>
              <a:gdLst/>
              <a:ahLst/>
              <a:cxnLst/>
              <a:rect l="l" t="t" r="r" b="b"/>
              <a:pathLst>
                <a:path w="1037" h="1018" extrusionOk="0">
                  <a:moveTo>
                    <a:pt x="601" y="0"/>
                  </a:moveTo>
                  <a:cubicBezTo>
                    <a:pt x="421" y="0"/>
                    <a:pt x="232" y="124"/>
                    <a:pt x="132" y="324"/>
                  </a:cubicBezTo>
                  <a:cubicBezTo>
                    <a:pt x="1" y="586"/>
                    <a:pt x="72" y="883"/>
                    <a:pt x="287" y="979"/>
                  </a:cubicBezTo>
                  <a:cubicBezTo>
                    <a:pt x="340" y="1005"/>
                    <a:pt x="397" y="1018"/>
                    <a:pt x="456" y="1018"/>
                  </a:cubicBezTo>
                  <a:cubicBezTo>
                    <a:pt x="633" y="1018"/>
                    <a:pt x="819" y="902"/>
                    <a:pt x="918" y="705"/>
                  </a:cubicBezTo>
                  <a:cubicBezTo>
                    <a:pt x="1037" y="443"/>
                    <a:pt x="977" y="145"/>
                    <a:pt x="763" y="38"/>
                  </a:cubicBezTo>
                  <a:cubicBezTo>
                    <a:pt x="712" y="12"/>
                    <a:pt x="657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4530325" y="1514625"/>
              <a:ext cx="42575" cy="59225"/>
            </a:xfrm>
            <a:custGeom>
              <a:avLst/>
              <a:gdLst/>
              <a:ahLst/>
              <a:cxnLst/>
              <a:rect l="l" t="t" r="r" b="b"/>
              <a:pathLst>
                <a:path w="1703" h="2369" extrusionOk="0">
                  <a:moveTo>
                    <a:pt x="764" y="1"/>
                  </a:moveTo>
                  <a:cubicBezTo>
                    <a:pt x="354" y="1"/>
                    <a:pt x="0" y="2024"/>
                    <a:pt x="0" y="2024"/>
                  </a:cubicBezTo>
                  <a:lnTo>
                    <a:pt x="572" y="2369"/>
                  </a:lnTo>
                  <a:cubicBezTo>
                    <a:pt x="572" y="2369"/>
                    <a:pt x="1703" y="1762"/>
                    <a:pt x="1679" y="1035"/>
                  </a:cubicBezTo>
                  <a:cubicBezTo>
                    <a:pt x="1672" y="889"/>
                    <a:pt x="1621" y="830"/>
                    <a:pt x="1545" y="830"/>
                  </a:cubicBezTo>
                  <a:cubicBezTo>
                    <a:pt x="1238" y="830"/>
                    <a:pt x="512" y="1786"/>
                    <a:pt x="512" y="1786"/>
                  </a:cubicBezTo>
                  <a:cubicBezTo>
                    <a:pt x="512" y="1786"/>
                    <a:pt x="1310" y="464"/>
                    <a:pt x="869" y="47"/>
                  </a:cubicBezTo>
                  <a:cubicBezTo>
                    <a:pt x="834" y="15"/>
                    <a:pt x="799" y="1"/>
                    <a:pt x="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3"/>
            <p:cNvSpPr/>
            <p:nvPr/>
          </p:nvSpPr>
          <p:spPr>
            <a:xfrm>
              <a:off x="4221050" y="1874300"/>
              <a:ext cx="211350" cy="186225"/>
            </a:xfrm>
            <a:custGeom>
              <a:avLst/>
              <a:gdLst/>
              <a:ahLst/>
              <a:cxnLst/>
              <a:rect l="l" t="t" r="r" b="b"/>
              <a:pathLst>
                <a:path w="8454" h="7449" extrusionOk="0">
                  <a:moveTo>
                    <a:pt x="4735" y="1"/>
                  </a:moveTo>
                  <a:cubicBezTo>
                    <a:pt x="4336" y="1"/>
                    <a:pt x="4049" y="43"/>
                    <a:pt x="4049" y="43"/>
                  </a:cubicBezTo>
                  <a:cubicBezTo>
                    <a:pt x="2096" y="745"/>
                    <a:pt x="1" y="3877"/>
                    <a:pt x="1" y="3889"/>
                  </a:cubicBezTo>
                  <a:cubicBezTo>
                    <a:pt x="703" y="5639"/>
                    <a:pt x="3572" y="7449"/>
                    <a:pt x="3572" y="7449"/>
                  </a:cubicBezTo>
                  <a:cubicBezTo>
                    <a:pt x="5180" y="6651"/>
                    <a:pt x="8454" y="4329"/>
                    <a:pt x="6978" y="984"/>
                  </a:cubicBezTo>
                  <a:cubicBezTo>
                    <a:pt x="6606" y="147"/>
                    <a:pt x="5478" y="1"/>
                    <a:pt x="4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3"/>
            <p:cNvSpPr/>
            <p:nvPr/>
          </p:nvSpPr>
          <p:spPr>
            <a:xfrm>
              <a:off x="4010600" y="1808625"/>
              <a:ext cx="70675" cy="85875"/>
            </a:xfrm>
            <a:custGeom>
              <a:avLst/>
              <a:gdLst/>
              <a:ahLst/>
              <a:cxnLst/>
              <a:rect l="l" t="t" r="r" b="b"/>
              <a:pathLst>
                <a:path w="2827" h="3435" extrusionOk="0">
                  <a:moveTo>
                    <a:pt x="1030" y="1"/>
                  </a:moveTo>
                  <a:cubicBezTo>
                    <a:pt x="676" y="1"/>
                    <a:pt x="403" y="798"/>
                    <a:pt x="310" y="1122"/>
                  </a:cubicBezTo>
                  <a:cubicBezTo>
                    <a:pt x="310" y="1134"/>
                    <a:pt x="298" y="1134"/>
                    <a:pt x="298" y="1134"/>
                  </a:cubicBezTo>
                  <a:cubicBezTo>
                    <a:pt x="1" y="1396"/>
                    <a:pt x="453" y="3408"/>
                    <a:pt x="1120" y="3432"/>
                  </a:cubicBezTo>
                  <a:cubicBezTo>
                    <a:pt x="1174" y="3434"/>
                    <a:pt x="1227" y="3435"/>
                    <a:pt x="1280" y="3435"/>
                  </a:cubicBezTo>
                  <a:cubicBezTo>
                    <a:pt x="1888" y="3435"/>
                    <a:pt x="2384" y="3312"/>
                    <a:pt x="2406" y="3158"/>
                  </a:cubicBezTo>
                  <a:cubicBezTo>
                    <a:pt x="2442" y="2837"/>
                    <a:pt x="1453" y="2682"/>
                    <a:pt x="1453" y="2682"/>
                  </a:cubicBezTo>
                  <a:lnTo>
                    <a:pt x="1453" y="2682"/>
                  </a:lnTo>
                  <a:cubicBezTo>
                    <a:pt x="1453" y="2682"/>
                    <a:pt x="1553" y="2686"/>
                    <a:pt x="1696" y="2686"/>
                  </a:cubicBezTo>
                  <a:cubicBezTo>
                    <a:pt x="2070" y="2686"/>
                    <a:pt x="2746" y="2655"/>
                    <a:pt x="2763" y="2432"/>
                  </a:cubicBezTo>
                  <a:cubicBezTo>
                    <a:pt x="2787" y="2134"/>
                    <a:pt x="1430" y="2134"/>
                    <a:pt x="1430" y="2134"/>
                  </a:cubicBezTo>
                  <a:cubicBezTo>
                    <a:pt x="1430" y="2134"/>
                    <a:pt x="2763" y="2015"/>
                    <a:pt x="2811" y="1717"/>
                  </a:cubicBezTo>
                  <a:cubicBezTo>
                    <a:pt x="2826" y="1502"/>
                    <a:pt x="2571" y="1442"/>
                    <a:pt x="2281" y="1442"/>
                  </a:cubicBezTo>
                  <a:cubicBezTo>
                    <a:pt x="1913" y="1442"/>
                    <a:pt x="1489" y="1539"/>
                    <a:pt x="1489" y="1539"/>
                  </a:cubicBezTo>
                  <a:cubicBezTo>
                    <a:pt x="1489" y="1539"/>
                    <a:pt x="2418" y="1122"/>
                    <a:pt x="2358" y="777"/>
                  </a:cubicBezTo>
                  <a:cubicBezTo>
                    <a:pt x="2336" y="675"/>
                    <a:pt x="2183" y="632"/>
                    <a:pt x="1970" y="632"/>
                  </a:cubicBezTo>
                  <a:cubicBezTo>
                    <a:pt x="1735" y="632"/>
                    <a:pt x="1425" y="684"/>
                    <a:pt x="1132" y="765"/>
                  </a:cubicBezTo>
                  <a:cubicBezTo>
                    <a:pt x="1239" y="432"/>
                    <a:pt x="1322" y="39"/>
                    <a:pt x="1060" y="3"/>
                  </a:cubicBezTo>
                  <a:cubicBezTo>
                    <a:pt x="1050" y="2"/>
                    <a:pt x="1040" y="1"/>
                    <a:pt x="1030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43"/>
          <p:cNvGrpSpPr/>
          <p:nvPr/>
        </p:nvGrpSpPr>
        <p:grpSpPr>
          <a:xfrm>
            <a:off x="8059489" y="4014524"/>
            <a:ext cx="1193736" cy="1179160"/>
            <a:chOff x="-2708900" y="3174350"/>
            <a:chExt cx="350100" cy="345825"/>
          </a:xfrm>
        </p:grpSpPr>
        <p:sp>
          <p:nvSpPr>
            <p:cNvPr id="1088" name="Google Shape;1088;p43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3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3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3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3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43"/>
          <p:cNvGrpSpPr/>
          <p:nvPr/>
        </p:nvGrpSpPr>
        <p:grpSpPr>
          <a:xfrm>
            <a:off x="5956040" y="3366405"/>
            <a:ext cx="656087" cy="648111"/>
            <a:chOff x="5624415" y="3404280"/>
            <a:chExt cx="656087" cy="648111"/>
          </a:xfrm>
        </p:grpSpPr>
        <p:grpSp>
          <p:nvGrpSpPr>
            <p:cNvPr id="1095" name="Google Shape;1095;p43"/>
            <p:cNvGrpSpPr/>
            <p:nvPr/>
          </p:nvGrpSpPr>
          <p:grpSpPr>
            <a:xfrm flipH="1">
              <a:off x="5624415" y="3404280"/>
              <a:ext cx="656087" cy="648111"/>
              <a:chOff x="-2708900" y="3174350"/>
              <a:chExt cx="350100" cy="345825"/>
            </a:xfrm>
          </p:grpSpPr>
          <p:sp>
            <p:nvSpPr>
              <p:cNvPr id="1096" name="Google Shape;1096;p43"/>
              <p:cNvSpPr/>
              <p:nvPr/>
            </p:nvSpPr>
            <p:spPr>
              <a:xfrm>
                <a:off x="-2708900" y="3296700"/>
                <a:ext cx="173500" cy="221100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3"/>
              <p:cNvSpPr/>
              <p:nvPr/>
            </p:nvSpPr>
            <p:spPr>
              <a:xfrm>
                <a:off x="-2678900" y="3301975"/>
                <a:ext cx="114325" cy="21462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3"/>
              <p:cNvSpPr/>
              <p:nvPr/>
            </p:nvSpPr>
            <p:spPr>
              <a:xfrm>
                <a:off x="-2524425" y="3174350"/>
                <a:ext cx="165625" cy="342850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3"/>
              <p:cNvSpPr/>
              <p:nvPr/>
            </p:nvSpPr>
            <p:spPr>
              <a:xfrm>
                <a:off x="-2474100" y="3176950"/>
                <a:ext cx="68175" cy="3432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3"/>
              <p:cNvSpPr/>
              <p:nvPr/>
            </p:nvSpPr>
            <p:spPr>
              <a:xfrm>
                <a:off x="-2619950" y="3198375"/>
                <a:ext cx="136925" cy="321200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3"/>
              <p:cNvSpPr/>
              <p:nvPr/>
            </p:nvSpPr>
            <p:spPr>
              <a:xfrm>
                <a:off x="-2574125" y="3198675"/>
                <a:ext cx="61950" cy="3164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102" name="Google Shape;1102;p43"/>
            <p:cNvCxnSpPr/>
            <p:nvPr/>
          </p:nvCxnSpPr>
          <p:spPr>
            <a:xfrm>
              <a:off x="5679725" y="4047784"/>
              <a:ext cx="507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03" name="Google Shape;1103;p43"/>
          <p:cNvSpPr/>
          <p:nvPr/>
        </p:nvSpPr>
        <p:spPr>
          <a:xfrm rot="3372310">
            <a:off x="7683901" y="1025359"/>
            <a:ext cx="448776" cy="457272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43"/>
          <p:cNvSpPr/>
          <p:nvPr/>
        </p:nvSpPr>
        <p:spPr>
          <a:xfrm rot="-331105">
            <a:off x="7205784" y="1304289"/>
            <a:ext cx="279032" cy="284311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5" name="Google Shape;1105;p43"/>
          <p:cNvGrpSpPr/>
          <p:nvPr/>
        </p:nvGrpSpPr>
        <p:grpSpPr>
          <a:xfrm>
            <a:off x="268075" y="2457449"/>
            <a:ext cx="1559508" cy="1417699"/>
            <a:chOff x="6494019" y="-137261"/>
            <a:chExt cx="2116596" cy="1924130"/>
          </a:xfrm>
        </p:grpSpPr>
        <p:sp>
          <p:nvSpPr>
            <p:cNvPr id="1106" name="Google Shape;1106;p43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3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43"/>
          <p:cNvSpPr/>
          <p:nvPr/>
        </p:nvSpPr>
        <p:spPr>
          <a:xfrm>
            <a:off x="2720225" y="3875138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43"/>
          <p:cNvSpPr/>
          <p:nvPr/>
        </p:nvSpPr>
        <p:spPr>
          <a:xfrm>
            <a:off x="6501650" y="491213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91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41"/>
          <p:cNvGrpSpPr/>
          <p:nvPr/>
        </p:nvGrpSpPr>
        <p:grpSpPr>
          <a:xfrm rot="10800000" flipH="1">
            <a:off x="5563420" y="2979338"/>
            <a:ext cx="2198508" cy="1998594"/>
            <a:chOff x="6494019" y="-137261"/>
            <a:chExt cx="2116596" cy="1924130"/>
          </a:xfrm>
        </p:grpSpPr>
        <p:sp>
          <p:nvSpPr>
            <p:cNvPr id="703" name="Google Shape;703;p41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5" name="Google Shape;705;p41"/>
          <p:cNvSpPr/>
          <p:nvPr/>
        </p:nvSpPr>
        <p:spPr>
          <a:xfrm rot="201">
            <a:off x="3196093" y="539522"/>
            <a:ext cx="5130600" cy="3422700"/>
          </a:xfrm>
          <a:prstGeom prst="roundRect">
            <a:avLst>
              <a:gd name="adj" fmla="val 2972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8" name="Google Shape;708;p41"/>
          <p:cNvGrpSpPr/>
          <p:nvPr/>
        </p:nvGrpSpPr>
        <p:grpSpPr>
          <a:xfrm>
            <a:off x="7963458" y="1522404"/>
            <a:ext cx="1602687" cy="1456951"/>
            <a:chOff x="6494019" y="-137261"/>
            <a:chExt cx="2116596" cy="1924130"/>
          </a:xfrm>
        </p:grpSpPr>
        <p:sp>
          <p:nvSpPr>
            <p:cNvPr id="709" name="Google Shape;709;p41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" name="Google Shape;711;p41"/>
          <p:cNvSpPr/>
          <p:nvPr/>
        </p:nvSpPr>
        <p:spPr>
          <a:xfrm>
            <a:off x="1686000" y="968400"/>
            <a:ext cx="1714800" cy="171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/>
          <p:cNvSpPr/>
          <p:nvPr/>
        </p:nvSpPr>
        <p:spPr>
          <a:xfrm>
            <a:off x="3726125" y="2126697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/>
          <p:cNvSpPr/>
          <p:nvPr/>
        </p:nvSpPr>
        <p:spPr>
          <a:xfrm>
            <a:off x="2028925" y="432250"/>
            <a:ext cx="231195" cy="248348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/>
          <p:cNvSpPr/>
          <p:nvPr/>
        </p:nvSpPr>
        <p:spPr>
          <a:xfrm>
            <a:off x="7621175" y="133742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/>
          <p:cNvSpPr/>
          <p:nvPr/>
        </p:nvSpPr>
        <p:spPr>
          <a:xfrm rot="3372267">
            <a:off x="2319641" y="1337073"/>
            <a:ext cx="295351" cy="300938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/>
          <p:cNvSpPr/>
          <p:nvPr/>
        </p:nvSpPr>
        <p:spPr>
          <a:xfrm rot="5082941">
            <a:off x="2770921" y="2130662"/>
            <a:ext cx="235984" cy="240420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/>
          <p:cNvSpPr/>
          <p:nvPr/>
        </p:nvSpPr>
        <p:spPr>
          <a:xfrm rot="-559010">
            <a:off x="619201" y="1049959"/>
            <a:ext cx="360542" cy="367384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8" name="Google Shape;718;p41"/>
          <p:cNvGrpSpPr/>
          <p:nvPr/>
        </p:nvGrpSpPr>
        <p:grpSpPr>
          <a:xfrm>
            <a:off x="6986204" y="238420"/>
            <a:ext cx="775733" cy="705194"/>
            <a:chOff x="6494019" y="-137261"/>
            <a:chExt cx="2116596" cy="1924130"/>
          </a:xfrm>
        </p:grpSpPr>
        <p:sp>
          <p:nvSpPr>
            <p:cNvPr id="719" name="Google Shape;719;p41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1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41"/>
          <p:cNvGrpSpPr/>
          <p:nvPr/>
        </p:nvGrpSpPr>
        <p:grpSpPr>
          <a:xfrm>
            <a:off x="277614" y="1337430"/>
            <a:ext cx="3076778" cy="3498030"/>
            <a:chOff x="2428575" y="1270925"/>
            <a:chExt cx="1062350" cy="1207800"/>
          </a:xfrm>
        </p:grpSpPr>
        <p:sp>
          <p:nvSpPr>
            <p:cNvPr id="722" name="Google Shape;722;p41"/>
            <p:cNvSpPr/>
            <p:nvPr/>
          </p:nvSpPr>
          <p:spPr>
            <a:xfrm>
              <a:off x="2698550" y="2157250"/>
              <a:ext cx="63700" cy="111625"/>
            </a:xfrm>
            <a:custGeom>
              <a:avLst/>
              <a:gdLst/>
              <a:ahLst/>
              <a:cxnLst/>
              <a:rect l="l" t="t" r="r" b="b"/>
              <a:pathLst>
                <a:path w="2548" h="4465" extrusionOk="0">
                  <a:moveTo>
                    <a:pt x="1000" y="0"/>
                  </a:moveTo>
                  <a:lnTo>
                    <a:pt x="0" y="3858"/>
                  </a:lnTo>
                  <a:cubicBezTo>
                    <a:pt x="464" y="4120"/>
                    <a:pt x="953" y="4310"/>
                    <a:pt x="1441" y="4465"/>
                  </a:cubicBezTo>
                  <a:lnTo>
                    <a:pt x="2548" y="250"/>
                  </a:lnTo>
                  <a:lnTo>
                    <a:pt x="10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1"/>
            <p:cNvSpPr/>
            <p:nvPr/>
          </p:nvSpPr>
          <p:spPr>
            <a:xfrm>
              <a:off x="2663125" y="2253675"/>
              <a:ext cx="71450" cy="164925"/>
            </a:xfrm>
            <a:custGeom>
              <a:avLst/>
              <a:gdLst/>
              <a:ahLst/>
              <a:cxnLst/>
              <a:rect l="l" t="t" r="r" b="b"/>
              <a:pathLst>
                <a:path w="2858" h="6597" extrusionOk="0">
                  <a:moveTo>
                    <a:pt x="1417" y="1"/>
                  </a:moveTo>
                  <a:lnTo>
                    <a:pt x="0" y="6097"/>
                  </a:lnTo>
                  <a:cubicBezTo>
                    <a:pt x="0" y="6097"/>
                    <a:pt x="348" y="6596"/>
                    <a:pt x="935" y="6596"/>
                  </a:cubicBezTo>
                  <a:cubicBezTo>
                    <a:pt x="1101" y="6596"/>
                    <a:pt x="1287" y="6556"/>
                    <a:pt x="1489" y="6454"/>
                  </a:cubicBezTo>
                  <a:lnTo>
                    <a:pt x="2858" y="608"/>
                  </a:lnTo>
                  <a:cubicBezTo>
                    <a:pt x="2370" y="453"/>
                    <a:pt x="1881" y="263"/>
                    <a:pt x="1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1"/>
            <p:cNvSpPr/>
            <p:nvPr/>
          </p:nvSpPr>
          <p:spPr>
            <a:xfrm>
              <a:off x="2916125" y="2153675"/>
              <a:ext cx="56275" cy="102825"/>
            </a:xfrm>
            <a:custGeom>
              <a:avLst/>
              <a:gdLst/>
              <a:ahLst/>
              <a:cxnLst/>
              <a:rect l="l" t="t" r="r" b="b"/>
              <a:pathLst>
                <a:path w="2251" h="4113" extrusionOk="0">
                  <a:moveTo>
                    <a:pt x="1501" y="0"/>
                  </a:moveTo>
                  <a:lnTo>
                    <a:pt x="1" y="417"/>
                  </a:lnTo>
                  <a:lnTo>
                    <a:pt x="691" y="4108"/>
                  </a:lnTo>
                  <a:cubicBezTo>
                    <a:pt x="815" y="4111"/>
                    <a:pt x="938" y="4112"/>
                    <a:pt x="1060" y="4112"/>
                  </a:cubicBezTo>
                  <a:cubicBezTo>
                    <a:pt x="1457" y="4112"/>
                    <a:pt x="1851" y="4097"/>
                    <a:pt x="2251" y="4060"/>
                  </a:cubicBezTo>
                  <a:lnTo>
                    <a:pt x="15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1"/>
            <p:cNvSpPr/>
            <p:nvPr/>
          </p:nvSpPr>
          <p:spPr>
            <a:xfrm>
              <a:off x="2933400" y="2255175"/>
              <a:ext cx="64300" cy="165475"/>
            </a:xfrm>
            <a:custGeom>
              <a:avLst/>
              <a:gdLst/>
              <a:ahLst/>
              <a:cxnLst/>
              <a:rect l="l" t="t" r="r" b="b"/>
              <a:pathLst>
                <a:path w="2572" h="6619" extrusionOk="0">
                  <a:moveTo>
                    <a:pt x="1560" y="0"/>
                  </a:moveTo>
                  <a:cubicBezTo>
                    <a:pt x="1160" y="37"/>
                    <a:pt x="766" y="52"/>
                    <a:pt x="369" y="52"/>
                  </a:cubicBezTo>
                  <a:cubicBezTo>
                    <a:pt x="247" y="52"/>
                    <a:pt x="124" y="51"/>
                    <a:pt x="0" y="48"/>
                  </a:cubicBezTo>
                  <a:lnTo>
                    <a:pt x="0" y="48"/>
                  </a:lnTo>
                  <a:lnTo>
                    <a:pt x="1072" y="6465"/>
                  </a:lnTo>
                  <a:cubicBezTo>
                    <a:pt x="1072" y="6465"/>
                    <a:pt x="1337" y="6618"/>
                    <a:pt x="1681" y="6618"/>
                  </a:cubicBezTo>
                  <a:cubicBezTo>
                    <a:pt x="1960" y="6618"/>
                    <a:pt x="2290" y="6518"/>
                    <a:pt x="2572" y="6156"/>
                  </a:cubicBezTo>
                  <a:lnTo>
                    <a:pt x="15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1"/>
            <p:cNvSpPr/>
            <p:nvPr/>
          </p:nvSpPr>
          <p:spPr>
            <a:xfrm>
              <a:off x="2520250" y="2224800"/>
              <a:ext cx="92300" cy="203475"/>
            </a:xfrm>
            <a:custGeom>
              <a:avLst/>
              <a:gdLst/>
              <a:ahLst/>
              <a:cxnLst/>
              <a:rect l="l" t="t" r="r" b="b"/>
              <a:pathLst>
                <a:path w="3692" h="8139" extrusionOk="0">
                  <a:moveTo>
                    <a:pt x="2203" y="1"/>
                  </a:moveTo>
                  <a:lnTo>
                    <a:pt x="0" y="7609"/>
                  </a:lnTo>
                  <a:cubicBezTo>
                    <a:pt x="0" y="7609"/>
                    <a:pt x="370" y="8139"/>
                    <a:pt x="997" y="8139"/>
                  </a:cubicBezTo>
                  <a:cubicBezTo>
                    <a:pt x="1173" y="8139"/>
                    <a:pt x="1370" y="8097"/>
                    <a:pt x="1584" y="7990"/>
                  </a:cubicBezTo>
                  <a:lnTo>
                    <a:pt x="3691" y="858"/>
                  </a:lnTo>
                  <a:cubicBezTo>
                    <a:pt x="3191" y="608"/>
                    <a:pt x="2703" y="310"/>
                    <a:pt x="2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1"/>
            <p:cNvSpPr/>
            <p:nvPr/>
          </p:nvSpPr>
          <p:spPr>
            <a:xfrm>
              <a:off x="2575300" y="2189100"/>
              <a:ext cx="50350" cy="57175"/>
            </a:xfrm>
            <a:custGeom>
              <a:avLst/>
              <a:gdLst/>
              <a:ahLst/>
              <a:cxnLst/>
              <a:rect l="l" t="t" r="r" b="b"/>
              <a:pathLst>
                <a:path w="2014" h="2287" extrusionOk="0">
                  <a:moveTo>
                    <a:pt x="370" y="0"/>
                  </a:moveTo>
                  <a:lnTo>
                    <a:pt x="1" y="1429"/>
                  </a:lnTo>
                  <a:cubicBezTo>
                    <a:pt x="501" y="1738"/>
                    <a:pt x="989" y="2036"/>
                    <a:pt x="1489" y="2286"/>
                  </a:cubicBezTo>
                  <a:lnTo>
                    <a:pt x="2013" y="274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1"/>
            <p:cNvSpPr/>
            <p:nvPr/>
          </p:nvSpPr>
          <p:spPr>
            <a:xfrm>
              <a:off x="2800350" y="2256650"/>
              <a:ext cx="75925" cy="173775"/>
            </a:xfrm>
            <a:custGeom>
              <a:avLst/>
              <a:gdLst/>
              <a:ahLst/>
              <a:cxnLst/>
              <a:rect l="l" t="t" r="r" b="b"/>
              <a:pathLst>
                <a:path w="3037" h="6951" extrusionOk="0">
                  <a:moveTo>
                    <a:pt x="0" y="1"/>
                  </a:moveTo>
                  <a:lnTo>
                    <a:pt x="1441" y="6787"/>
                  </a:lnTo>
                  <a:cubicBezTo>
                    <a:pt x="1441" y="6787"/>
                    <a:pt x="1720" y="6951"/>
                    <a:pt x="2085" y="6951"/>
                  </a:cubicBezTo>
                  <a:cubicBezTo>
                    <a:pt x="2380" y="6951"/>
                    <a:pt x="2732" y="6843"/>
                    <a:pt x="3036" y="6454"/>
                  </a:cubicBezTo>
                  <a:lnTo>
                    <a:pt x="1691" y="72"/>
                  </a:lnTo>
                  <a:cubicBezTo>
                    <a:pt x="1649" y="73"/>
                    <a:pt x="1607" y="74"/>
                    <a:pt x="1565" y="74"/>
                  </a:cubicBezTo>
                  <a:cubicBezTo>
                    <a:pt x="1054" y="74"/>
                    <a:pt x="517" y="1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1"/>
            <p:cNvSpPr/>
            <p:nvPr/>
          </p:nvSpPr>
          <p:spPr>
            <a:xfrm>
              <a:off x="2789325" y="2185225"/>
              <a:ext cx="53300" cy="73075"/>
            </a:xfrm>
            <a:custGeom>
              <a:avLst/>
              <a:gdLst/>
              <a:ahLst/>
              <a:cxnLst/>
              <a:rect l="l" t="t" r="r" b="b"/>
              <a:pathLst>
                <a:path w="2132" h="2923" extrusionOk="0">
                  <a:moveTo>
                    <a:pt x="1596" y="0"/>
                  </a:moveTo>
                  <a:lnTo>
                    <a:pt x="0" y="453"/>
                  </a:lnTo>
                  <a:lnTo>
                    <a:pt x="441" y="2858"/>
                  </a:lnTo>
                  <a:cubicBezTo>
                    <a:pt x="922" y="2868"/>
                    <a:pt x="1420" y="2922"/>
                    <a:pt x="1898" y="2922"/>
                  </a:cubicBezTo>
                  <a:cubicBezTo>
                    <a:pt x="1976" y="2922"/>
                    <a:pt x="2054" y="2921"/>
                    <a:pt x="2132" y="2917"/>
                  </a:cubicBezTo>
                  <a:lnTo>
                    <a:pt x="15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1"/>
            <p:cNvSpPr/>
            <p:nvPr/>
          </p:nvSpPr>
          <p:spPr>
            <a:xfrm>
              <a:off x="2444925" y="1547325"/>
              <a:ext cx="638800" cy="685850"/>
            </a:xfrm>
            <a:custGeom>
              <a:avLst/>
              <a:gdLst/>
              <a:ahLst/>
              <a:cxnLst/>
              <a:rect l="l" t="t" r="r" b="b"/>
              <a:pathLst>
                <a:path w="25552" h="27434" extrusionOk="0">
                  <a:moveTo>
                    <a:pt x="6524" y="1"/>
                  </a:moveTo>
                  <a:cubicBezTo>
                    <a:pt x="6504" y="1"/>
                    <a:pt x="6485" y="1"/>
                    <a:pt x="6466" y="1"/>
                  </a:cubicBezTo>
                  <a:cubicBezTo>
                    <a:pt x="894" y="49"/>
                    <a:pt x="1" y="5490"/>
                    <a:pt x="227" y="10955"/>
                  </a:cubicBezTo>
                  <a:cubicBezTo>
                    <a:pt x="441" y="16432"/>
                    <a:pt x="2299" y="25564"/>
                    <a:pt x="2299" y="25564"/>
                  </a:cubicBezTo>
                  <a:cubicBezTo>
                    <a:pt x="6776" y="27064"/>
                    <a:pt x="10743" y="27433"/>
                    <a:pt x="13563" y="27433"/>
                  </a:cubicBezTo>
                  <a:cubicBezTo>
                    <a:pt x="16291" y="27433"/>
                    <a:pt x="17944" y="27088"/>
                    <a:pt x="17944" y="27088"/>
                  </a:cubicBezTo>
                  <a:cubicBezTo>
                    <a:pt x="18765" y="27088"/>
                    <a:pt x="24016" y="26159"/>
                    <a:pt x="24016" y="26159"/>
                  </a:cubicBezTo>
                  <a:cubicBezTo>
                    <a:pt x="24016" y="26159"/>
                    <a:pt x="25552" y="20361"/>
                    <a:pt x="24623" y="16980"/>
                  </a:cubicBezTo>
                  <a:cubicBezTo>
                    <a:pt x="23694" y="13586"/>
                    <a:pt x="18110" y="13360"/>
                    <a:pt x="18110" y="13360"/>
                  </a:cubicBezTo>
                  <a:cubicBezTo>
                    <a:pt x="17458" y="8566"/>
                    <a:pt x="12087" y="1"/>
                    <a:pt x="6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1"/>
            <p:cNvSpPr/>
            <p:nvPr/>
          </p:nvSpPr>
          <p:spPr>
            <a:xfrm>
              <a:off x="2829200" y="1972400"/>
              <a:ext cx="196200" cy="58350"/>
            </a:xfrm>
            <a:custGeom>
              <a:avLst/>
              <a:gdLst/>
              <a:ahLst/>
              <a:cxnLst/>
              <a:rect l="l" t="t" r="r" b="b"/>
              <a:pathLst>
                <a:path w="7848" h="2334" extrusionOk="0">
                  <a:moveTo>
                    <a:pt x="108" y="0"/>
                  </a:moveTo>
                  <a:cubicBezTo>
                    <a:pt x="49" y="0"/>
                    <a:pt x="1" y="36"/>
                    <a:pt x="1" y="96"/>
                  </a:cubicBezTo>
                  <a:cubicBezTo>
                    <a:pt x="1" y="143"/>
                    <a:pt x="49" y="191"/>
                    <a:pt x="96" y="191"/>
                  </a:cubicBezTo>
                  <a:cubicBezTo>
                    <a:pt x="7180" y="358"/>
                    <a:pt x="7633" y="2239"/>
                    <a:pt x="7633" y="2251"/>
                  </a:cubicBezTo>
                  <a:cubicBezTo>
                    <a:pt x="7657" y="2298"/>
                    <a:pt x="7692" y="2334"/>
                    <a:pt x="7740" y="2334"/>
                  </a:cubicBezTo>
                  <a:lnTo>
                    <a:pt x="7752" y="2334"/>
                  </a:lnTo>
                  <a:cubicBezTo>
                    <a:pt x="7811" y="2322"/>
                    <a:pt x="7847" y="2274"/>
                    <a:pt x="7835" y="2215"/>
                  </a:cubicBezTo>
                  <a:cubicBezTo>
                    <a:pt x="7823" y="2132"/>
                    <a:pt x="7407" y="167"/>
                    <a:pt x="108" y="0"/>
                  </a:cubicBezTo>
                  <a:close/>
                </a:path>
              </a:pathLst>
            </a:custGeom>
            <a:solidFill>
              <a:srgbClr val="F169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2885475" y="2012625"/>
              <a:ext cx="157775" cy="192275"/>
            </a:xfrm>
            <a:custGeom>
              <a:avLst/>
              <a:gdLst/>
              <a:ahLst/>
              <a:cxnLst/>
              <a:rect l="l" t="t" r="r" b="b"/>
              <a:pathLst>
                <a:path w="6311" h="7691" extrusionOk="0">
                  <a:moveTo>
                    <a:pt x="4744" y="0"/>
                  </a:moveTo>
                  <a:cubicBezTo>
                    <a:pt x="3507" y="0"/>
                    <a:pt x="235" y="692"/>
                    <a:pt x="84" y="725"/>
                  </a:cubicBezTo>
                  <a:cubicBezTo>
                    <a:pt x="36" y="737"/>
                    <a:pt x="0" y="796"/>
                    <a:pt x="12" y="844"/>
                  </a:cubicBezTo>
                  <a:cubicBezTo>
                    <a:pt x="22" y="896"/>
                    <a:pt x="60" y="930"/>
                    <a:pt x="109" y="930"/>
                  </a:cubicBezTo>
                  <a:cubicBezTo>
                    <a:pt x="116" y="930"/>
                    <a:pt x="123" y="929"/>
                    <a:pt x="131" y="927"/>
                  </a:cubicBezTo>
                  <a:cubicBezTo>
                    <a:pt x="164" y="917"/>
                    <a:pt x="3510" y="203"/>
                    <a:pt x="4715" y="203"/>
                  </a:cubicBezTo>
                  <a:cubicBezTo>
                    <a:pt x="4832" y="203"/>
                    <a:pt x="4929" y="210"/>
                    <a:pt x="5001" y="225"/>
                  </a:cubicBezTo>
                  <a:cubicBezTo>
                    <a:pt x="5132" y="249"/>
                    <a:pt x="5251" y="356"/>
                    <a:pt x="5358" y="534"/>
                  </a:cubicBezTo>
                  <a:cubicBezTo>
                    <a:pt x="5965" y="1511"/>
                    <a:pt x="6096" y="4237"/>
                    <a:pt x="5179" y="7571"/>
                  </a:cubicBezTo>
                  <a:cubicBezTo>
                    <a:pt x="5168" y="7619"/>
                    <a:pt x="5191" y="7678"/>
                    <a:pt x="5251" y="7690"/>
                  </a:cubicBezTo>
                  <a:lnTo>
                    <a:pt x="5275" y="7690"/>
                  </a:lnTo>
                  <a:cubicBezTo>
                    <a:pt x="5322" y="7690"/>
                    <a:pt x="5358" y="7666"/>
                    <a:pt x="5382" y="7619"/>
                  </a:cubicBezTo>
                  <a:cubicBezTo>
                    <a:pt x="6311" y="4237"/>
                    <a:pt x="6156" y="1439"/>
                    <a:pt x="5525" y="427"/>
                  </a:cubicBezTo>
                  <a:cubicBezTo>
                    <a:pt x="5382" y="201"/>
                    <a:pt x="5227" y="58"/>
                    <a:pt x="5048" y="22"/>
                  </a:cubicBezTo>
                  <a:cubicBezTo>
                    <a:pt x="4971" y="7"/>
                    <a:pt x="4867" y="0"/>
                    <a:pt x="4744" y="0"/>
                  </a:cubicBezTo>
                  <a:close/>
                </a:path>
              </a:pathLst>
            </a:custGeom>
            <a:solidFill>
              <a:srgbClr val="F169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2520550" y="1567900"/>
              <a:ext cx="565275" cy="636700"/>
            </a:xfrm>
            <a:custGeom>
              <a:avLst/>
              <a:gdLst/>
              <a:ahLst/>
              <a:cxnLst/>
              <a:rect l="l" t="t" r="r" b="b"/>
              <a:pathLst>
                <a:path w="22611" h="25468" extrusionOk="0">
                  <a:moveTo>
                    <a:pt x="3414" y="0"/>
                  </a:moveTo>
                  <a:cubicBezTo>
                    <a:pt x="1527" y="0"/>
                    <a:pt x="65" y="647"/>
                    <a:pt x="36" y="655"/>
                  </a:cubicBezTo>
                  <a:cubicBezTo>
                    <a:pt x="12" y="678"/>
                    <a:pt x="0" y="702"/>
                    <a:pt x="12" y="726"/>
                  </a:cubicBezTo>
                  <a:cubicBezTo>
                    <a:pt x="21" y="743"/>
                    <a:pt x="42" y="755"/>
                    <a:pt x="62" y="755"/>
                  </a:cubicBezTo>
                  <a:cubicBezTo>
                    <a:pt x="70" y="755"/>
                    <a:pt x="77" y="753"/>
                    <a:pt x="83" y="750"/>
                  </a:cubicBezTo>
                  <a:cubicBezTo>
                    <a:pt x="105" y="743"/>
                    <a:pt x="1549" y="103"/>
                    <a:pt x="3413" y="103"/>
                  </a:cubicBezTo>
                  <a:cubicBezTo>
                    <a:pt x="4619" y="103"/>
                    <a:pt x="6001" y="371"/>
                    <a:pt x="7287" y="1250"/>
                  </a:cubicBezTo>
                  <a:cubicBezTo>
                    <a:pt x="11121" y="3869"/>
                    <a:pt x="13799" y="9108"/>
                    <a:pt x="14752" y="13132"/>
                  </a:cubicBezTo>
                  <a:cubicBezTo>
                    <a:pt x="14752" y="13156"/>
                    <a:pt x="14776" y="13168"/>
                    <a:pt x="14800" y="13180"/>
                  </a:cubicBezTo>
                  <a:cubicBezTo>
                    <a:pt x="14835" y="13180"/>
                    <a:pt x="18574" y="13370"/>
                    <a:pt x="20598" y="15633"/>
                  </a:cubicBezTo>
                  <a:cubicBezTo>
                    <a:pt x="22610" y="17895"/>
                    <a:pt x="20527" y="25336"/>
                    <a:pt x="20503" y="25408"/>
                  </a:cubicBezTo>
                  <a:cubicBezTo>
                    <a:pt x="20491" y="25431"/>
                    <a:pt x="20503" y="25455"/>
                    <a:pt x="20538" y="25467"/>
                  </a:cubicBezTo>
                  <a:lnTo>
                    <a:pt x="20550" y="25467"/>
                  </a:lnTo>
                  <a:cubicBezTo>
                    <a:pt x="20574" y="25467"/>
                    <a:pt x="20586" y="25455"/>
                    <a:pt x="20598" y="25431"/>
                  </a:cubicBezTo>
                  <a:cubicBezTo>
                    <a:pt x="20598" y="25420"/>
                    <a:pt x="21134" y="23526"/>
                    <a:pt x="21408" y="21383"/>
                  </a:cubicBezTo>
                  <a:cubicBezTo>
                    <a:pt x="21777" y="18490"/>
                    <a:pt x="21527" y="16538"/>
                    <a:pt x="20669" y="15573"/>
                  </a:cubicBezTo>
                  <a:cubicBezTo>
                    <a:pt x="18729" y="13394"/>
                    <a:pt x="15240" y="13109"/>
                    <a:pt x="14835" y="13073"/>
                  </a:cubicBezTo>
                  <a:cubicBezTo>
                    <a:pt x="13871" y="9037"/>
                    <a:pt x="11192" y="3786"/>
                    <a:pt x="7346" y="1167"/>
                  </a:cubicBezTo>
                  <a:cubicBezTo>
                    <a:pt x="6040" y="272"/>
                    <a:pt x="4638" y="0"/>
                    <a:pt x="3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2929225" y="1634550"/>
              <a:ext cx="93475" cy="308500"/>
            </a:xfrm>
            <a:custGeom>
              <a:avLst/>
              <a:gdLst/>
              <a:ahLst/>
              <a:cxnLst/>
              <a:rect l="l" t="t" r="r" b="b"/>
              <a:pathLst>
                <a:path w="3739" h="12340" extrusionOk="0">
                  <a:moveTo>
                    <a:pt x="0" y="1"/>
                  </a:moveTo>
                  <a:cubicBezTo>
                    <a:pt x="0" y="1"/>
                    <a:pt x="608" y="9311"/>
                    <a:pt x="1012" y="10847"/>
                  </a:cubicBezTo>
                  <a:cubicBezTo>
                    <a:pt x="1260" y="11788"/>
                    <a:pt x="915" y="12340"/>
                    <a:pt x="1240" y="12340"/>
                  </a:cubicBezTo>
                  <a:cubicBezTo>
                    <a:pt x="1446" y="12340"/>
                    <a:pt x="1922" y="12118"/>
                    <a:pt x="2989" y="11633"/>
                  </a:cubicBezTo>
                  <a:cubicBezTo>
                    <a:pt x="2989" y="11633"/>
                    <a:pt x="3739" y="11193"/>
                    <a:pt x="3596" y="7478"/>
                  </a:cubicBezTo>
                  <a:cubicBezTo>
                    <a:pt x="3656" y="5656"/>
                    <a:pt x="3453" y="4275"/>
                    <a:pt x="3120" y="3227"/>
                  </a:cubicBezTo>
                  <a:cubicBezTo>
                    <a:pt x="2144" y="14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2720875" y="1832800"/>
              <a:ext cx="11325" cy="58350"/>
            </a:xfrm>
            <a:custGeom>
              <a:avLst/>
              <a:gdLst/>
              <a:ahLst/>
              <a:cxnLst/>
              <a:rect l="l" t="t" r="r" b="b"/>
              <a:pathLst>
                <a:path w="453" h="2334" extrusionOk="0">
                  <a:moveTo>
                    <a:pt x="452" y="0"/>
                  </a:moveTo>
                  <a:lnTo>
                    <a:pt x="0" y="2334"/>
                  </a:lnTo>
                  <a:cubicBezTo>
                    <a:pt x="274" y="1203"/>
                    <a:pt x="381" y="500"/>
                    <a:pt x="452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1"/>
            <p:cNvSpPr/>
            <p:nvPr/>
          </p:nvSpPr>
          <p:spPr>
            <a:xfrm>
              <a:off x="2818200" y="1586625"/>
              <a:ext cx="86350" cy="31000"/>
            </a:xfrm>
            <a:custGeom>
              <a:avLst/>
              <a:gdLst/>
              <a:ahLst/>
              <a:cxnLst/>
              <a:rect l="l" t="t" r="r" b="b"/>
              <a:pathLst>
                <a:path w="3454" h="1240" extrusionOk="0">
                  <a:moveTo>
                    <a:pt x="0" y="1"/>
                  </a:moveTo>
                  <a:lnTo>
                    <a:pt x="48" y="1037"/>
                  </a:lnTo>
                  <a:cubicBezTo>
                    <a:pt x="1143" y="1227"/>
                    <a:pt x="2322" y="1203"/>
                    <a:pt x="3453" y="1239"/>
                  </a:cubicBezTo>
                  <a:lnTo>
                    <a:pt x="334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2644950" y="1612825"/>
              <a:ext cx="319725" cy="346075"/>
            </a:xfrm>
            <a:custGeom>
              <a:avLst/>
              <a:gdLst/>
              <a:ahLst/>
              <a:cxnLst/>
              <a:rect l="l" t="t" r="r" b="b"/>
              <a:pathLst>
                <a:path w="12789" h="13843" extrusionOk="0">
                  <a:moveTo>
                    <a:pt x="3692" y="7799"/>
                  </a:moveTo>
                  <a:lnTo>
                    <a:pt x="3489" y="8811"/>
                  </a:lnTo>
                  <a:cubicBezTo>
                    <a:pt x="3561" y="8383"/>
                    <a:pt x="3597" y="8097"/>
                    <a:pt x="3692" y="7799"/>
                  </a:cubicBezTo>
                  <a:close/>
                  <a:moveTo>
                    <a:pt x="6990" y="1"/>
                  </a:moveTo>
                  <a:lnTo>
                    <a:pt x="7038" y="870"/>
                  </a:lnTo>
                  <a:lnTo>
                    <a:pt x="5585" y="1048"/>
                  </a:lnTo>
                  <a:cubicBezTo>
                    <a:pt x="5585" y="1048"/>
                    <a:pt x="3716" y="1513"/>
                    <a:pt x="2870" y="2441"/>
                  </a:cubicBezTo>
                  <a:cubicBezTo>
                    <a:pt x="2311" y="3061"/>
                    <a:pt x="1239" y="4406"/>
                    <a:pt x="322" y="8514"/>
                  </a:cubicBezTo>
                  <a:cubicBezTo>
                    <a:pt x="1" y="9490"/>
                    <a:pt x="287" y="13026"/>
                    <a:pt x="1025" y="13836"/>
                  </a:cubicBezTo>
                  <a:cubicBezTo>
                    <a:pt x="1051" y="13840"/>
                    <a:pt x="1077" y="13842"/>
                    <a:pt x="1102" y="13842"/>
                  </a:cubicBezTo>
                  <a:cubicBezTo>
                    <a:pt x="1985" y="13842"/>
                    <a:pt x="2072" y="11129"/>
                    <a:pt x="2975" y="11129"/>
                  </a:cubicBezTo>
                  <a:cubicBezTo>
                    <a:pt x="2995" y="11129"/>
                    <a:pt x="3016" y="11130"/>
                    <a:pt x="3037" y="11133"/>
                  </a:cubicBezTo>
                  <a:lnTo>
                    <a:pt x="3489" y="8811"/>
                  </a:lnTo>
                  <a:lnTo>
                    <a:pt x="3489" y="8811"/>
                  </a:lnTo>
                  <a:cubicBezTo>
                    <a:pt x="3418" y="9311"/>
                    <a:pt x="3311" y="10002"/>
                    <a:pt x="3037" y="11133"/>
                  </a:cubicBezTo>
                  <a:lnTo>
                    <a:pt x="7311" y="12121"/>
                  </a:lnTo>
                  <a:lnTo>
                    <a:pt x="12657" y="11407"/>
                  </a:lnTo>
                  <a:cubicBezTo>
                    <a:pt x="12788" y="9573"/>
                    <a:pt x="11764" y="2751"/>
                    <a:pt x="11705" y="941"/>
                  </a:cubicBezTo>
                  <a:cubicBezTo>
                    <a:pt x="11300" y="858"/>
                    <a:pt x="10443" y="727"/>
                    <a:pt x="10443" y="727"/>
                  </a:cubicBezTo>
                  <a:lnTo>
                    <a:pt x="10383" y="191"/>
                  </a:lnTo>
                  <a:cubicBezTo>
                    <a:pt x="9252" y="155"/>
                    <a:pt x="8073" y="179"/>
                    <a:pt x="6990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1"/>
            <p:cNvSpPr/>
            <p:nvPr/>
          </p:nvSpPr>
          <p:spPr>
            <a:xfrm>
              <a:off x="2995025" y="2303400"/>
              <a:ext cx="186325" cy="125000"/>
            </a:xfrm>
            <a:custGeom>
              <a:avLst/>
              <a:gdLst/>
              <a:ahLst/>
              <a:cxnLst/>
              <a:rect l="l" t="t" r="r" b="b"/>
              <a:pathLst>
                <a:path w="7453" h="5000" extrusionOk="0">
                  <a:moveTo>
                    <a:pt x="274" y="0"/>
                  </a:moveTo>
                  <a:lnTo>
                    <a:pt x="512" y="3084"/>
                  </a:lnTo>
                  <a:cubicBezTo>
                    <a:pt x="0" y="4683"/>
                    <a:pt x="905" y="4992"/>
                    <a:pt x="1681" y="4992"/>
                  </a:cubicBezTo>
                  <a:cubicBezTo>
                    <a:pt x="2170" y="4992"/>
                    <a:pt x="2607" y="4870"/>
                    <a:pt x="2607" y="4870"/>
                  </a:cubicBezTo>
                  <a:cubicBezTo>
                    <a:pt x="2607" y="4870"/>
                    <a:pt x="3995" y="4999"/>
                    <a:pt x="5286" y="4999"/>
                  </a:cubicBezTo>
                  <a:cubicBezTo>
                    <a:pt x="6406" y="4999"/>
                    <a:pt x="7453" y="4902"/>
                    <a:pt x="7453" y="4536"/>
                  </a:cubicBezTo>
                  <a:cubicBezTo>
                    <a:pt x="7441" y="3739"/>
                    <a:pt x="3202" y="2346"/>
                    <a:pt x="3202" y="2346"/>
                  </a:cubicBezTo>
                  <a:cubicBezTo>
                    <a:pt x="3274" y="1703"/>
                    <a:pt x="3333" y="929"/>
                    <a:pt x="3381" y="60"/>
                  </a:cubicBezTo>
                  <a:cubicBezTo>
                    <a:pt x="2345" y="12"/>
                    <a:pt x="1309" y="0"/>
                    <a:pt x="274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2987575" y="2119350"/>
              <a:ext cx="95550" cy="185850"/>
            </a:xfrm>
            <a:custGeom>
              <a:avLst/>
              <a:gdLst/>
              <a:ahLst/>
              <a:cxnLst/>
              <a:rect l="l" t="t" r="r" b="b"/>
              <a:pathLst>
                <a:path w="3822" h="7434" extrusionOk="0">
                  <a:moveTo>
                    <a:pt x="3306" y="0"/>
                  </a:moveTo>
                  <a:cubicBezTo>
                    <a:pt x="2198" y="0"/>
                    <a:pt x="1099" y="89"/>
                    <a:pt x="0" y="206"/>
                  </a:cubicBezTo>
                  <a:lnTo>
                    <a:pt x="572" y="7374"/>
                  </a:lnTo>
                  <a:cubicBezTo>
                    <a:pt x="1607" y="7374"/>
                    <a:pt x="2643" y="7374"/>
                    <a:pt x="3679" y="7434"/>
                  </a:cubicBezTo>
                  <a:cubicBezTo>
                    <a:pt x="3798" y="5290"/>
                    <a:pt x="3822" y="2611"/>
                    <a:pt x="3810" y="16"/>
                  </a:cubicBezTo>
                  <a:cubicBezTo>
                    <a:pt x="3774" y="16"/>
                    <a:pt x="3727" y="4"/>
                    <a:pt x="3691" y="4"/>
                  </a:cubicBezTo>
                  <a:cubicBezTo>
                    <a:pt x="3562" y="2"/>
                    <a:pt x="3434" y="0"/>
                    <a:pt x="3306" y="0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2812850" y="2133125"/>
              <a:ext cx="111625" cy="168800"/>
            </a:xfrm>
            <a:custGeom>
              <a:avLst/>
              <a:gdLst/>
              <a:ahLst/>
              <a:cxnLst/>
              <a:rect l="l" t="t" r="r" b="b"/>
              <a:pathLst>
                <a:path w="4465" h="6752" extrusionOk="0">
                  <a:moveTo>
                    <a:pt x="4465" y="1"/>
                  </a:moveTo>
                  <a:lnTo>
                    <a:pt x="4465" y="1"/>
                  </a:lnTo>
                  <a:cubicBezTo>
                    <a:pt x="2977" y="203"/>
                    <a:pt x="1500" y="406"/>
                    <a:pt x="0" y="465"/>
                  </a:cubicBezTo>
                  <a:cubicBezTo>
                    <a:pt x="167" y="2739"/>
                    <a:pt x="310" y="4751"/>
                    <a:pt x="441" y="6382"/>
                  </a:cubicBezTo>
                  <a:cubicBezTo>
                    <a:pt x="1405" y="6585"/>
                    <a:pt x="2393" y="6704"/>
                    <a:pt x="3417" y="6728"/>
                  </a:cubicBezTo>
                  <a:cubicBezTo>
                    <a:pt x="3548" y="6740"/>
                    <a:pt x="3691" y="6752"/>
                    <a:pt x="3834" y="6752"/>
                  </a:cubicBezTo>
                  <a:cubicBezTo>
                    <a:pt x="4036" y="4716"/>
                    <a:pt x="4251" y="2322"/>
                    <a:pt x="4465" y="1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2820300" y="2292675"/>
              <a:ext cx="182775" cy="154600"/>
            </a:xfrm>
            <a:custGeom>
              <a:avLst/>
              <a:gdLst/>
              <a:ahLst/>
              <a:cxnLst/>
              <a:rect l="l" t="t" r="r" b="b"/>
              <a:pathLst>
                <a:path w="7311" h="6184" extrusionOk="0">
                  <a:moveTo>
                    <a:pt x="143" y="0"/>
                  </a:moveTo>
                  <a:lnTo>
                    <a:pt x="143" y="0"/>
                  </a:lnTo>
                  <a:cubicBezTo>
                    <a:pt x="357" y="2656"/>
                    <a:pt x="512" y="4275"/>
                    <a:pt x="512" y="4275"/>
                  </a:cubicBezTo>
                  <a:cubicBezTo>
                    <a:pt x="0" y="5874"/>
                    <a:pt x="905" y="6183"/>
                    <a:pt x="1681" y="6183"/>
                  </a:cubicBezTo>
                  <a:cubicBezTo>
                    <a:pt x="2170" y="6183"/>
                    <a:pt x="2607" y="6061"/>
                    <a:pt x="2607" y="6061"/>
                  </a:cubicBezTo>
                  <a:cubicBezTo>
                    <a:pt x="2607" y="6061"/>
                    <a:pt x="3869" y="6176"/>
                    <a:pt x="5085" y="6176"/>
                  </a:cubicBezTo>
                  <a:cubicBezTo>
                    <a:pt x="6217" y="6176"/>
                    <a:pt x="7310" y="6076"/>
                    <a:pt x="7310" y="5692"/>
                  </a:cubicBezTo>
                  <a:cubicBezTo>
                    <a:pt x="7298" y="4906"/>
                    <a:pt x="3191" y="3537"/>
                    <a:pt x="3191" y="3537"/>
                  </a:cubicBezTo>
                  <a:cubicBezTo>
                    <a:pt x="3298" y="2679"/>
                    <a:pt x="3417" y="1584"/>
                    <a:pt x="3536" y="370"/>
                  </a:cubicBezTo>
                  <a:cubicBezTo>
                    <a:pt x="3393" y="370"/>
                    <a:pt x="3250" y="358"/>
                    <a:pt x="3119" y="346"/>
                  </a:cubicBezTo>
                  <a:cubicBezTo>
                    <a:pt x="2095" y="322"/>
                    <a:pt x="1107" y="203"/>
                    <a:pt x="143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2820134" y="2247715"/>
              <a:ext cx="208975" cy="30425"/>
            </a:xfrm>
            <a:custGeom>
              <a:avLst/>
              <a:gdLst/>
              <a:ahLst/>
              <a:cxnLst/>
              <a:rect l="l" t="t" r="r" b="b"/>
              <a:pathLst>
                <a:path w="8359" h="1217" extrusionOk="0">
                  <a:moveTo>
                    <a:pt x="5411" y="1"/>
                  </a:moveTo>
                  <a:cubicBezTo>
                    <a:pt x="3583" y="1"/>
                    <a:pt x="1792" y="253"/>
                    <a:pt x="0" y="506"/>
                  </a:cubicBezTo>
                  <a:cubicBezTo>
                    <a:pt x="1240" y="1020"/>
                    <a:pt x="2540" y="1217"/>
                    <a:pt x="3807" y="1217"/>
                  </a:cubicBezTo>
                  <a:cubicBezTo>
                    <a:pt x="5449" y="1217"/>
                    <a:pt x="7035" y="886"/>
                    <a:pt x="8359" y="482"/>
                  </a:cubicBezTo>
                  <a:cubicBezTo>
                    <a:pt x="7549" y="244"/>
                    <a:pt x="6727" y="66"/>
                    <a:pt x="5870" y="6"/>
                  </a:cubicBezTo>
                  <a:cubicBezTo>
                    <a:pt x="5717" y="2"/>
                    <a:pt x="5564" y="1"/>
                    <a:pt x="5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2631275" y="1888750"/>
              <a:ext cx="492350" cy="373000"/>
            </a:xfrm>
            <a:custGeom>
              <a:avLst/>
              <a:gdLst/>
              <a:ahLst/>
              <a:cxnLst/>
              <a:rect l="l" t="t" r="r" b="b"/>
              <a:pathLst>
                <a:path w="19694" h="14920" extrusionOk="0">
                  <a:moveTo>
                    <a:pt x="3584" y="1"/>
                  </a:moveTo>
                  <a:lnTo>
                    <a:pt x="3584" y="1"/>
                  </a:lnTo>
                  <a:cubicBezTo>
                    <a:pt x="3417" y="298"/>
                    <a:pt x="0" y="8954"/>
                    <a:pt x="6513" y="11466"/>
                  </a:cubicBezTo>
                  <a:cubicBezTo>
                    <a:pt x="8192" y="12109"/>
                    <a:pt x="6989" y="12347"/>
                    <a:pt x="7299" y="14717"/>
                  </a:cubicBezTo>
                  <a:cubicBezTo>
                    <a:pt x="7442" y="14788"/>
                    <a:pt x="7585" y="14848"/>
                    <a:pt x="7727" y="14919"/>
                  </a:cubicBezTo>
                  <a:cubicBezTo>
                    <a:pt x="9519" y="14666"/>
                    <a:pt x="11310" y="14414"/>
                    <a:pt x="13138" y="14414"/>
                  </a:cubicBezTo>
                  <a:cubicBezTo>
                    <a:pt x="13291" y="14414"/>
                    <a:pt x="13444" y="14415"/>
                    <a:pt x="13597" y="14419"/>
                  </a:cubicBezTo>
                  <a:cubicBezTo>
                    <a:pt x="14454" y="14479"/>
                    <a:pt x="15276" y="14669"/>
                    <a:pt x="16086" y="14895"/>
                  </a:cubicBezTo>
                  <a:cubicBezTo>
                    <a:pt x="18157" y="14264"/>
                    <a:pt x="19598" y="13455"/>
                    <a:pt x="19598" y="13455"/>
                  </a:cubicBezTo>
                  <a:cubicBezTo>
                    <a:pt x="19693" y="9716"/>
                    <a:pt x="19503" y="11193"/>
                    <a:pt x="19407" y="8728"/>
                  </a:cubicBezTo>
                  <a:cubicBezTo>
                    <a:pt x="19157" y="2513"/>
                    <a:pt x="13347" y="656"/>
                    <a:pt x="13192" y="275"/>
                  </a:cubicBezTo>
                  <a:cubicBezTo>
                    <a:pt x="11716" y="416"/>
                    <a:pt x="10178" y="531"/>
                    <a:pt x="8631" y="531"/>
                  </a:cubicBezTo>
                  <a:cubicBezTo>
                    <a:pt x="6935" y="531"/>
                    <a:pt x="5228" y="393"/>
                    <a:pt x="3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2831600" y="2428700"/>
              <a:ext cx="171775" cy="22625"/>
            </a:xfrm>
            <a:custGeom>
              <a:avLst/>
              <a:gdLst/>
              <a:ahLst/>
              <a:cxnLst/>
              <a:rect l="l" t="t" r="r" b="b"/>
              <a:pathLst>
                <a:path w="6871" h="905" extrusionOk="0">
                  <a:moveTo>
                    <a:pt x="6799" y="1"/>
                  </a:moveTo>
                  <a:cubicBezTo>
                    <a:pt x="5412" y="339"/>
                    <a:pt x="4142" y="457"/>
                    <a:pt x="3048" y="457"/>
                  </a:cubicBezTo>
                  <a:cubicBezTo>
                    <a:pt x="1757" y="457"/>
                    <a:pt x="709" y="293"/>
                    <a:pt x="0" y="132"/>
                  </a:cubicBezTo>
                  <a:lnTo>
                    <a:pt x="0" y="132"/>
                  </a:lnTo>
                  <a:cubicBezTo>
                    <a:pt x="24" y="310"/>
                    <a:pt x="48" y="489"/>
                    <a:pt x="95" y="679"/>
                  </a:cubicBezTo>
                  <a:cubicBezTo>
                    <a:pt x="95" y="679"/>
                    <a:pt x="788" y="904"/>
                    <a:pt x="2585" y="904"/>
                  </a:cubicBezTo>
                  <a:cubicBezTo>
                    <a:pt x="2896" y="904"/>
                    <a:pt x="3240" y="897"/>
                    <a:pt x="3620" y="882"/>
                  </a:cubicBezTo>
                  <a:cubicBezTo>
                    <a:pt x="6501" y="763"/>
                    <a:pt x="6858" y="358"/>
                    <a:pt x="6858" y="358"/>
                  </a:cubicBezTo>
                  <a:cubicBezTo>
                    <a:pt x="6858" y="358"/>
                    <a:pt x="6870" y="215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1"/>
            <p:cNvSpPr/>
            <p:nvPr/>
          </p:nvSpPr>
          <p:spPr>
            <a:xfrm>
              <a:off x="2890225" y="2386425"/>
              <a:ext cx="111875" cy="58275"/>
            </a:xfrm>
            <a:custGeom>
              <a:avLst/>
              <a:gdLst/>
              <a:ahLst/>
              <a:cxnLst/>
              <a:rect l="l" t="t" r="r" b="b"/>
              <a:pathLst>
                <a:path w="4475" h="2331" extrusionOk="0">
                  <a:moveTo>
                    <a:pt x="1013" y="1"/>
                  </a:moveTo>
                  <a:cubicBezTo>
                    <a:pt x="394" y="644"/>
                    <a:pt x="1" y="2323"/>
                    <a:pt x="1" y="2323"/>
                  </a:cubicBezTo>
                  <a:lnTo>
                    <a:pt x="953" y="2323"/>
                  </a:lnTo>
                  <a:cubicBezTo>
                    <a:pt x="1236" y="2328"/>
                    <a:pt x="1499" y="2331"/>
                    <a:pt x="1744" y="2331"/>
                  </a:cubicBezTo>
                  <a:cubicBezTo>
                    <a:pt x="3680" y="2331"/>
                    <a:pt x="4475" y="2157"/>
                    <a:pt x="4454" y="1692"/>
                  </a:cubicBezTo>
                  <a:cubicBezTo>
                    <a:pt x="4418" y="727"/>
                    <a:pt x="1013" y="1"/>
                    <a:pt x="1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1"/>
            <p:cNvSpPr/>
            <p:nvPr/>
          </p:nvSpPr>
          <p:spPr>
            <a:xfrm>
              <a:off x="3005125" y="2410250"/>
              <a:ext cx="176525" cy="22525"/>
            </a:xfrm>
            <a:custGeom>
              <a:avLst/>
              <a:gdLst/>
              <a:ahLst/>
              <a:cxnLst/>
              <a:rect l="l" t="t" r="r" b="b"/>
              <a:pathLst>
                <a:path w="7061" h="901" extrusionOk="0">
                  <a:moveTo>
                    <a:pt x="6989" y="0"/>
                  </a:moveTo>
                  <a:cubicBezTo>
                    <a:pt x="5684" y="324"/>
                    <a:pt x="4448" y="437"/>
                    <a:pt x="3359" y="437"/>
                  </a:cubicBezTo>
                  <a:cubicBezTo>
                    <a:pt x="1924" y="437"/>
                    <a:pt x="745" y="241"/>
                    <a:pt x="1" y="72"/>
                  </a:cubicBezTo>
                  <a:lnTo>
                    <a:pt x="1" y="72"/>
                  </a:lnTo>
                  <a:cubicBezTo>
                    <a:pt x="24" y="239"/>
                    <a:pt x="48" y="429"/>
                    <a:pt x="84" y="608"/>
                  </a:cubicBezTo>
                  <a:cubicBezTo>
                    <a:pt x="84" y="608"/>
                    <a:pt x="972" y="900"/>
                    <a:pt x="2923" y="900"/>
                  </a:cubicBezTo>
                  <a:cubicBezTo>
                    <a:pt x="3198" y="900"/>
                    <a:pt x="3493" y="895"/>
                    <a:pt x="3811" y="881"/>
                  </a:cubicBezTo>
                  <a:cubicBezTo>
                    <a:pt x="6692" y="774"/>
                    <a:pt x="7049" y="358"/>
                    <a:pt x="7049" y="358"/>
                  </a:cubicBezTo>
                  <a:cubicBezTo>
                    <a:pt x="7049" y="358"/>
                    <a:pt x="7061" y="215"/>
                    <a:pt x="6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3068525" y="2367975"/>
              <a:ext cx="111875" cy="58350"/>
            </a:xfrm>
            <a:custGeom>
              <a:avLst/>
              <a:gdLst/>
              <a:ahLst/>
              <a:cxnLst/>
              <a:rect l="l" t="t" r="r" b="b"/>
              <a:pathLst>
                <a:path w="4475" h="2334" extrusionOk="0">
                  <a:moveTo>
                    <a:pt x="1013" y="1"/>
                  </a:moveTo>
                  <a:cubicBezTo>
                    <a:pt x="393" y="656"/>
                    <a:pt x="1" y="2322"/>
                    <a:pt x="1" y="2322"/>
                  </a:cubicBezTo>
                  <a:lnTo>
                    <a:pt x="953" y="2322"/>
                  </a:lnTo>
                  <a:cubicBezTo>
                    <a:pt x="1272" y="2330"/>
                    <a:pt x="1567" y="2334"/>
                    <a:pt x="1838" y="2334"/>
                  </a:cubicBezTo>
                  <a:cubicBezTo>
                    <a:pt x="3705" y="2334"/>
                    <a:pt x="4474" y="2149"/>
                    <a:pt x="4453" y="1691"/>
                  </a:cubicBezTo>
                  <a:cubicBezTo>
                    <a:pt x="4418" y="727"/>
                    <a:pt x="1013" y="1"/>
                    <a:pt x="1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2641975" y="1401225"/>
              <a:ext cx="144100" cy="159625"/>
            </a:xfrm>
            <a:custGeom>
              <a:avLst/>
              <a:gdLst/>
              <a:ahLst/>
              <a:cxnLst/>
              <a:rect l="l" t="t" r="r" b="b"/>
              <a:pathLst>
                <a:path w="5764" h="6385" extrusionOk="0">
                  <a:moveTo>
                    <a:pt x="3277" y="0"/>
                  </a:moveTo>
                  <a:cubicBezTo>
                    <a:pt x="2549" y="0"/>
                    <a:pt x="1482" y="776"/>
                    <a:pt x="846" y="1761"/>
                  </a:cubicBezTo>
                  <a:cubicBezTo>
                    <a:pt x="1" y="3071"/>
                    <a:pt x="1108" y="5536"/>
                    <a:pt x="2870" y="6238"/>
                  </a:cubicBezTo>
                  <a:cubicBezTo>
                    <a:pt x="3129" y="6340"/>
                    <a:pt x="3361" y="6384"/>
                    <a:pt x="3570" y="6384"/>
                  </a:cubicBezTo>
                  <a:cubicBezTo>
                    <a:pt x="4795" y="6384"/>
                    <a:pt x="5204" y="4881"/>
                    <a:pt x="5204" y="4881"/>
                  </a:cubicBezTo>
                  <a:cubicBezTo>
                    <a:pt x="5764" y="4464"/>
                    <a:pt x="4418" y="1047"/>
                    <a:pt x="3859" y="273"/>
                  </a:cubicBezTo>
                  <a:cubicBezTo>
                    <a:pt x="3720" y="84"/>
                    <a:pt x="3517" y="0"/>
                    <a:pt x="327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2676150" y="1298975"/>
              <a:ext cx="389725" cy="296125"/>
            </a:xfrm>
            <a:custGeom>
              <a:avLst/>
              <a:gdLst/>
              <a:ahLst/>
              <a:cxnLst/>
              <a:rect l="l" t="t" r="r" b="b"/>
              <a:pathLst>
                <a:path w="15589" h="11845" extrusionOk="0">
                  <a:moveTo>
                    <a:pt x="4289" y="0"/>
                  </a:moveTo>
                  <a:cubicBezTo>
                    <a:pt x="3636" y="0"/>
                    <a:pt x="3164" y="116"/>
                    <a:pt x="2968" y="375"/>
                  </a:cubicBezTo>
                  <a:cubicBezTo>
                    <a:pt x="1944" y="1708"/>
                    <a:pt x="1825" y="2518"/>
                    <a:pt x="1503" y="3970"/>
                  </a:cubicBezTo>
                  <a:cubicBezTo>
                    <a:pt x="1" y="10716"/>
                    <a:pt x="6491" y="11844"/>
                    <a:pt x="9657" y="11844"/>
                  </a:cubicBezTo>
                  <a:cubicBezTo>
                    <a:pt x="10380" y="11844"/>
                    <a:pt x="10930" y="11785"/>
                    <a:pt x="11171" y="11721"/>
                  </a:cubicBezTo>
                  <a:cubicBezTo>
                    <a:pt x="12052" y="11471"/>
                    <a:pt x="15124" y="9483"/>
                    <a:pt x="15291" y="8042"/>
                  </a:cubicBezTo>
                  <a:cubicBezTo>
                    <a:pt x="15469" y="6602"/>
                    <a:pt x="15588" y="4482"/>
                    <a:pt x="15588" y="4482"/>
                  </a:cubicBezTo>
                  <a:cubicBezTo>
                    <a:pt x="13902" y="2357"/>
                    <a:pt x="7242" y="0"/>
                    <a:pt x="428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2701175" y="1428425"/>
              <a:ext cx="73300" cy="78600"/>
            </a:xfrm>
            <a:custGeom>
              <a:avLst/>
              <a:gdLst/>
              <a:ahLst/>
              <a:cxnLst/>
              <a:rect l="l" t="t" r="r" b="b"/>
              <a:pathLst>
                <a:path w="2932" h="3144" extrusionOk="0">
                  <a:moveTo>
                    <a:pt x="1757" y="1"/>
                  </a:moveTo>
                  <a:cubicBezTo>
                    <a:pt x="1313" y="1"/>
                    <a:pt x="840" y="233"/>
                    <a:pt x="526" y="1031"/>
                  </a:cubicBezTo>
                  <a:cubicBezTo>
                    <a:pt x="1" y="2364"/>
                    <a:pt x="830" y="3144"/>
                    <a:pt x="1734" y="3144"/>
                  </a:cubicBezTo>
                  <a:cubicBezTo>
                    <a:pt x="2121" y="3144"/>
                    <a:pt x="2522" y="3001"/>
                    <a:pt x="2836" y="2697"/>
                  </a:cubicBezTo>
                  <a:lnTo>
                    <a:pt x="2931" y="447"/>
                  </a:lnTo>
                  <a:cubicBezTo>
                    <a:pt x="2931" y="447"/>
                    <a:pt x="2372" y="1"/>
                    <a:pt x="1757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2745875" y="1292925"/>
              <a:ext cx="310175" cy="321200"/>
            </a:xfrm>
            <a:custGeom>
              <a:avLst/>
              <a:gdLst/>
              <a:ahLst/>
              <a:cxnLst/>
              <a:rect l="l" t="t" r="r" b="b"/>
              <a:pathLst>
                <a:path w="12407" h="12848" extrusionOk="0">
                  <a:moveTo>
                    <a:pt x="5296" y="1"/>
                  </a:moveTo>
                  <a:cubicBezTo>
                    <a:pt x="2177" y="1"/>
                    <a:pt x="779" y="2623"/>
                    <a:pt x="405" y="6236"/>
                  </a:cubicBezTo>
                  <a:cubicBezTo>
                    <a:pt x="0" y="10022"/>
                    <a:pt x="1429" y="11654"/>
                    <a:pt x="4846" y="12594"/>
                  </a:cubicBezTo>
                  <a:cubicBezTo>
                    <a:pt x="5473" y="12768"/>
                    <a:pt x="6048" y="12848"/>
                    <a:pt x="6573" y="12848"/>
                  </a:cubicBezTo>
                  <a:cubicBezTo>
                    <a:pt x="8852" y="12848"/>
                    <a:pt x="10197" y="11350"/>
                    <a:pt x="10787" y="9570"/>
                  </a:cubicBezTo>
                  <a:cubicBezTo>
                    <a:pt x="11692" y="6855"/>
                    <a:pt x="12359" y="4534"/>
                    <a:pt x="12359" y="4534"/>
                  </a:cubicBezTo>
                  <a:cubicBezTo>
                    <a:pt x="12406" y="1521"/>
                    <a:pt x="9251" y="307"/>
                    <a:pt x="5787" y="21"/>
                  </a:cubicBezTo>
                  <a:cubicBezTo>
                    <a:pt x="5618" y="7"/>
                    <a:pt x="5455" y="1"/>
                    <a:pt x="5296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1"/>
            <p:cNvSpPr/>
            <p:nvPr/>
          </p:nvSpPr>
          <p:spPr>
            <a:xfrm>
              <a:off x="2875650" y="1507375"/>
              <a:ext cx="26500" cy="23325"/>
            </a:xfrm>
            <a:custGeom>
              <a:avLst/>
              <a:gdLst/>
              <a:ahLst/>
              <a:cxnLst/>
              <a:rect l="l" t="t" r="r" b="b"/>
              <a:pathLst>
                <a:path w="1060" h="933" extrusionOk="0">
                  <a:moveTo>
                    <a:pt x="61" y="1"/>
                  </a:moveTo>
                  <a:cubicBezTo>
                    <a:pt x="57" y="1"/>
                    <a:pt x="52" y="2"/>
                    <a:pt x="48" y="4"/>
                  </a:cubicBezTo>
                  <a:cubicBezTo>
                    <a:pt x="24" y="4"/>
                    <a:pt x="0" y="28"/>
                    <a:pt x="12" y="51"/>
                  </a:cubicBezTo>
                  <a:cubicBezTo>
                    <a:pt x="107" y="897"/>
                    <a:pt x="881" y="933"/>
                    <a:pt x="1000" y="933"/>
                  </a:cubicBezTo>
                  <a:lnTo>
                    <a:pt x="1024" y="933"/>
                  </a:lnTo>
                  <a:cubicBezTo>
                    <a:pt x="1048" y="933"/>
                    <a:pt x="1060" y="909"/>
                    <a:pt x="1060" y="885"/>
                  </a:cubicBezTo>
                  <a:cubicBezTo>
                    <a:pt x="1060" y="861"/>
                    <a:pt x="1048" y="849"/>
                    <a:pt x="1012" y="849"/>
                  </a:cubicBezTo>
                  <a:cubicBezTo>
                    <a:pt x="1011" y="849"/>
                    <a:pt x="1007" y="849"/>
                    <a:pt x="1002" y="849"/>
                  </a:cubicBezTo>
                  <a:cubicBezTo>
                    <a:pt x="904" y="849"/>
                    <a:pt x="186" y="828"/>
                    <a:pt x="96" y="40"/>
                  </a:cubicBezTo>
                  <a:cubicBezTo>
                    <a:pt x="96" y="20"/>
                    <a:pt x="80" y="1"/>
                    <a:pt x="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2967925" y="1355350"/>
              <a:ext cx="325" cy="1225"/>
            </a:xfrm>
            <a:custGeom>
              <a:avLst/>
              <a:gdLst/>
              <a:ahLst/>
              <a:cxnLst/>
              <a:rect l="l" t="t" r="r" b="b"/>
              <a:pathLst>
                <a:path w="13" h="49" extrusionOk="0">
                  <a:moveTo>
                    <a:pt x="12" y="48"/>
                  </a:moveTo>
                  <a:cubicBezTo>
                    <a:pt x="0" y="25"/>
                    <a:pt x="0" y="1"/>
                    <a:pt x="0" y="1"/>
                  </a:cubicBezTo>
                  <a:cubicBezTo>
                    <a:pt x="0" y="1"/>
                    <a:pt x="0" y="25"/>
                    <a:pt x="12" y="48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1"/>
            <p:cNvSpPr/>
            <p:nvPr/>
          </p:nvSpPr>
          <p:spPr>
            <a:xfrm>
              <a:off x="2810450" y="1391450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1942" y="0"/>
                  </a:moveTo>
                  <a:cubicBezTo>
                    <a:pt x="1739" y="0"/>
                    <a:pt x="1471" y="42"/>
                    <a:pt x="1120" y="140"/>
                  </a:cubicBezTo>
                  <a:cubicBezTo>
                    <a:pt x="1" y="450"/>
                    <a:pt x="263" y="1093"/>
                    <a:pt x="263" y="1093"/>
                  </a:cubicBezTo>
                  <a:cubicBezTo>
                    <a:pt x="345" y="1299"/>
                    <a:pt x="531" y="1386"/>
                    <a:pt x="818" y="1386"/>
                  </a:cubicBezTo>
                  <a:cubicBezTo>
                    <a:pt x="1028" y="1386"/>
                    <a:pt x="1292" y="1340"/>
                    <a:pt x="1608" y="1259"/>
                  </a:cubicBezTo>
                  <a:cubicBezTo>
                    <a:pt x="2239" y="1105"/>
                    <a:pt x="2584" y="759"/>
                    <a:pt x="2549" y="438"/>
                  </a:cubicBezTo>
                  <a:cubicBezTo>
                    <a:pt x="2516" y="194"/>
                    <a:pt x="2378" y="0"/>
                    <a:pt x="194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1"/>
            <p:cNvSpPr/>
            <p:nvPr/>
          </p:nvSpPr>
          <p:spPr>
            <a:xfrm>
              <a:off x="2959875" y="1421300"/>
              <a:ext cx="61650" cy="48050"/>
            </a:xfrm>
            <a:custGeom>
              <a:avLst/>
              <a:gdLst/>
              <a:ahLst/>
              <a:cxnLst/>
              <a:rect l="l" t="t" r="r" b="b"/>
              <a:pathLst>
                <a:path w="2466" h="1922" extrusionOk="0">
                  <a:moveTo>
                    <a:pt x="553" y="1"/>
                  </a:moveTo>
                  <a:cubicBezTo>
                    <a:pt x="381" y="1"/>
                    <a:pt x="267" y="91"/>
                    <a:pt x="179" y="220"/>
                  </a:cubicBezTo>
                  <a:cubicBezTo>
                    <a:pt x="1" y="494"/>
                    <a:pt x="167" y="970"/>
                    <a:pt x="656" y="1387"/>
                  </a:cubicBezTo>
                  <a:cubicBezTo>
                    <a:pt x="1069" y="1726"/>
                    <a:pt x="1396" y="1922"/>
                    <a:pt x="1654" y="1922"/>
                  </a:cubicBezTo>
                  <a:cubicBezTo>
                    <a:pt x="1767" y="1922"/>
                    <a:pt x="1866" y="1884"/>
                    <a:pt x="1953" y="1804"/>
                  </a:cubicBezTo>
                  <a:cubicBezTo>
                    <a:pt x="1953" y="1804"/>
                    <a:pt x="2465" y="1351"/>
                    <a:pt x="1596" y="589"/>
                  </a:cubicBezTo>
                  <a:cubicBezTo>
                    <a:pt x="1103" y="157"/>
                    <a:pt x="779" y="1"/>
                    <a:pt x="553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2724425" y="1442150"/>
              <a:ext cx="50925" cy="49675"/>
            </a:xfrm>
            <a:custGeom>
              <a:avLst/>
              <a:gdLst/>
              <a:ahLst/>
              <a:cxnLst/>
              <a:rect l="l" t="t" r="r" b="b"/>
              <a:pathLst>
                <a:path w="2037" h="1987" extrusionOk="0">
                  <a:moveTo>
                    <a:pt x="726" y="0"/>
                  </a:moveTo>
                  <a:cubicBezTo>
                    <a:pt x="331" y="0"/>
                    <a:pt x="24" y="256"/>
                    <a:pt x="13" y="267"/>
                  </a:cubicBezTo>
                  <a:cubicBezTo>
                    <a:pt x="1" y="279"/>
                    <a:pt x="1" y="303"/>
                    <a:pt x="13" y="315"/>
                  </a:cubicBezTo>
                  <a:cubicBezTo>
                    <a:pt x="20" y="329"/>
                    <a:pt x="31" y="335"/>
                    <a:pt x="44" y="335"/>
                  </a:cubicBezTo>
                  <a:cubicBezTo>
                    <a:pt x="53" y="335"/>
                    <a:pt x="62" y="332"/>
                    <a:pt x="72" y="327"/>
                  </a:cubicBezTo>
                  <a:cubicBezTo>
                    <a:pt x="72" y="327"/>
                    <a:pt x="367" y="83"/>
                    <a:pt x="721" y="83"/>
                  </a:cubicBezTo>
                  <a:cubicBezTo>
                    <a:pt x="750" y="83"/>
                    <a:pt x="780" y="85"/>
                    <a:pt x="811" y="89"/>
                  </a:cubicBezTo>
                  <a:cubicBezTo>
                    <a:pt x="1049" y="113"/>
                    <a:pt x="1251" y="243"/>
                    <a:pt x="1430" y="470"/>
                  </a:cubicBezTo>
                  <a:cubicBezTo>
                    <a:pt x="1930" y="1125"/>
                    <a:pt x="1203" y="1910"/>
                    <a:pt x="1203" y="1922"/>
                  </a:cubicBezTo>
                  <a:cubicBezTo>
                    <a:pt x="1192" y="1934"/>
                    <a:pt x="1192" y="1958"/>
                    <a:pt x="1203" y="1982"/>
                  </a:cubicBezTo>
                  <a:lnTo>
                    <a:pt x="1215" y="1982"/>
                  </a:lnTo>
                  <a:cubicBezTo>
                    <a:pt x="1222" y="1985"/>
                    <a:pt x="1228" y="1987"/>
                    <a:pt x="1234" y="1987"/>
                  </a:cubicBezTo>
                  <a:cubicBezTo>
                    <a:pt x="1246" y="1987"/>
                    <a:pt x="1255" y="1978"/>
                    <a:pt x="1263" y="1970"/>
                  </a:cubicBezTo>
                  <a:cubicBezTo>
                    <a:pt x="1275" y="1970"/>
                    <a:pt x="2037" y="1125"/>
                    <a:pt x="1489" y="422"/>
                  </a:cubicBezTo>
                  <a:cubicBezTo>
                    <a:pt x="1299" y="172"/>
                    <a:pt x="1072" y="29"/>
                    <a:pt x="822" y="5"/>
                  </a:cubicBezTo>
                  <a:cubicBezTo>
                    <a:pt x="790" y="2"/>
                    <a:pt x="758" y="0"/>
                    <a:pt x="7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1"/>
            <p:cNvSpPr/>
            <p:nvPr/>
          </p:nvSpPr>
          <p:spPr>
            <a:xfrm>
              <a:off x="2736650" y="1461500"/>
              <a:ext cx="29475" cy="12475"/>
            </a:xfrm>
            <a:custGeom>
              <a:avLst/>
              <a:gdLst/>
              <a:ahLst/>
              <a:cxnLst/>
              <a:rect l="l" t="t" r="r" b="b"/>
              <a:pathLst>
                <a:path w="1179" h="499" extrusionOk="0">
                  <a:moveTo>
                    <a:pt x="406" y="0"/>
                  </a:moveTo>
                  <a:cubicBezTo>
                    <a:pt x="195" y="0"/>
                    <a:pt x="29" y="53"/>
                    <a:pt x="24" y="53"/>
                  </a:cubicBezTo>
                  <a:cubicBezTo>
                    <a:pt x="12" y="65"/>
                    <a:pt x="0" y="89"/>
                    <a:pt x="0" y="101"/>
                  </a:cubicBezTo>
                  <a:cubicBezTo>
                    <a:pt x="0" y="124"/>
                    <a:pt x="12" y="124"/>
                    <a:pt x="24" y="136"/>
                  </a:cubicBezTo>
                  <a:lnTo>
                    <a:pt x="60" y="136"/>
                  </a:lnTo>
                  <a:cubicBezTo>
                    <a:pt x="60" y="131"/>
                    <a:pt x="208" y="83"/>
                    <a:pt x="398" y="83"/>
                  </a:cubicBezTo>
                  <a:cubicBezTo>
                    <a:pt x="635" y="83"/>
                    <a:pt x="937" y="158"/>
                    <a:pt x="1095" y="482"/>
                  </a:cubicBezTo>
                  <a:cubicBezTo>
                    <a:pt x="1104" y="490"/>
                    <a:pt x="1118" y="498"/>
                    <a:pt x="1134" y="498"/>
                  </a:cubicBezTo>
                  <a:cubicBezTo>
                    <a:pt x="1141" y="498"/>
                    <a:pt x="1148" y="497"/>
                    <a:pt x="1155" y="493"/>
                  </a:cubicBezTo>
                  <a:cubicBezTo>
                    <a:pt x="1167" y="482"/>
                    <a:pt x="1179" y="458"/>
                    <a:pt x="1167" y="434"/>
                  </a:cubicBezTo>
                  <a:cubicBezTo>
                    <a:pt x="990" y="80"/>
                    <a:pt x="664" y="0"/>
                    <a:pt x="4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1"/>
            <p:cNvSpPr/>
            <p:nvPr/>
          </p:nvSpPr>
          <p:spPr>
            <a:xfrm>
              <a:off x="2893200" y="1400775"/>
              <a:ext cx="35750" cy="106250"/>
            </a:xfrm>
            <a:custGeom>
              <a:avLst/>
              <a:gdLst/>
              <a:ahLst/>
              <a:cxnLst/>
              <a:rect l="l" t="t" r="r" b="b"/>
              <a:pathLst>
                <a:path w="1430" h="4250" extrusionOk="0">
                  <a:moveTo>
                    <a:pt x="1042" y="1"/>
                  </a:moveTo>
                  <a:cubicBezTo>
                    <a:pt x="1026" y="1"/>
                    <a:pt x="1013" y="12"/>
                    <a:pt x="1013" y="29"/>
                  </a:cubicBezTo>
                  <a:cubicBezTo>
                    <a:pt x="906" y="279"/>
                    <a:pt x="1" y="2446"/>
                    <a:pt x="84" y="2791"/>
                  </a:cubicBezTo>
                  <a:cubicBezTo>
                    <a:pt x="122" y="2933"/>
                    <a:pt x="242" y="3089"/>
                    <a:pt x="573" y="3089"/>
                  </a:cubicBezTo>
                  <a:cubicBezTo>
                    <a:pt x="661" y="3089"/>
                    <a:pt x="763" y="3078"/>
                    <a:pt x="882" y="3053"/>
                  </a:cubicBezTo>
                  <a:lnTo>
                    <a:pt x="906" y="3053"/>
                  </a:lnTo>
                  <a:cubicBezTo>
                    <a:pt x="939" y="3046"/>
                    <a:pt x="971" y="3042"/>
                    <a:pt x="1001" y="3042"/>
                  </a:cubicBezTo>
                  <a:cubicBezTo>
                    <a:pt x="1109" y="3042"/>
                    <a:pt x="1192" y="3091"/>
                    <a:pt x="1239" y="3184"/>
                  </a:cubicBezTo>
                  <a:cubicBezTo>
                    <a:pt x="1334" y="3375"/>
                    <a:pt x="1263" y="3720"/>
                    <a:pt x="1072" y="3899"/>
                  </a:cubicBezTo>
                  <a:cubicBezTo>
                    <a:pt x="846" y="4125"/>
                    <a:pt x="489" y="4173"/>
                    <a:pt x="489" y="4173"/>
                  </a:cubicBezTo>
                  <a:cubicBezTo>
                    <a:pt x="465" y="4173"/>
                    <a:pt x="441" y="4196"/>
                    <a:pt x="453" y="4208"/>
                  </a:cubicBezTo>
                  <a:cubicBezTo>
                    <a:pt x="453" y="4232"/>
                    <a:pt x="465" y="4244"/>
                    <a:pt x="477" y="4244"/>
                  </a:cubicBezTo>
                  <a:cubicBezTo>
                    <a:pt x="485" y="4244"/>
                    <a:pt x="488" y="4249"/>
                    <a:pt x="492" y="4249"/>
                  </a:cubicBezTo>
                  <a:cubicBezTo>
                    <a:pt x="494" y="4249"/>
                    <a:pt x="497" y="4248"/>
                    <a:pt x="501" y="4244"/>
                  </a:cubicBezTo>
                  <a:cubicBezTo>
                    <a:pt x="513" y="4244"/>
                    <a:pt x="882" y="4208"/>
                    <a:pt x="1144" y="3958"/>
                  </a:cubicBezTo>
                  <a:cubicBezTo>
                    <a:pt x="1346" y="3744"/>
                    <a:pt x="1430" y="3363"/>
                    <a:pt x="1310" y="3149"/>
                  </a:cubicBezTo>
                  <a:cubicBezTo>
                    <a:pt x="1251" y="3030"/>
                    <a:pt x="1135" y="2961"/>
                    <a:pt x="988" y="2961"/>
                  </a:cubicBezTo>
                  <a:cubicBezTo>
                    <a:pt x="958" y="2961"/>
                    <a:pt x="926" y="2964"/>
                    <a:pt x="894" y="2970"/>
                  </a:cubicBezTo>
                  <a:lnTo>
                    <a:pt x="858" y="2970"/>
                  </a:lnTo>
                  <a:cubicBezTo>
                    <a:pt x="743" y="2994"/>
                    <a:pt x="642" y="3006"/>
                    <a:pt x="555" y="3006"/>
                  </a:cubicBezTo>
                  <a:cubicBezTo>
                    <a:pt x="338" y="3006"/>
                    <a:pt x="210" y="2929"/>
                    <a:pt x="167" y="2768"/>
                  </a:cubicBezTo>
                  <a:cubicBezTo>
                    <a:pt x="108" y="2506"/>
                    <a:pt x="810" y="720"/>
                    <a:pt x="1084" y="65"/>
                  </a:cubicBezTo>
                  <a:cubicBezTo>
                    <a:pt x="1096" y="41"/>
                    <a:pt x="1084" y="17"/>
                    <a:pt x="1060" y="5"/>
                  </a:cubicBezTo>
                  <a:cubicBezTo>
                    <a:pt x="1054" y="2"/>
                    <a:pt x="1048" y="1"/>
                    <a:pt x="10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1"/>
            <p:cNvSpPr/>
            <p:nvPr/>
          </p:nvSpPr>
          <p:spPr>
            <a:xfrm>
              <a:off x="2780400" y="1476325"/>
              <a:ext cx="68175" cy="45750"/>
            </a:xfrm>
            <a:custGeom>
              <a:avLst/>
              <a:gdLst/>
              <a:ahLst/>
              <a:cxnLst/>
              <a:rect l="l" t="t" r="r" b="b"/>
              <a:pathLst>
                <a:path w="2727" h="1830" extrusionOk="0">
                  <a:moveTo>
                    <a:pt x="747" y="1"/>
                  </a:moveTo>
                  <a:cubicBezTo>
                    <a:pt x="491" y="1"/>
                    <a:pt x="287" y="82"/>
                    <a:pt x="191" y="246"/>
                  </a:cubicBezTo>
                  <a:cubicBezTo>
                    <a:pt x="0" y="591"/>
                    <a:pt x="357" y="1174"/>
                    <a:pt x="1012" y="1543"/>
                  </a:cubicBezTo>
                  <a:cubicBezTo>
                    <a:pt x="1345" y="1734"/>
                    <a:pt x="1686" y="1830"/>
                    <a:pt x="1967" y="1830"/>
                  </a:cubicBezTo>
                  <a:cubicBezTo>
                    <a:pt x="2229" y="1830"/>
                    <a:pt x="2438" y="1746"/>
                    <a:pt x="2536" y="1579"/>
                  </a:cubicBezTo>
                  <a:cubicBezTo>
                    <a:pt x="2727" y="1234"/>
                    <a:pt x="2370" y="662"/>
                    <a:pt x="1715" y="293"/>
                  </a:cubicBezTo>
                  <a:cubicBezTo>
                    <a:pt x="1377" y="100"/>
                    <a:pt x="1030" y="1"/>
                    <a:pt x="747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1"/>
            <p:cNvSpPr/>
            <p:nvPr/>
          </p:nvSpPr>
          <p:spPr>
            <a:xfrm>
              <a:off x="2922675" y="1525400"/>
              <a:ext cx="68775" cy="36150"/>
            </a:xfrm>
            <a:custGeom>
              <a:avLst/>
              <a:gdLst/>
              <a:ahLst/>
              <a:cxnLst/>
              <a:rect l="l" t="t" r="r" b="b"/>
              <a:pathLst>
                <a:path w="2751" h="1446" extrusionOk="0">
                  <a:moveTo>
                    <a:pt x="1231" y="1"/>
                  </a:moveTo>
                  <a:cubicBezTo>
                    <a:pt x="579" y="1"/>
                    <a:pt x="69" y="250"/>
                    <a:pt x="36" y="616"/>
                  </a:cubicBezTo>
                  <a:cubicBezTo>
                    <a:pt x="0" y="1009"/>
                    <a:pt x="572" y="1378"/>
                    <a:pt x="1322" y="1438"/>
                  </a:cubicBezTo>
                  <a:cubicBezTo>
                    <a:pt x="1390" y="1443"/>
                    <a:pt x="1457" y="1446"/>
                    <a:pt x="1522" y="1446"/>
                  </a:cubicBezTo>
                  <a:cubicBezTo>
                    <a:pt x="2169" y="1446"/>
                    <a:pt x="2683" y="1187"/>
                    <a:pt x="2715" y="831"/>
                  </a:cubicBezTo>
                  <a:cubicBezTo>
                    <a:pt x="2751" y="438"/>
                    <a:pt x="2179" y="69"/>
                    <a:pt x="1441" y="9"/>
                  </a:cubicBezTo>
                  <a:cubicBezTo>
                    <a:pt x="1370" y="3"/>
                    <a:pt x="1300" y="1"/>
                    <a:pt x="1231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1"/>
            <p:cNvSpPr/>
            <p:nvPr/>
          </p:nvSpPr>
          <p:spPr>
            <a:xfrm>
              <a:off x="2731875" y="1270925"/>
              <a:ext cx="347100" cy="254150"/>
            </a:xfrm>
            <a:custGeom>
              <a:avLst/>
              <a:gdLst/>
              <a:ahLst/>
              <a:cxnLst/>
              <a:rect l="l" t="t" r="r" b="b"/>
              <a:pathLst>
                <a:path w="13884" h="10166" extrusionOk="0">
                  <a:moveTo>
                    <a:pt x="4345" y="1"/>
                  </a:moveTo>
                  <a:cubicBezTo>
                    <a:pt x="3131" y="1"/>
                    <a:pt x="1506" y="242"/>
                    <a:pt x="822" y="1425"/>
                  </a:cubicBezTo>
                  <a:cubicBezTo>
                    <a:pt x="72" y="2723"/>
                    <a:pt x="1" y="4473"/>
                    <a:pt x="60" y="5545"/>
                  </a:cubicBezTo>
                  <a:cubicBezTo>
                    <a:pt x="80" y="5983"/>
                    <a:pt x="442" y="6310"/>
                    <a:pt x="853" y="6310"/>
                  </a:cubicBezTo>
                  <a:cubicBezTo>
                    <a:pt x="945" y="6310"/>
                    <a:pt x="1039" y="6294"/>
                    <a:pt x="1132" y="6259"/>
                  </a:cubicBezTo>
                  <a:cubicBezTo>
                    <a:pt x="1989" y="5938"/>
                    <a:pt x="3322" y="5211"/>
                    <a:pt x="4739" y="3497"/>
                  </a:cubicBezTo>
                  <a:cubicBezTo>
                    <a:pt x="4905" y="3306"/>
                    <a:pt x="5138" y="3208"/>
                    <a:pt x="5368" y="3208"/>
                  </a:cubicBezTo>
                  <a:cubicBezTo>
                    <a:pt x="5584" y="3208"/>
                    <a:pt x="5798" y="3294"/>
                    <a:pt x="5954" y="3473"/>
                  </a:cubicBezTo>
                  <a:cubicBezTo>
                    <a:pt x="7628" y="5324"/>
                    <a:pt x="11370" y="10166"/>
                    <a:pt x="12008" y="10166"/>
                  </a:cubicBezTo>
                  <a:cubicBezTo>
                    <a:pt x="12014" y="10166"/>
                    <a:pt x="12020" y="10165"/>
                    <a:pt x="12026" y="10164"/>
                  </a:cubicBezTo>
                  <a:cubicBezTo>
                    <a:pt x="12740" y="10045"/>
                    <a:pt x="13883" y="5914"/>
                    <a:pt x="13169" y="4164"/>
                  </a:cubicBezTo>
                  <a:cubicBezTo>
                    <a:pt x="12509" y="2513"/>
                    <a:pt x="9900" y="100"/>
                    <a:pt x="6404" y="100"/>
                  </a:cubicBezTo>
                  <a:cubicBezTo>
                    <a:pt x="6244" y="100"/>
                    <a:pt x="6082" y="105"/>
                    <a:pt x="5918" y="115"/>
                  </a:cubicBezTo>
                  <a:cubicBezTo>
                    <a:pt x="5858" y="115"/>
                    <a:pt x="5799" y="115"/>
                    <a:pt x="5751" y="104"/>
                  </a:cubicBezTo>
                  <a:cubicBezTo>
                    <a:pt x="5557" y="74"/>
                    <a:pt x="5013" y="1"/>
                    <a:pt x="434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1"/>
            <p:cNvSpPr/>
            <p:nvPr/>
          </p:nvSpPr>
          <p:spPr>
            <a:xfrm>
              <a:off x="2954825" y="1496850"/>
              <a:ext cx="21450" cy="21825"/>
            </a:xfrm>
            <a:custGeom>
              <a:avLst/>
              <a:gdLst/>
              <a:ahLst/>
              <a:cxnLst/>
              <a:rect l="l" t="t" r="r" b="b"/>
              <a:pathLst>
                <a:path w="858" h="873" extrusionOk="0">
                  <a:moveTo>
                    <a:pt x="475" y="0"/>
                  </a:moveTo>
                  <a:cubicBezTo>
                    <a:pt x="314" y="0"/>
                    <a:pt x="152" y="122"/>
                    <a:pt x="84" y="306"/>
                  </a:cubicBezTo>
                  <a:cubicBezTo>
                    <a:pt x="0" y="532"/>
                    <a:pt x="84" y="782"/>
                    <a:pt x="274" y="853"/>
                  </a:cubicBezTo>
                  <a:cubicBezTo>
                    <a:pt x="309" y="867"/>
                    <a:pt x="345" y="873"/>
                    <a:pt x="381" y="873"/>
                  </a:cubicBezTo>
                  <a:cubicBezTo>
                    <a:pt x="540" y="873"/>
                    <a:pt x="697" y="750"/>
                    <a:pt x="774" y="556"/>
                  </a:cubicBezTo>
                  <a:cubicBezTo>
                    <a:pt x="858" y="330"/>
                    <a:pt x="774" y="80"/>
                    <a:pt x="584" y="20"/>
                  </a:cubicBezTo>
                  <a:cubicBezTo>
                    <a:pt x="548" y="7"/>
                    <a:pt x="512" y="0"/>
                    <a:pt x="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1"/>
            <p:cNvSpPr/>
            <p:nvPr/>
          </p:nvSpPr>
          <p:spPr>
            <a:xfrm>
              <a:off x="2838725" y="1462625"/>
              <a:ext cx="21475" cy="22125"/>
            </a:xfrm>
            <a:custGeom>
              <a:avLst/>
              <a:gdLst/>
              <a:ahLst/>
              <a:cxnLst/>
              <a:rect l="l" t="t" r="r" b="b"/>
              <a:pathLst>
                <a:path w="859" h="885" extrusionOk="0">
                  <a:moveTo>
                    <a:pt x="476" y="0"/>
                  </a:moveTo>
                  <a:cubicBezTo>
                    <a:pt x="315" y="0"/>
                    <a:pt x="152" y="123"/>
                    <a:pt x="84" y="317"/>
                  </a:cubicBezTo>
                  <a:cubicBezTo>
                    <a:pt x="1" y="544"/>
                    <a:pt x="84" y="794"/>
                    <a:pt x="275" y="865"/>
                  </a:cubicBezTo>
                  <a:cubicBezTo>
                    <a:pt x="310" y="878"/>
                    <a:pt x="346" y="885"/>
                    <a:pt x="383" y="885"/>
                  </a:cubicBezTo>
                  <a:cubicBezTo>
                    <a:pt x="544" y="885"/>
                    <a:pt x="707" y="762"/>
                    <a:pt x="775" y="567"/>
                  </a:cubicBezTo>
                  <a:cubicBezTo>
                    <a:pt x="858" y="341"/>
                    <a:pt x="775" y="91"/>
                    <a:pt x="584" y="20"/>
                  </a:cubicBezTo>
                  <a:cubicBezTo>
                    <a:pt x="549" y="7"/>
                    <a:pt x="513" y="0"/>
                    <a:pt x="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2707475" y="1410250"/>
              <a:ext cx="336675" cy="153600"/>
            </a:xfrm>
            <a:custGeom>
              <a:avLst/>
              <a:gdLst/>
              <a:ahLst/>
              <a:cxnLst/>
              <a:rect l="l" t="t" r="r" b="b"/>
              <a:pathLst>
                <a:path w="13467" h="6144" extrusionOk="0">
                  <a:moveTo>
                    <a:pt x="5357" y="113"/>
                  </a:moveTo>
                  <a:cubicBezTo>
                    <a:pt x="5562" y="113"/>
                    <a:pt x="5771" y="144"/>
                    <a:pt x="5977" y="210"/>
                  </a:cubicBezTo>
                  <a:cubicBezTo>
                    <a:pt x="7061" y="555"/>
                    <a:pt x="7668" y="1710"/>
                    <a:pt x="7323" y="2793"/>
                  </a:cubicBezTo>
                  <a:cubicBezTo>
                    <a:pt x="7043" y="3671"/>
                    <a:pt x="6233" y="4236"/>
                    <a:pt x="5359" y="4236"/>
                  </a:cubicBezTo>
                  <a:cubicBezTo>
                    <a:pt x="5154" y="4236"/>
                    <a:pt x="4945" y="4205"/>
                    <a:pt x="4739" y="4139"/>
                  </a:cubicBezTo>
                  <a:cubicBezTo>
                    <a:pt x="3655" y="3794"/>
                    <a:pt x="3048" y="2639"/>
                    <a:pt x="3394" y="1555"/>
                  </a:cubicBezTo>
                  <a:cubicBezTo>
                    <a:pt x="3673" y="678"/>
                    <a:pt x="4483" y="113"/>
                    <a:pt x="5357" y="113"/>
                  </a:cubicBezTo>
                  <a:close/>
                  <a:moveTo>
                    <a:pt x="11035" y="1911"/>
                  </a:moveTo>
                  <a:cubicBezTo>
                    <a:pt x="11241" y="1911"/>
                    <a:pt x="11450" y="1942"/>
                    <a:pt x="11656" y="2008"/>
                  </a:cubicBezTo>
                  <a:cubicBezTo>
                    <a:pt x="12740" y="2353"/>
                    <a:pt x="13335" y="3508"/>
                    <a:pt x="13002" y="4591"/>
                  </a:cubicBezTo>
                  <a:cubicBezTo>
                    <a:pt x="12722" y="5469"/>
                    <a:pt x="11904" y="6034"/>
                    <a:pt x="11028" y="6034"/>
                  </a:cubicBezTo>
                  <a:cubicBezTo>
                    <a:pt x="10822" y="6034"/>
                    <a:pt x="10613" y="6002"/>
                    <a:pt x="10406" y="5937"/>
                  </a:cubicBezTo>
                  <a:cubicBezTo>
                    <a:pt x="9323" y="5591"/>
                    <a:pt x="8728" y="4437"/>
                    <a:pt x="9061" y="3353"/>
                  </a:cubicBezTo>
                  <a:cubicBezTo>
                    <a:pt x="9340" y="2476"/>
                    <a:pt x="10159" y="1911"/>
                    <a:pt x="11035" y="1911"/>
                  </a:cubicBezTo>
                  <a:close/>
                  <a:moveTo>
                    <a:pt x="5358" y="0"/>
                  </a:moveTo>
                  <a:cubicBezTo>
                    <a:pt x="4457" y="0"/>
                    <a:pt x="3615" y="568"/>
                    <a:pt x="3298" y="1460"/>
                  </a:cubicBezTo>
                  <a:lnTo>
                    <a:pt x="810" y="686"/>
                  </a:lnTo>
                  <a:lnTo>
                    <a:pt x="786" y="686"/>
                  </a:lnTo>
                  <a:cubicBezTo>
                    <a:pt x="762" y="686"/>
                    <a:pt x="179" y="722"/>
                    <a:pt x="0" y="1210"/>
                  </a:cubicBezTo>
                  <a:cubicBezTo>
                    <a:pt x="0" y="1234"/>
                    <a:pt x="12" y="1269"/>
                    <a:pt x="36" y="1281"/>
                  </a:cubicBezTo>
                  <a:lnTo>
                    <a:pt x="48" y="1281"/>
                  </a:lnTo>
                  <a:cubicBezTo>
                    <a:pt x="54" y="1284"/>
                    <a:pt x="61" y="1286"/>
                    <a:pt x="67" y="1286"/>
                  </a:cubicBezTo>
                  <a:cubicBezTo>
                    <a:pt x="88" y="1286"/>
                    <a:pt x="110" y="1272"/>
                    <a:pt x="119" y="1246"/>
                  </a:cubicBezTo>
                  <a:cubicBezTo>
                    <a:pt x="250" y="865"/>
                    <a:pt x="715" y="805"/>
                    <a:pt x="786" y="793"/>
                  </a:cubicBezTo>
                  <a:lnTo>
                    <a:pt x="3263" y="1567"/>
                  </a:lnTo>
                  <a:cubicBezTo>
                    <a:pt x="2941" y="2698"/>
                    <a:pt x="3572" y="3889"/>
                    <a:pt x="4703" y="4246"/>
                  </a:cubicBezTo>
                  <a:cubicBezTo>
                    <a:pt x="4922" y="4317"/>
                    <a:pt x="5144" y="4350"/>
                    <a:pt x="5363" y="4350"/>
                  </a:cubicBezTo>
                  <a:cubicBezTo>
                    <a:pt x="6284" y="4350"/>
                    <a:pt x="7141" y="3753"/>
                    <a:pt x="7430" y="2829"/>
                  </a:cubicBezTo>
                  <a:cubicBezTo>
                    <a:pt x="7465" y="2746"/>
                    <a:pt x="7477" y="2651"/>
                    <a:pt x="7501" y="2567"/>
                  </a:cubicBezTo>
                  <a:cubicBezTo>
                    <a:pt x="7549" y="2560"/>
                    <a:pt x="7650" y="2548"/>
                    <a:pt x="7783" y="2548"/>
                  </a:cubicBezTo>
                  <a:cubicBezTo>
                    <a:pt x="8113" y="2548"/>
                    <a:pt x="8642" y="2626"/>
                    <a:pt x="9049" y="3067"/>
                  </a:cubicBezTo>
                  <a:cubicBezTo>
                    <a:pt x="9013" y="3151"/>
                    <a:pt x="8978" y="3222"/>
                    <a:pt x="8954" y="3305"/>
                  </a:cubicBezTo>
                  <a:cubicBezTo>
                    <a:pt x="8597" y="4460"/>
                    <a:pt x="9228" y="5675"/>
                    <a:pt x="10371" y="6044"/>
                  </a:cubicBezTo>
                  <a:cubicBezTo>
                    <a:pt x="10587" y="6111"/>
                    <a:pt x="10806" y="6144"/>
                    <a:pt x="11023" y="6144"/>
                  </a:cubicBezTo>
                  <a:cubicBezTo>
                    <a:pt x="11947" y="6144"/>
                    <a:pt x="12810" y="5554"/>
                    <a:pt x="13109" y="4627"/>
                  </a:cubicBezTo>
                  <a:cubicBezTo>
                    <a:pt x="13466" y="3484"/>
                    <a:pt x="12835" y="2258"/>
                    <a:pt x="11692" y="1889"/>
                  </a:cubicBezTo>
                  <a:cubicBezTo>
                    <a:pt x="11476" y="1821"/>
                    <a:pt x="11256" y="1788"/>
                    <a:pt x="11041" y="1788"/>
                  </a:cubicBezTo>
                  <a:cubicBezTo>
                    <a:pt x="10237" y="1788"/>
                    <a:pt x="9484" y="2237"/>
                    <a:pt x="9109" y="2960"/>
                  </a:cubicBezTo>
                  <a:cubicBezTo>
                    <a:pt x="8672" y="2515"/>
                    <a:pt x="8136" y="2429"/>
                    <a:pt x="7789" y="2429"/>
                  </a:cubicBezTo>
                  <a:cubicBezTo>
                    <a:pt x="7672" y="2429"/>
                    <a:pt x="7576" y="2439"/>
                    <a:pt x="7513" y="2448"/>
                  </a:cubicBezTo>
                  <a:cubicBezTo>
                    <a:pt x="7644" y="1424"/>
                    <a:pt x="7037" y="424"/>
                    <a:pt x="6013" y="103"/>
                  </a:cubicBezTo>
                  <a:cubicBezTo>
                    <a:pt x="5795" y="33"/>
                    <a:pt x="5575" y="0"/>
                    <a:pt x="5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1"/>
            <p:cNvSpPr/>
            <p:nvPr/>
          </p:nvSpPr>
          <p:spPr>
            <a:xfrm>
              <a:off x="2729200" y="1491750"/>
              <a:ext cx="25325" cy="27875"/>
            </a:xfrm>
            <a:custGeom>
              <a:avLst/>
              <a:gdLst/>
              <a:ahLst/>
              <a:cxnLst/>
              <a:rect l="l" t="t" r="r" b="b"/>
              <a:pathLst>
                <a:path w="1013" h="1115" extrusionOk="0">
                  <a:moveTo>
                    <a:pt x="611" y="0"/>
                  </a:moveTo>
                  <a:cubicBezTo>
                    <a:pt x="422" y="0"/>
                    <a:pt x="218" y="157"/>
                    <a:pt x="119" y="403"/>
                  </a:cubicBezTo>
                  <a:cubicBezTo>
                    <a:pt x="0" y="688"/>
                    <a:pt x="72" y="998"/>
                    <a:pt x="286" y="1093"/>
                  </a:cubicBezTo>
                  <a:cubicBezTo>
                    <a:pt x="323" y="1108"/>
                    <a:pt x="362" y="1115"/>
                    <a:pt x="402" y="1115"/>
                  </a:cubicBezTo>
                  <a:cubicBezTo>
                    <a:pt x="591" y="1115"/>
                    <a:pt x="795" y="958"/>
                    <a:pt x="893" y="712"/>
                  </a:cubicBezTo>
                  <a:cubicBezTo>
                    <a:pt x="1012" y="426"/>
                    <a:pt x="941" y="117"/>
                    <a:pt x="727" y="22"/>
                  </a:cubicBezTo>
                  <a:cubicBezTo>
                    <a:pt x="689" y="7"/>
                    <a:pt x="650" y="0"/>
                    <a:pt x="6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1"/>
            <p:cNvSpPr/>
            <p:nvPr/>
          </p:nvSpPr>
          <p:spPr>
            <a:xfrm>
              <a:off x="2785450" y="1631650"/>
              <a:ext cx="144400" cy="46050"/>
            </a:xfrm>
            <a:custGeom>
              <a:avLst/>
              <a:gdLst/>
              <a:ahLst/>
              <a:cxnLst/>
              <a:rect l="l" t="t" r="r" b="b"/>
              <a:pathLst>
                <a:path w="5776" h="1842" extrusionOk="0">
                  <a:moveTo>
                    <a:pt x="5273" y="0"/>
                  </a:moveTo>
                  <a:cubicBezTo>
                    <a:pt x="5199" y="0"/>
                    <a:pt x="5120" y="3"/>
                    <a:pt x="5037" y="10"/>
                  </a:cubicBezTo>
                  <a:cubicBezTo>
                    <a:pt x="5037" y="10"/>
                    <a:pt x="4966" y="1057"/>
                    <a:pt x="3573" y="1141"/>
                  </a:cubicBezTo>
                  <a:cubicBezTo>
                    <a:pt x="3519" y="1144"/>
                    <a:pt x="3466" y="1145"/>
                    <a:pt x="3413" y="1145"/>
                  </a:cubicBezTo>
                  <a:cubicBezTo>
                    <a:pt x="2087" y="1145"/>
                    <a:pt x="941" y="176"/>
                    <a:pt x="941" y="176"/>
                  </a:cubicBezTo>
                  <a:cubicBezTo>
                    <a:pt x="941" y="176"/>
                    <a:pt x="849" y="164"/>
                    <a:pt x="685" y="164"/>
                  </a:cubicBezTo>
                  <a:cubicBezTo>
                    <a:pt x="522" y="164"/>
                    <a:pt x="286" y="176"/>
                    <a:pt x="1" y="224"/>
                  </a:cubicBezTo>
                  <a:cubicBezTo>
                    <a:pt x="808" y="1159"/>
                    <a:pt x="1778" y="1842"/>
                    <a:pt x="3092" y="1842"/>
                  </a:cubicBezTo>
                  <a:cubicBezTo>
                    <a:pt x="3367" y="1842"/>
                    <a:pt x="3658" y="1812"/>
                    <a:pt x="3965" y="1748"/>
                  </a:cubicBezTo>
                  <a:cubicBezTo>
                    <a:pt x="4823" y="1605"/>
                    <a:pt x="5454" y="891"/>
                    <a:pt x="5775" y="45"/>
                  </a:cubicBezTo>
                  <a:cubicBezTo>
                    <a:pt x="5629" y="20"/>
                    <a:pt x="5465" y="0"/>
                    <a:pt x="52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1"/>
            <p:cNvSpPr/>
            <p:nvPr/>
          </p:nvSpPr>
          <p:spPr>
            <a:xfrm>
              <a:off x="2637225" y="1632775"/>
              <a:ext cx="356900" cy="298875"/>
            </a:xfrm>
            <a:custGeom>
              <a:avLst/>
              <a:gdLst/>
              <a:ahLst/>
              <a:cxnLst/>
              <a:rect l="l" t="t" r="r" b="b"/>
              <a:pathLst>
                <a:path w="14276" h="11955" extrusionOk="0">
                  <a:moveTo>
                    <a:pt x="11704" y="0"/>
                  </a:moveTo>
                  <a:cubicBezTo>
                    <a:pt x="11383" y="846"/>
                    <a:pt x="10752" y="1560"/>
                    <a:pt x="9883" y="1703"/>
                  </a:cubicBezTo>
                  <a:cubicBezTo>
                    <a:pt x="9577" y="1767"/>
                    <a:pt x="9288" y="1797"/>
                    <a:pt x="9013" y="1797"/>
                  </a:cubicBezTo>
                  <a:cubicBezTo>
                    <a:pt x="7703" y="1797"/>
                    <a:pt x="6727" y="1114"/>
                    <a:pt x="5930" y="179"/>
                  </a:cubicBezTo>
                  <a:cubicBezTo>
                    <a:pt x="4882" y="358"/>
                    <a:pt x="3191" y="1012"/>
                    <a:pt x="2060" y="3334"/>
                  </a:cubicBezTo>
                  <a:cubicBezTo>
                    <a:pt x="322" y="6906"/>
                    <a:pt x="0" y="10299"/>
                    <a:pt x="286" y="11954"/>
                  </a:cubicBezTo>
                  <a:lnTo>
                    <a:pt x="3715" y="10549"/>
                  </a:lnTo>
                  <a:cubicBezTo>
                    <a:pt x="3715" y="10549"/>
                    <a:pt x="5786" y="11078"/>
                    <a:pt x="8488" y="11078"/>
                  </a:cubicBezTo>
                  <a:cubicBezTo>
                    <a:pt x="8900" y="11078"/>
                    <a:pt x="9327" y="11066"/>
                    <a:pt x="9764" y="11037"/>
                  </a:cubicBezTo>
                  <a:cubicBezTo>
                    <a:pt x="13073" y="10823"/>
                    <a:pt x="12966" y="10597"/>
                    <a:pt x="12966" y="10597"/>
                  </a:cubicBezTo>
                  <a:cubicBezTo>
                    <a:pt x="12966" y="10597"/>
                    <a:pt x="14276" y="9906"/>
                    <a:pt x="14193" y="7204"/>
                  </a:cubicBezTo>
                  <a:cubicBezTo>
                    <a:pt x="14109" y="4501"/>
                    <a:pt x="12990" y="1501"/>
                    <a:pt x="12347" y="262"/>
                  </a:cubicBezTo>
                  <a:cubicBezTo>
                    <a:pt x="12347" y="262"/>
                    <a:pt x="12145" y="96"/>
                    <a:pt x="117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1"/>
            <p:cNvSpPr/>
            <p:nvPr/>
          </p:nvSpPr>
          <p:spPr>
            <a:xfrm>
              <a:off x="2960175" y="1711825"/>
              <a:ext cx="35150" cy="187075"/>
            </a:xfrm>
            <a:custGeom>
              <a:avLst/>
              <a:gdLst/>
              <a:ahLst/>
              <a:cxnLst/>
              <a:rect l="l" t="t" r="r" b="b"/>
              <a:pathLst>
                <a:path w="1406" h="7483" extrusionOk="0">
                  <a:moveTo>
                    <a:pt x="569" y="0"/>
                  </a:moveTo>
                  <a:cubicBezTo>
                    <a:pt x="562" y="0"/>
                    <a:pt x="555" y="2"/>
                    <a:pt x="548" y="5"/>
                  </a:cubicBezTo>
                  <a:cubicBezTo>
                    <a:pt x="536" y="5"/>
                    <a:pt x="525" y="29"/>
                    <a:pt x="536" y="53"/>
                  </a:cubicBezTo>
                  <a:cubicBezTo>
                    <a:pt x="536" y="65"/>
                    <a:pt x="1322" y="1660"/>
                    <a:pt x="1251" y="4280"/>
                  </a:cubicBezTo>
                  <a:cubicBezTo>
                    <a:pt x="1179" y="6887"/>
                    <a:pt x="48" y="7399"/>
                    <a:pt x="36" y="7411"/>
                  </a:cubicBezTo>
                  <a:cubicBezTo>
                    <a:pt x="13" y="7411"/>
                    <a:pt x="1" y="7435"/>
                    <a:pt x="13" y="7459"/>
                  </a:cubicBezTo>
                  <a:cubicBezTo>
                    <a:pt x="13" y="7471"/>
                    <a:pt x="36" y="7483"/>
                    <a:pt x="48" y="7483"/>
                  </a:cubicBezTo>
                  <a:cubicBezTo>
                    <a:pt x="48" y="7483"/>
                    <a:pt x="48" y="7471"/>
                    <a:pt x="60" y="7471"/>
                  </a:cubicBezTo>
                  <a:cubicBezTo>
                    <a:pt x="108" y="7459"/>
                    <a:pt x="1251" y="6947"/>
                    <a:pt x="1322" y="4280"/>
                  </a:cubicBezTo>
                  <a:cubicBezTo>
                    <a:pt x="1406" y="1637"/>
                    <a:pt x="608" y="29"/>
                    <a:pt x="596" y="17"/>
                  </a:cubicBezTo>
                  <a:cubicBezTo>
                    <a:pt x="596" y="9"/>
                    <a:pt x="584" y="0"/>
                    <a:pt x="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1"/>
            <p:cNvSpPr/>
            <p:nvPr/>
          </p:nvSpPr>
          <p:spPr>
            <a:xfrm>
              <a:off x="2729200" y="1719875"/>
              <a:ext cx="51225" cy="177525"/>
            </a:xfrm>
            <a:custGeom>
              <a:avLst/>
              <a:gdLst/>
              <a:ahLst/>
              <a:cxnLst/>
              <a:rect l="l" t="t" r="r" b="b"/>
              <a:pathLst>
                <a:path w="2049" h="7101" extrusionOk="0">
                  <a:moveTo>
                    <a:pt x="1774" y="0"/>
                  </a:moveTo>
                  <a:cubicBezTo>
                    <a:pt x="1770" y="0"/>
                    <a:pt x="1766" y="2"/>
                    <a:pt x="1763" y="5"/>
                  </a:cubicBezTo>
                  <a:cubicBezTo>
                    <a:pt x="1739" y="5"/>
                    <a:pt x="1727" y="29"/>
                    <a:pt x="1727" y="41"/>
                  </a:cubicBezTo>
                  <a:cubicBezTo>
                    <a:pt x="1739" y="52"/>
                    <a:pt x="1977" y="1065"/>
                    <a:pt x="1393" y="3493"/>
                  </a:cubicBezTo>
                  <a:cubicBezTo>
                    <a:pt x="822" y="5934"/>
                    <a:pt x="24" y="7030"/>
                    <a:pt x="12" y="7041"/>
                  </a:cubicBezTo>
                  <a:cubicBezTo>
                    <a:pt x="0" y="7065"/>
                    <a:pt x="0" y="7089"/>
                    <a:pt x="24" y="7101"/>
                  </a:cubicBezTo>
                  <a:lnTo>
                    <a:pt x="48" y="7101"/>
                  </a:lnTo>
                  <a:cubicBezTo>
                    <a:pt x="60" y="7101"/>
                    <a:pt x="60" y="7101"/>
                    <a:pt x="72" y="7089"/>
                  </a:cubicBezTo>
                  <a:cubicBezTo>
                    <a:pt x="84" y="7077"/>
                    <a:pt x="881" y="5970"/>
                    <a:pt x="1465" y="3517"/>
                  </a:cubicBezTo>
                  <a:cubicBezTo>
                    <a:pt x="2048" y="1053"/>
                    <a:pt x="1810" y="64"/>
                    <a:pt x="1798" y="29"/>
                  </a:cubicBezTo>
                  <a:cubicBezTo>
                    <a:pt x="1798" y="11"/>
                    <a:pt x="1785" y="0"/>
                    <a:pt x="1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1"/>
            <p:cNvSpPr/>
            <p:nvPr/>
          </p:nvSpPr>
          <p:spPr>
            <a:xfrm>
              <a:off x="2815825" y="1795875"/>
              <a:ext cx="184275" cy="172475"/>
            </a:xfrm>
            <a:custGeom>
              <a:avLst/>
              <a:gdLst/>
              <a:ahLst/>
              <a:cxnLst/>
              <a:rect l="l" t="t" r="r" b="b"/>
              <a:pathLst>
                <a:path w="7371" h="6899" extrusionOk="0">
                  <a:moveTo>
                    <a:pt x="6251" y="1"/>
                  </a:moveTo>
                  <a:cubicBezTo>
                    <a:pt x="6251" y="1"/>
                    <a:pt x="4064" y="411"/>
                    <a:pt x="2802" y="411"/>
                  </a:cubicBezTo>
                  <a:cubicBezTo>
                    <a:pt x="2721" y="411"/>
                    <a:pt x="2644" y="409"/>
                    <a:pt x="2572" y="406"/>
                  </a:cubicBezTo>
                  <a:cubicBezTo>
                    <a:pt x="2523" y="403"/>
                    <a:pt x="2473" y="402"/>
                    <a:pt x="2424" y="402"/>
                  </a:cubicBezTo>
                  <a:cubicBezTo>
                    <a:pt x="1260" y="402"/>
                    <a:pt x="131" y="1049"/>
                    <a:pt x="131" y="1049"/>
                  </a:cubicBezTo>
                  <a:cubicBezTo>
                    <a:pt x="131" y="1049"/>
                    <a:pt x="214" y="1584"/>
                    <a:pt x="345" y="3347"/>
                  </a:cubicBezTo>
                  <a:cubicBezTo>
                    <a:pt x="464" y="5109"/>
                    <a:pt x="0" y="6466"/>
                    <a:pt x="0" y="6466"/>
                  </a:cubicBezTo>
                  <a:cubicBezTo>
                    <a:pt x="0" y="6466"/>
                    <a:pt x="1324" y="6899"/>
                    <a:pt x="2664" y="6899"/>
                  </a:cubicBezTo>
                  <a:cubicBezTo>
                    <a:pt x="3157" y="6899"/>
                    <a:pt x="3652" y="6840"/>
                    <a:pt x="4084" y="6680"/>
                  </a:cubicBezTo>
                  <a:cubicBezTo>
                    <a:pt x="5691" y="6097"/>
                    <a:pt x="7120" y="6037"/>
                    <a:pt x="7120" y="6037"/>
                  </a:cubicBezTo>
                  <a:cubicBezTo>
                    <a:pt x="7120" y="6037"/>
                    <a:pt x="7299" y="5514"/>
                    <a:pt x="7334" y="4823"/>
                  </a:cubicBezTo>
                  <a:cubicBezTo>
                    <a:pt x="7370" y="4144"/>
                    <a:pt x="6251" y="1"/>
                    <a:pt x="62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1"/>
            <p:cNvSpPr/>
            <p:nvPr/>
          </p:nvSpPr>
          <p:spPr>
            <a:xfrm>
              <a:off x="2742300" y="1693725"/>
              <a:ext cx="137825" cy="143625"/>
            </a:xfrm>
            <a:custGeom>
              <a:avLst/>
              <a:gdLst/>
              <a:ahLst/>
              <a:cxnLst/>
              <a:rect l="l" t="t" r="r" b="b"/>
              <a:pathLst>
                <a:path w="5513" h="5745" extrusionOk="0">
                  <a:moveTo>
                    <a:pt x="250" y="0"/>
                  </a:moveTo>
                  <a:cubicBezTo>
                    <a:pt x="194" y="0"/>
                    <a:pt x="137" y="21"/>
                    <a:pt x="96" y="63"/>
                  </a:cubicBezTo>
                  <a:cubicBezTo>
                    <a:pt x="0" y="146"/>
                    <a:pt x="0" y="277"/>
                    <a:pt x="84" y="372"/>
                  </a:cubicBezTo>
                  <a:lnTo>
                    <a:pt x="5120" y="5682"/>
                  </a:lnTo>
                  <a:cubicBezTo>
                    <a:pt x="5162" y="5724"/>
                    <a:pt x="5215" y="5745"/>
                    <a:pt x="5270" y="5745"/>
                  </a:cubicBezTo>
                  <a:cubicBezTo>
                    <a:pt x="5325" y="5745"/>
                    <a:pt x="5382" y="5724"/>
                    <a:pt x="5430" y="5682"/>
                  </a:cubicBezTo>
                  <a:cubicBezTo>
                    <a:pt x="5513" y="5599"/>
                    <a:pt x="5513" y="5456"/>
                    <a:pt x="5441" y="5373"/>
                  </a:cubicBezTo>
                  <a:lnTo>
                    <a:pt x="405" y="63"/>
                  </a:lnTo>
                  <a:cubicBezTo>
                    <a:pt x="363" y="21"/>
                    <a:pt x="307" y="0"/>
                    <a:pt x="250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1"/>
            <p:cNvSpPr/>
            <p:nvPr/>
          </p:nvSpPr>
          <p:spPr>
            <a:xfrm>
              <a:off x="2729200" y="1683450"/>
              <a:ext cx="29500" cy="21600"/>
            </a:xfrm>
            <a:custGeom>
              <a:avLst/>
              <a:gdLst/>
              <a:ahLst/>
              <a:cxnLst/>
              <a:rect l="l" t="t" r="r" b="b"/>
              <a:pathLst>
                <a:path w="1180" h="864" extrusionOk="0">
                  <a:moveTo>
                    <a:pt x="856" y="1"/>
                  </a:moveTo>
                  <a:cubicBezTo>
                    <a:pt x="726" y="1"/>
                    <a:pt x="562" y="55"/>
                    <a:pt x="405" y="164"/>
                  </a:cubicBezTo>
                  <a:cubicBezTo>
                    <a:pt x="131" y="343"/>
                    <a:pt x="0" y="617"/>
                    <a:pt x="96" y="771"/>
                  </a:cubicBezTo>
                  <a:cubicBezTo>
                    <a:pt x="142" y="833"/>
                    <a:pt x="222" y="863"/>
                    <a:pt x="322" y="863"/>
                  </a:cubicBezTo>
                  <a:cubicBezTo>
                    <a:pt x="454" y="863"/>
                    <a:pt x="618" y="809"/>
                    <a:pt x="774" y="700"/>
                  </a:cubicBezTo>
                  <a:cubicBezTo>
                    <a:pt x="1036" y="521"/>
                    <a:pt x="1179" y="247"/>
                    <a:pt x="1072" y="93"/>
                  </a:cubicBezTo>
                  <a:cubicBezTo>
                    <a:pt x="1031" y="31"/>
                    <a:pt x="953" y="1"/>
                    <a:pt x="85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1"/>
            <p:cNvSpPr/>
            <p:nvPr/>
          </p:nvSpPr>
          <p:spPr>
            <a:xfrm>
              <a:off x="2633350" y="1791675"/>
              <a:ext cx="254225" cy="187600"/>
            </a:xfrm>
            <a:custGeom>
              <a:avLst/>
              <a:gdLst/>
              <a:ahLst/>
              <a:cxnLst/>
              <a:rect l="l" t="t" r="r" b="b"/>
              <a:pathLst>
                <a:path w="10169" h="7504" extrusionOk="0">
                  <a:moveTo>
                    <a:pt x="8047" y="0"/>
                  </a:moveTo>
                  <a:cubicBezTo>
                    <a:pt x="8036" y="0"/>
                    <a:pt x="8025" y="1"/>
                    <a:pt x="8014" y="2"/>
                  </a:cubicBezTo>
                  <a:cubicBezTo>
                    <a:pt x="7585" y="50"/>
                    <a:pt x="7001" y="1562"/>
                    <a:pt x="7001" y="1562"/>
                  </a:cubicBezTo>
                  <a:cubicBezTo>
                    <a:pt x="7001" y="1562"/>
                    <a:pt x="3275" y="3146"/>
                    <a:pt x="834" y="4717"/>
                  </a:cubicBezTo>
                  <a:cubicBezTo>
                    <a:pt x="1" y="5872"/>
                    <a:pt x="513" y="7420"/>
                    <a:pt x="2846" y="7503"/>
                  </a:cubicBezTo>
                  <a:cubicBezTo>
                    <a:pt x="5251" y="5658"/>
                    <a:pt x="8430" y="3193"/>
                    <a:pt x="8430" y="3193"/>
                  </a:cubicBezTo>
                  <a:cubicBezTo>
                    <a:pt x="9264" y="2800"/>
                    <a:pt x="10169" y="2169"/>
                    <a:pt x="10049" y="1883"/>
                  </a:cubicBezTo>
                  <a:cubicBezTo>
                    <a:pt x="9977" y="1682"/>
                    <a:pt x="9867" y="1650"/>
                    <a:pt x="9803" y="1650"/>
                  </a:cubicBezTo>
                  <a:cubicBezTo>
                    <a:pt x="9774" y="1650"/>
                    <a:pt x="9754" y="1656"/>
                    <a:pt x="9752" y="1657"/>
                  </a:cubicBezTo>
                  <a:lnTo>
                    <a:pt x="9752" y="1657"/>
                  </a:lnTo>
                  <a:cubicBezTo>
                    <a:pt x="9762" y="1653"/>
                    <a:pt x="10083" y="1534"/>
                    <a:pt x="9966" y="1264"/>
                  </a:cubicBezTo>
                  <a:cubicBezTo>
                    <a:pt x="9902" y="1130"/>
                    <a:pt x="9795" y="1096"/>
                    <a:pt x="9703" y="1096"/>
                  </a:cubicBezTo>
                  <a:cubicBezTo>
                    <a:pt x="9637" y="1096"/>
                    <a:pt x="9578" y="1114"/>
                    <a:pt x="9548" y="1125"/>
                  </a:cubicBezTo>
                  <a:lnTo>
                    <a:pt x="9548" y="1125"/>
                  </a:lnTo>
                  <a:cubicBezTo>
                    <a:pt x="9608" y="1097"/>
                    <a:pt x="9768" y="1003"/>
                    <a:pt x="9680" y="788"/>
                  </a:cubicBezTo>
                  <a:cubicBezTo>
                    <a:pt x="9611" y="623"/>
                    <a:pt x="9519" y="570"/>
                    <a:pt x="9430" y="570"/>
                  </a:cubicBezTo>
                  <a:cubicBezTo>
                    <a:pt x="9277" y="570"/>
                    <a:pt x="9133" y="729"/>
                    <a:pt x="9133" y="729"/>
                  </a:cubicBezTo>
                  <a:cubicBezTo>
                    <a:pt x="9133" y="729"/>
                    <a:pt x="9418" y="395"/>
                    <a:pt x="9192" y="121"/>
                  </a:cubicBezTo>
                  <a:cubicBezTo>
                    <a:pt x="9164" y="87"/>
                    <a:pt x="9125" y="72"/>
                    <a:pt x="9079" y="72"/>
                  </a:cubicBezTo>
                  <a:cubicBezTo>
                    <a:pt x="8755" y="72"/>
                    <a:pt x="8061" y="812"/>
                    <a:pt x="8061" y="812"/>
                  </a:cubicBezTo>
                  <a:cubicBezTo>
                    <a:pt x="8061" y="812"/>
                    <a:pt x="8422" y="0"/>
                    <a:pt x="8047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1"/>
            <p:cNvSpPr/>
            <p:nvPr/>
          </p:nvSpPr>
          <p:spPr>
            <a:xfrm>
              <a:off x="2790225" y="1830700"/>
              <a:ext cx="44375" cy="63725"/>
            </a:xfrm>
            <a:custGeom>
              <a:avLst/>
              <a:gdLst/>
              <a:ahLst/>
              <a:cxnLst/>
              <a:rect l="l" t="t" r="r" b="b"/>
              <a:pathLst>
                <a:path w="1775" h="2549" extrusionOk="0">
                  <a:moveTo>
                    <a:pt x="726" y="1"/>
                  </a:moveTo>
                  <a:cubicBezTo>
                    <a:pt x="726" y="1"/>
                    <a:pt x="441" y="61"/>
                    <a:pt x="0" y="215"/>
                  </a:cubicBezTo>
                  <a:cubicBezTo>
                    <a:pt x="393" y="1013"/>
                    <a:pt x="822" y="1823"/>
                    <a:pt x="1346" y="2549"/>
                  </a:cubicBezTo>
                  <a:cubicBezTo>
                    <a:pt x="1619" y="2204"/>
                    <a:pt x="1774" y="1930"/>
                    <a:pt x="1774" y="1930"/>
                  </a:cubicBezTo>
                  <a:lnTo>
                    <a:pt x="7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1"/>
            <p:cNvSpPr/>
            <p:nvPr/>
          </p:nvSpPr>
          <p:spPr>
            <a:xfrm>
              <a:off x="2635725" y="1836075"/>
              <a:ext cx="187850" cy="150875"/>
            </a:xfrm>
            <a:custGeom>
              <a:avLst/>
              <a:gdLst/>
              <a:ahLst/>
              <a:cxnLst/>
              <a:rect l="l" t="t" r="r" b="b"/>
              <a:pathLst>
                <a:path w="7514" h="6035" extrusionOk="0">
                  <a:moveTo>
                    <a:pt x="6180" y="0"/>
                  </a:moveTo>
                  <a:cubicBezTo>
                    <a:pt x="5073" y="357"/>
                    <a:pt x="2930" y="1191"/>
                    <a:pt x="1156" y="2679"/>
                  </a:cubicBezTo>
                  <a:cubicBezTo>
                    <a:pt x="1156" y="2679"/>
                    <a:pt x="825" y="1942"/>
                    <a:pt x="544" y="1942"/>
                  </a:cubicBezTo>
                  <a:cubicBezTo>
                    <a:pt x="392" y="1942"/>
                    <a:pt x="254" y="2158"/>
                    <a:pt x="191" y="2822"/>
                  </a:cubicBezTo>
                  <a:cubicBezTo>
                    <a:pt x="1" y="4703"/>
                    <a:pt x="1227" y="5620"/>
                    <a:pt x="1227" y="5620"/>
                  </a:cubicBezTo>
                  <a:cubicBezTo>
                    <a:pt x="1610" y="5913"/>
                    <a:pt x="2016" y="6035"/>
                    <a:pt x="2429" y="6035"/>
                  </a:cubicBezTo>
                  <a:cubicBezTo>
                    <a:pt x="4371" y="6035"/>
                    <a:pt x="6467" y="3335"/>
                    <a:pt x="6978" y="2894"/>
                  </a:cubicBezTo>
                  <a:cubicBezTo>
                    <a:pt x="7192" y="2715"/>
                    <a:pt x="7371" y="2513"/>
                    <a:pt x="7514" y="2334"/>
                  </a:cubicBezTo>
                  <a:cubicBezTo>
                    <a:pt x="7002" y="1608"/>
                    <a:pt x="6573" y="798"/>
                    <a:pt x="6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1"/>
            <p:cNvSpPr/>
            <p:nvPr/>
          </p:nvSpPr>
          <p:spPr>
            <a:xfrm>
              <a:off x="2906900" y="1706225"/>
              <a:ext cx="144975" cy="135200"/>
            </a:xfrm>
            <a:custGeom>
              <a:avLst/>
              <a:gdLst/>
              <a:ahLst/>
              <a:cxnLst/>
              <a:rect l="l" t="t" r="r" b="b"/>
              <a:pathLst>
                <a:path w="5799" h="5408" extrusionOk="0">
                  <a:moveTo>
                    <a:pt x="5561" y="0"/>
                  </a:moveTo>
                  <a:cubicBezTo>
                    <a:pt x="5504" y="0"/>
                    <a:pt x="5448" y="21"/>
                    <a:pt x="5406" y="63"/>
                  </a:cubicBezTo>
                  <a:lnTo>
                    <a:pt x="596" y="4635"/>
                  </a:lnTo>
                  <a:cubicBezTo>
                    <a:pt x="512" y="4718"/>
                    <a:pt x="0" y="5313"/>
                    <a:pt x="84" y="5397"/>
                  </a:cubicBezTo>
                  <a:cubicBezTo>
                    <a:pt x="91" y="5404"/>
                    <a:pt x="101" y="5408"/>
                    <a:pt x="114" y="5408"/>
                  </a:cubicBezTo>
                  <a:cubicBezTo>
                    <a:pt x="262" y="5408"/>
                    <a:pt x="782" y="4949"/>
                    <a:pt x="870" y="4873"/>
                  </a:cubicBezTo>
                  <a:lnTo>
                    <a:pt x="5704" y="384"/>
                  </a:lnTo>
                  <a:cubicBezTo>
                    <a:pt x="5799" y="301"/>
                    <a:pt x="5799" y="158"/>
                    <a:pt x="5715" y="63"/>
                  </a:cubicBezTo>
                  <a:cubicBezTo>
                    <a:pt x="5674" y="21"/>
                    <a:pt x="5617" y="0"/>
                    <a:pt x="5561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1"/>
            <p:cNvSpPr/>
            <p:nvPr/>
          </p:nvSpPr>
          <p:spPr>
            <a:xfrm>
              <a:off x="3038475" y="1694100"/>
              <a:ext cx="24425" cy="26075"/>
            </a:xfrm>
            <a:custGeom>
              <a:avLst/>
              <a:gdLst/>
              <a:ahLst/>
              <a:cxnLst/>
              <a:rect l="l" t="t" r="r" b="b"/>
              <a:pathLst>
                <a:path w="977" h="1043" extrusionOk="0">
                  <a:moveTo>
                    <a:pt x="269" y="0"/>
                  </a:moveTo>
                  <a:cubicBezTo>
                    <a:pt x="226" y="0"/>
                    <a:pt x="187" y="11"/>
                    <a:pt x="155" y="36"/>
                  </a:cubicBezTo>
                  <a:cubicBezTo>
                    <a:pt x="0" y="131"/>
                    <a:pt x="36" y="441"/>
                    <a:pt x="214" y="702"/>
                  </a:cubicBezTo>
                  <a:cubicBezTo>
                    <a:pt x="363" y="916"/>
                    <a:pt x="563" y="1043"/>
                    <a:pt x="711" y="1043"/>
                  </a:cubicBezTo>
                  <a:cubicBezTo>
                    <a:pt x="753" y="1043"/>
                    <a:pt x="790" y="1033"/>
                    <a:pt x="822" y="1012"/>
                  </a:cubicBezTo>
                  <a:cubicBezTo>
                    <a:pt x="976" y="905"/>
                    <a:pt x="941" y="607"/>
                    <a:pt x="750" y="345"/>
                  </a:cubicBezTo>
                  <a:cubicBezTo>
                    <a:pt x="612" y="133"/>
                    <a:pt x="417" y="0"/>
                    <a:pt x="269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1"/>
            <p:cNvSpPr/>
            <p:nvPr/>
          </p:nvSpPr>
          <p:spPr>
            <a:xfrm>
              <a:off x="2938450" y="17911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1"/>
            <p:cNvSpPr/>
            <p:nvPr/>
          </p:nvSpPr>
          <p:spPr>
            <a:xfrm>
              <a:off x="2916125" y="1769125"/>
              <a:ext cx="102725" cy="113700"/>
            </a:xfrm>
            <a:custGeom>
              <a:avLst/>
              <a:gdLst/>
              <a:ahLst/>
              <a:cxnLst/>
              <a:rect l="l" t="t" r="r" b="b"/>
              <a:pathLst>
                <a:path w="4109" h="4548" extrusionOk="0">
                  <a:moveTo>
                    <a:pt x="1611" y="0"/>
                  </a:moveTo>
                  <a:cubicBezTo>
                    <a:pt x="1585" y="0"/>
                    <a:pt x="1560" y="7"/>
                    <a:pt x="1536" y="23"/>
                  </a:cubicBezTo>
                  <a:cubicBezTo>
                    <a:pt x="1239" y="214"/>
                    <a:pt x="1405" y="619"/>
                    <a:pt x="1405" y="619"/>
                  </a:cubicBezTo>
                  <a:cubicBezTo>
                    <a:pt x="1405" y="619"/>
                    <a:pt x="1288" y="371"/>
                    <a:pt x="1106" y="371"/>
                  </a:cubicBezTo>
                  <a:cubicBezTo>
                    <a:pt x="1036" y="371"/>
                    <a:pt x="956" y="408"/>
                    <a:pt x="870" y="511"/>
                  </a:cubicBezTo>
                  <a:cubicBezTo>
                    <a:pt x="715" y="690"/>
                    <a:pt x="846" y="833"/>
                    <a:pt x="894" y="880"/>
                  </a:cubicBezTo>
                  <a:cubicBezTo>
                    <a:pt x="857" y="844"/>
                    <a:pt x="767" y="781"/>
                    <a:pt x="662" y="781"/>
                  </a:cubicBezTo>
                  <a:cubicBezTo>
                    <a:pt x="595" y="781"/>
                    <a:pt x="522" y="806"/>
                    <a:pt x="453" y="880"/>
                  </a:cubicBezTo>
                  <a:cubicBezTo>
                    <a:pt x="253" y="1104"/>
                    <a:pt x="529" y="1316"/>
                    <a:pt x="536" y="1321"/>
                  </a:cubicBezTo>
                  <a:lnTo>
                    <a:pt x="536" y="1321"/>
                  </a:lnTo>
                  <a:cubicBezTo>
                    <a:pt x="534" y="1319"/>
                    <a:pt x="496" y="1291"/>
                    <a:pt x="435" y="1291"/>
                  </a:cubicBezTo>
                  <a:cubicBezTo>
                    <a:pt x="373" y="1291"/>
                    <a:pt x="286" y="1321"/>
                    <a:pt x="191" y="1440"/>
                  </a:cubicBezTo>
                  <a:cubicBezTo>
                    <a:pt x="1" y="1690"/>
                    <a:pt x="679" y="2547"/>
                    <a:pt x="1346" y="3178"/>
                  </a:cubicBezTo>
                  <a:cubicBezTo>
                    <a:pt x="1346" y="3178"/>
                    <a:pt x="1763" y="3702"/>
                    <a:pt x="2156" y="4548"/>
                  </a:cubicBezTo>
                  <a:cubicBezTo>
                    <a:pt x="2775" y="3928"/>
                    <a:pt x="3430" y="3345"/>
                    <a:pt x="4108" y="2785"/>
                  </a:cubicBezTo>
                  <a:cubicBezTo>
                    <a:pt x="3406" y="2071"/>
                    <a:pt x="3203" y="2035"/>
                    <a:pt x="3203" y="2035"/>
                  </a:cubicBezTo>
                  <a:cubicBezTo>
                    <a:pt x="3203" y="2035"/>
                    <a:pt x="3084" y="428"/>
                    <a:pt x="2691" y="249"/>
                  </a:cubicBezTo>
                  <a:cubicBezTo>
                    <a:pt x="2657" y="234"/>
                    <a:pt x="2627" y="227"/>
                    <a:pt x="2600" y="227"/>
                  </a:cubicBezTo>
                  <a:cubicBezTo>
                    <a:pt x="2316" y="227"/>
                    <a:pt x="2406" y="1011"/>
                    <a:pt x="2406" y="1011"/>
                  </a:cubicBezTo>
                  <a:cubicBezTo>
                    <a:pt x="2406" y="1011"/>
                    <a:pt x="1920" y="0"/>
                    <a:pt x="1611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2956900" y="1820000"/>
              <a:ext cx="55100" cy="56575"/>
            </a:xfrm>
            <a:custGeom>
              <a:avLst/>
              <a:gdLst/>
              <a:ahLst/>
              <a:cxnLst/>
              <a:rect l="l" t="t" r="r" b="b"/>
              <a:pathLst>
                <a:path w="2204" h="2263" extrusionOk="0">
                  <a:moveTo>
                    <a:pt x="1572" y="0"/>
                  </a:moveTo>
                  <a:lnTo>
                    <a:pt x="1" y="1536"/>
                  </a:lnTo>
                  <a:cubicBezTo>
                    <a:pt x="1" y="1536"/>
                    <a:pt x="72" y="1846"/>
                    <a:pt x="239" y="2263"/>
                  </a:cubicBezTo>
                  <a:cubicBezTo>
                    <a:pt x="953" y="1715"/>
                    <a:pt x="1596" y="1072"/>
                    <a:pt x="2203" y="417"/>
                  </a:cubicBezTo>
                  <a:cubicBezTo>
                    <a:pt x="1822" y="143"/>
                    <a:pt x="1572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2962850" y="1830425"/>
              <a:ext cx="97075" cy="108375"/>
            </a:xfrm>
            <a:custGeom>
              <a:avLst/>
              <a:gdLst/>
              <a:ahLst/>
              <a:cxnLst/>
              <a:rect l="l" t="t" r="r" b="b"/>
              <a:pathLst>
                <a:path w="3883" h="4335" extrusionOk="0">
                  <a:moveTo>
                    <a:pt x="1965" y="0"/>
                  </a:moveTo>
                  <a:cubicBezTo>
                    <a:pt x="1358" y="655"/>
                    <a:pt x="715" y="1298"/>
                    <a:pt x="1" y="1846"/>
                  </a:cubicBezTo>
                  <a:cubicBezTo>
                    <a:pt x="84" y="2060"/>
                    <a:pt x="37" y="2703"/>
                    <a:pt x="168" y="2941"/>
                  </a:cubicBezTo>
                  <a:cubicBezTo>
                    <a:pt x="600" y="3765"/>
                    <a:pt x="1057" y="4335"/>
                    <a:pt x="1884" y="4335"/>
                  </a:cubicBezTo>
                  <a:cubicBezTo>
                    <a:pt x="2037" y="4335"/>
                    <a:pt x="2202" y="4315"/>
                    <a:pt x="2382" y="4274"/>
                  </a:cubicBezTo>
                  <a:cubicBezTo>
                    <a:pt x="2382" y="4274"/>
                    <a:pt x="3501" y="3846"/>
                    <a:pt x="3716" y="2834"/>
                  </a:cubicBezTo>
                  <a:cubicBezTo>
                    <a:pt x="3882" y="2024"/>
                    <a:pt x="2918" y="667"/>
                    <a:pt x="1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1"/>
            <p:cNvSpPr/>
            <p:nvPr/>
          </p:nvSpPr>
          <p:spPr>
            <a:xfrm>
              <a:off x="2911375" y="1805125"/>
              <a:ext cx="19075" cy="39300"/>
            </a:xfrm>
            <a:custGeom>
              <a:avLst/>
              <a:gdLst/>
              <a:ahLst/>
              <a:cxnLst/>
              <a:rect l="l" t="t" r="r" b="b"/>
              <a:pathLst>
                <a:path w="763" h="1572" extrusionOk="0">
                  <a:moveTo>
                    <a:pt x="155" y="0"/>
                  </a:moveTo>
                  <a:lnTo>
                    <a:pt x="0" y="36"/>
                  </a:lnTo>
                  <a:cubicBezTo>
                    <a:pt x="0" y="36"/>
                    <a:pt x="619" y="810"/>
                    <a:pt x="560" y="1572"/>
                  </a:cubicBezTo>
                  <a:lnTo>
                    <a:pt x="762" y="1345"/>
                  </a:lnTo>
                  <a:cubicBezTo>
                    <a:pt x="762" y="1345"/>
                    <a:pt x="548" y="607"/>
                    <a:pt x="1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1"/>
            <p:cNvSpPr/>
            <p:nvPr/>
          </p:nvSpPr>
          <p:spPr>
            <a:xfrm>
              <a:off x="2904525" y="1812250"/>
              <a:ext cx="18775" cy="39025"/>
            </a:xfrm>
            <a:custGeom>
              <a:avLst/>
              <a:gdLst/>
              <a:ahLst/>
              <a:cxnLst/>
              <a:rect l="l" t="t" r="r" b="b"/>
              <a:pathLst>
                <a:path w="751" h="1561" extrusionOk="0">
                  <a:moveTo>
                    <a:pt x="155" y="1"/>
                  </a:moveTo>
                  <a:lnTo>
                    <a:pt x="0" y="25"/>
                  </a:lnTo>
                  <a:cubicBezTo>
                    <a:pt x="0" y="25"/>
                    <a:pt x="619" y="799"/>
                    <a:pt x="548" y="1561"/>
                  </a:cubicBezTo>
                  <a:lnTo>
                    <a:pt x="750" y="1346"/>
                  </a:lnTo>
                  <a:cubicBezTo>
                    <a:pt x="750" y="1346"/>
                    <a:pt x="536" y="596"/>
                    <a:pt x="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2446725" y="1565500"/>
              <a:ext cx="398275" cy="667675"/>
            </a:xfrm>
            <a:custGeom>
              <a:avLst/>
              <a:gdLst/>
              <a:ahLst/>
              <a:cxnLst/>
              <a:rect l="l" t="t" r="r" b="b"/>
              <a:pathLst>
                <a:path w="15931" h="26707" extrusionOk="0">
                  <a:moveTo>
                    <a:pt x="3453" y="1"/>
                  </a:moveTo>
                  <a:lnTo>
                    <a:pt x="3453" y="1"/>
                  </a:lnTo>
                  <a:cubicBezTo>
                    <a:pt x="465" y="1429"/>
                    <a:pt x="0" y="5739"/>
                    <a:pt x="143" y="10228"/>
                  </a:cubicBezTo>
                  <a:cubicBezTo>
                    <a:pt x="334" y="15693"/>
                    <a:pt x="1917" y="24837"/>
                    <a:pt x="1917" y="24837"/>
                  </a:cubicBezTo>
                  <a:cubicBezTo>
                    <a:pt x="5741" y="26337"/>
                    <a:pt x="9129" y="26706"/>
                    <a:pt x="11536" y="26706"/>
                  </a:cubicBezTo>
                  <a:cubicBezTo>
                    <a:pt x="13865" y="26706"/>
                    <a:pt x="15276" y="26361"/>
                    <a:pt x="15276" y="26361"/>
                  </a:cubicBezTo>
                  <a:lnTo>
                    <a:pt x="15324" y="26361"/>
                  </a:lnTo>
                  <a:cubicBezTo>
                    <a:pt x="15538" y="25099"/>
                    <a:pt x="15931" y="21837"/>
                    <a:pt x="15086" y="18705"/>
                  </a:cubicBezTo>
                  <a:cubicBezTo>
                    <a:pt x="14469" y="16409"/>
                    <a:pt x="12799" y="15960"/>
                    <a:pt x="11020" y="15960"/>
                  </a:cubicBezTo>
                  <a:cubicBezTo>
                    <a:pt x="9874" y="15960"/>
                    <a:pt x="8684" y="16146"/>
                    <a:pt x="7700" y="16146"/>
                  </a:cubicBezTo>
                  <a:cubicBezTo>
                    <a:pt x="7558" y="16146"/>
                    <a:pt x="7420" y="16142"/>
                    <a:pt x="7287" y="16133"/>
                  </a:cubicBezTo>
                  <a:cubicBezTo>
                    <a:pt x="6073" y="16050"/>
                    <a:pt x="2394" y="14074"/>
                    <a:pt x="1453" y="7716"/>
                  </a:cubicBezTo>
                  <a:cubicBezTo>
                    <a:pt x="810" y="3358"/>
                    <a:pt x="2060" y="1096"/>
                    <a:pt x="3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1"/>
            <p:cNvSpPr/>
            <p:nvPr/>
          </p:nvSpPr>
          <p:spPr>
            <a:xfrm>
              <a:off x="2730400" y="1980425"/>
              <a:ext cx="100925" cy="226250"/>
            </a:xfrm>
            <a:custGeom>
              <a:avLst/>
              <a:gdLst/>
              <a:ahLst/>
              <a:cxnLst/>
              <a:rect l="l" t="t" r="r" b="b"/>
              <a:pathLst>
                <a:path w="4037" h="9050" extrusionOk="0">
                  <a:moveTo>
                    <a:pt x="48" y="1"/>
                  </a:moveTo>
                  <a:cubicBezTo>
                    <a:pt x="24" y="1"/>
                    <a:pt x="0" y="25"/>
                    <a:pt x="0" y="48"/>
                  </a:cubicBezTo>
                  <a:cubicBezTo>
                    <a:pt x="0" y="72"/>
                    <a:pt x="24" y="96"/>
                    <a:pt x="48" y="96"/>
                  </a:cubicBezTo>
                  <a:cubicBezTo>
                    <a:pt x="1667" y="215"/>
                    <a:pt x="2667" y="858"/>
                    <a:pt x="3000" y="2013"/>
                  </a:cubicBezTo>
                  <a:cubicBezTo>
                    <a:pt x="3953" y="5299"/>
                    <a:pt x="3512" y="8621"/>
                    <a:pt x="3465" y="8990"/>
                  </a:cubicBezTo>
                  <a:cubicBezTo>
                    <a:pt x="3465" y="9026"/>
                    <a:pt x="3477" y="9050"/>
                    <a:pt x="3500" y="9050"/>
                  </a:cubicBezTo>
                  <a:cubicBezTo>
                    <a:pt x="3524" y="9050"/>
                    <a:pt x="3548" y="9038"/>
                    <a:pt x="3548" y="9014"/>
                  </a:cubicBezTo>
                  <a:cubicBezTo>
                    <a:pt x="3596" y="8633"/>
                    <a:pt x="4036" y="5287"/>
                    <a:pt x="3084" y="1989"/>
                  </a:cubicBezTo>
                  <a:cubicBezTo>
                    <a:pt x="2727" y="787"/>
                    <a:pt x="1715" y="12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2428575" y="1635625"/>
              <a:ext cx="275350" cy="353175"/>
            </a:xfrm>
            <a:custGeom>
              <a:avLst/>
              <a:gdLst/>
              <a:ahLst/>
              <a:cxnLst/>
              <a:rect l="l" t="t" r="r" b="b"/>
              <a:pathLst>
                <a:path w="11014" h="14127" extrusionOk="0">
                  <a:moveTo>
                    <a:pt x="2129" y="1"/>
                  </a:moveTo>
                  <a:cubicBezTo>
                    <a:pt x="2114" y="1"/>
                    <a:pt x="2092" y="12"/>
                    <a:pt x="2084" y="29"/>
                  </a:cubicBezTo>
                  <a:cubicBezTo>
                    <a:pt x="2072" y="77"/>
                    <a:pt x="0" y="4792"/>
                    <a:pt x="2989" y="9971"/>
                  </a:cubicBezTo>
                  <a:cubicBezTo>
                    <a:pt x="4048" y="11804"/>
                    <a:pt x="5310" y="13067"/>
                    <a:pt x="6727" y="13686"/>
                  </a:cubicBezTo>
                  <a:cubicBezTo>
                    <a:pt x="7501" y="14031"/>
                    <a:pt x="8192" y="14126"/>
                    <a:pt x="8739" y="14126"/>
                  </a:cubicBezTo>
                  <a:cubicBezTo>
                    <a:pt x="8942" y="14126"/>
                    <a:pt x="9120" y="14114"/>
                    <a:pt x="9287" y="14090"/>
                  </a:cubicBezTo>
                  <a:cubicBezTo>
                    <a:pt x="9358" y="14079"/>
                    <a:pt x="9454" y="14067"/>
                    <a:pt x="9561" y="14055"/>
                  </a:cubicBezTo>
                  <a:cubicBezTo>
                    <a:pt x="9906" y="13995"/>
                    <a:pt x="10406" y="13924"/>
                    <a:pt x="10978" y="13888"/>
                  </a:cubicBezTo>
                  <a:cubicBezTo>
                    <a:pt x="11001" y="13888"/>
                    <a:pt x="11013" y="13864"/>
                    <a:pt x="11013" y="13840"/>
                  </a:cubicBezTo>
                  <a:cubicBezTo>
                    <a:pt x="11013" y="13817"/>
                    <a:pt x="10990" y="13793"/>
                    <a:pt x="10978" y="13793"/>
                  </a:cubicBezTo>
                  <a:cubicBezTo>
                    <a:pt x="10406" y="13829"/>
                    <a:pt x="9894" y="13900"/>
                    <a:pt x="9561" y="13948"/>
                  </a:cubicBezTo>
                  <a:cubicBezTo>
                    <a:pt x="9442" y="13971"/>
                    <a:pt x="9347" y="13983"/>
                    <a:pt x="9275" y="13995"/>
                  </a:cubicBezTo>
                  <a:cubicBezTo>
                    <a:pt x="9085" y="14019"/>
                    <a:pt x="8894" y="14031"/>
                    <a:pt x="8704" y="14031"/>
                  </a:cubicBezTo>
                  <a:cubicBezTo>
                    <a:pt x="5763" y="14031"/>
                    <a:pt x="3798" y="11185"/>
                    <a:pt x="3060" y="9911"/>
                  </a:cubicBezTo>
                  <a:cubicBezTo>
                    <a:pt x="107" y="4780"/>
                    <a:pt x="2143" y="113"/>
                    <a:pt x="2167" y="77"/>
                  </a:cubicBezTo>
                  <a:cubicBezTo>
                    <a:pt x="2179" y="53"/>
                    <a:pt x="2167" y="17"/>
                    <a:pt x="2143" y="5"/>
                  </a:cubicBezTo>
                  <a:cubicBezTo>
                    <a:pt x="2140" y="2"/>
                    <a:pt x="2135" y="1"/>
                    <a:pt x="2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1"/>
            <p:cNvSpPr/>
            <p:nvPr/>
          </p:nvSpPr>
          <p:spPr>
            <a:xfrm>
              <a:off x="3167050" y="2120925"/>
              <a:ext cx="117900" cy="124750"/>
            </a:xfrm>
            <a:custGeom>
              <a:avLst/>
              <a:gdLst/>
              <a:ahLst/>
              <a:cxnLst/>
              <a:rect l="l" t="t" r="r" b="b"/>
              <a:pathLst>
                <a:path w="4716" h="4990" extrusionOk="0">
                  <a:moveTo>
                    <a:pt x="1263" y="1"/>
                  </a:moveTo>
                  <a:cubicBezTo>
                    <a:pt x="1263" y="1"/>
                    <a:pt x="1" y="3251"/>
                    <a:pt x="48" y="4084"/>
                  </a:cubicBezTo>
                  <a:cubicBezTo>
                    <a:pt x="60" y="4168"/>
                    <a:pt x="1548" y="4989"/>
                    <a:pt x="1906" y="4989"/>
                  </a:cubicBezTo>
                  <a:cubicBezTo>
                    <a:pt x="1906" y="4989"/>
                    <a:pt x="1907" y="4989"/>
                    <a:pt x="1907" y="4989"/>
                  </a:cubicBezTo>
                  <a:cubicBezTo>
                    <a:pt x="2270" y="4989"/>
                    <a:pt x="4715" y="1179"/>
                    <a:pt x="4715" y="1179"/>
                  </a:cubicBezTo>
                  <a:lnTo>
                    <a:pt x="1263" y="1"/>
                  </a:ln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1"/>
            <p:cNvSpPr/>
            <p:nvPr/>
          </p:nvSpPr>
          <p:spPr>
            <a:xfrm>
              <a:off x="3140550" y="2257250"/>
              <a:ext cx="324175" cy="131000"/>
            </a:xfrm>
            <a:custGeom>
              <a:avLst/>
              <a:gdLst/>
              <a:ahLst/>
              <a:cxnLst/>
              <a:rect l="l" t="t" r="r" b="b"/>
              <a:pathLst>
                <a:path w="12967" h="5240" extrusionOk="0">
                  <a:moveTo>
                    <a:pt x="5168" y="1"/>
                  </a:moveTo>
                  <a:cubicBezTo>
                    <a:pt x="5168" y="1"/>
                    <a:pt x="5275" y="453"/>
                    <a:pt x="5371" y="1084"/>
                  </a:cubicBezTo>
                  <a:cubicBezTo>
                    <a:pt x="3847" y="1096"/>
                    <a:pt x="1811" y="1144"/>
                    <a:pt x="1132" y="1322"/>
                  </a:cubicBezTo>
                  <a:cubicBezTo>
                    <a:pt x="1" y="1644"/>
                    <a:pt x="1251" y="2953"/>
                    <a:pt x="2156" y="4477"/>
                  </a:cubicBezTo>
                  <a:lnTo>
                    <a:pt x="7538" y="5239"/>
                  </a:lnTo>
                  <a:cubicBezTo>
                    <a:pt x="7538" y="5239"/>
                    <a:pt x="7442" y="4823"/>
                    <a:pt x="7347" y="4251"/>
                  </a:cubicBezTo>
                  <a:lnTo>
                    <a:pt x="7347" y="4251"/>
                  </a:lnTo>
                  <a:cubicBezTo>
                    <a:pt x="8250" y="4298"/>
                    <a:pt x="9501" y="4382"/>
                    <a:pt x="10432" y="4382"/>
                  </a:cubicBezTo>
                  <a:cubicBezTo>
                    <a:pt x="10912" y="4382"/>
                    <a:pt x="11307" y="4360"/>
                    <a:pt x="11526" y="4299"/>
                  </a:cubicBezTo>
                  <a:cubicBezTo>
                    <a:pt x="12657" y="3977"/>
                    <a:pt x="12967" y="2251"/>
                    <a:pt x="11157" y="358"/>
                  </a:cubicBezTo>
                  <a:lnTo>
                    <a:pt x="51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1"/>
            <p:cNvSpPr/>
            <p:nvPr/>
          </p:nvSpPr>
          <p:spPr>
            <a:xfrm>
              <a:off x="3179250" y="2040025"/>
              <a:ext cx="142900" cy="131250"/>
            </a:xfrm>
            <a:custGeom>
              <a:avLst/>
              <a:gdLst/>
              <a:ahLst/>
              <a:cxnLst/>
              <a:rect l="l" t="t" r="r" b="b"/>
              <a:pathLst>
                <a:path w="5716" h="5250" extrusionOk="0">
                  <a:moveTo>
                    <a:pt x="3224" y="1"/>
                  </a:moveTo>
                  <a:cubicBezTo>
                    <a:pt x="1879" y="1"/>
                    <a:pt x="544" y="2059"/>
                    <a:pt x="1" y="3010"/>
                  </a:cubicBezTo>
                  <a:cubicBezTo>
                    <a:pt x="370" y="3594"/>
                    <a:pt x="906" y="4213"/>
                    <a:pt x="1668" y="4594"/>
                  </a:cubicBezTo>
                  <a:cubicBezTo>
                    <a:pt x="2758" y="5145"/>
                    <a:pt x="3710" y="5250"/>
                    <a:pt x="4294" y="5250"/>
                  </a:cubicBezTo>
                  <a:cubicBezTo>
                    <a:pt x="4329" y="5250"/>
                    <a:pt x="4362" y="5249"/>
                    <a:pt x="4394" y="5249"/>
                  </a:cubicBezTo>
                  <a:cubicBezTo>
                    <a:pt x="4835" y="4237"/>
                    <a:pt x="5716" y="1677"/>
                    <a:pt x="4132" y="355"/>
                  </a:cubicBezTo>
                  <a:cubicBezTo>
                    <a:pt x="3835" y="107"/>
                    <a:pt x="3529" y="1"/>
                    <a:pt x="32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1"/>
            <p:cNvSpPr/>
            <p:nvPr/>
          </p:nvSpPr>
          <p:spPr>
            <a:xfrm>
              <a:off x="3173000" y="2115275"/>
              <a:ext cx="116125" cy="67075"/>
            </a:xfrm>
            <a:custGeom>
              <a:avLst/>
              <a:gdLst/>
              <a:ahLst/>
              <a:cxnLst/>
              <a:rect l="l" t="t" r="r" b="b"/>
              <a:pathLst>
                <a:path w="4645" h="2683" extrusionOk="0">
                  <a:moveTo>
                    <a:pt x="251" y="0"/>
                  </a:moveTo>
                  <a:cubicBezTo>
                    <a:pt x="84" y="286"/>
                    <a:pt x="1" y="477"/>
                    <a:pt x="1" y="477"/>
                  </a:cubicBezTo>
                  <a:cubicBezTo>
                    <a:pt x="1" y="477"/>
                    <a:pt x="903" y="2682"/>
                    <a:pt x="4232" y="2682"/>
                  </a:cubicBezTo>
                  <a:cubicBezTo>
                    <a:pt x="4301" y="2682"/>
                    <a:pt x="4371" y="2681"/>
                    <a:pt x="4442" y="2679"/>
                  </a:cubicBezTo>
                  <a:cubicBezTo>
                    <a:pt x="4442" y="2679"/>
                    <a:pt x="4525" y="2513"/>
                    <a:pt x="4644" y="2239"/>
                  </a:cubicBezTo>
                  <a:lnTo>
                    <a:pt x="4644" y="2239"/>
                  </a:lnTo>
                  <a:cubicBezTo>
                    <a:pt x="4612" y="2239"/>
                    <a:pt x="4579" y="2240"/>
                    <a:pt x="4544" y="2240"/>
                  </a:cubicBezTo>
                  <a:cubicBezTo>
                    <a:pt x="3960" y="2240"/>
                    <a:pt x="3008" y="2135"/>
                    <a:pt x="1918" y="1584"/>
                  </a:cubicBezTo>
                  <a:cubicBezTo>
                    <a:pt x="1156" y="1203"/>
                    <a:pt x="620" y="584"/>
                    <a:pt x="2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1"/>
            <p:cNvSpPr/>
            <p:nvPr/>
          </p:nvSpPr>
          <p:spPr>
            <a:xfrm>
              <a:off x="3229250" y="2038625"/>
              <a:ext cx="199175" cy="264050"/>
            </a:xfrm>
            <a:custGeom>
              <a:avLst/>
              <a:gdLst/>
              <a:ahLst/>
              <a:cxnLst/>
              <a:rect l="l" t="t" r="r" b="b"/>
              <a:pathLst>
                <a:path w="7967" h="10562" extrusionOk="0">
                  <a:moveTo>
                    <a:pt x="2595" y="0"/>
                  </a:moveTo>
                  <a:cubicBezTo>
                    <a:pt x="1928" y="0"/>
                    <a:pt x="942" y="102"/>
                    <a:pt x="942" y="102"/>
                  </a:cubicBezTo>
                  <a:cubicBezTo>
                    <a:pt x="942" y="102"/>
                    <a:pt x="180" y="6221"/>
                    <a:pt x="1" y="9793"/>
                  </a:cubicBezTo>
                  <a:cubicBezTo>
                    <a:pt x="1" y="9793"/>
                    <a:pt x="922" y="10562"/>
                    <a:pt x="3107" y="10562"/>
                  </a:cubicBezTo>
                  <a:cubicBezTo>
                    <a:pt x="4319" y="10562"/>
                    <a:pt x="5919" y="10326"/>
                    <a:pt x="7966" y="9591"/>
                  </a:cubicBezTo>
                  <a:lnTo>
                    <a:pt x="6323" y="411"/>
                  </a:lnTo>
                  <a:cubicBezTo>
                    <a:pt x="6323" y="411"/>
                    <a:pt x="5049" y="125"/>
                    <a:pt x="2847" y="6"/>
                  </a:cubicBezTo>
                  <a:cubicBezTo>
                    <a:pt x="2771" y="2"/>
                    <a:pt x="2686" y="0"/>
                    <a:pt x="25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1"/>
            <p:cNvSpPr/>
            <p:nvPr/>
          </p:nvSpPr>
          <p:spPr>
            <a:xfrm>
              <a:off x="3260800" y="2038225"/>
              <a:ext cx="97075" cy="48525"/>
            </a:xfrm>
            <a:custGeom>
              <a:avLst/>
              <a:gdLst/>
              <a:ahLst/>
              <a:cxnLst/>
              <a:rect l="l" t="t" r="r" b="b"/>
              <a:pathLst>
                <a:path w="3883" h="1941" extrusionOk="0">
                  <a:moveTo>
                    <a:pt x="1518" y="0"/>
                  </a:moveTo>
                  <a:cubicBezTo>
                    <a:pt x="685" y="0"/>
                    <a:pt x="72" y="70"/>
                    <a:pt x="72" y="70"/>
                  </a:cubicBezTo>
                  <a:cubicBezTo>
                    <a:pt x="72" y="70"/>
                    <a:pt x="1" y="1892"/>
                    <a:pt x="1811" y="1939"/>
                  </a:cubicBezTo>
                  <a:cubicBezTo>
                    <a:pt x="1841" y="1940"/>
                    <a:pt x="1870" y="1941"/>
                    <a:pt x="1899" y="1941"/>
                  </a:cubicBezTo>
                  <a:cubicBezTo>
                    <a:pt x="3618" y="1941"/>
                    <a:pt x="3882" y="237"/>
                    <a:pt x="3882" y="237"/>
                  </a:cubicBezTo>
                  <a:cubicBezTo>
                    <a:pt x="3095" y="51"/>
                    <a:pt x="2226" y="0"/>
                    <a:pt x="15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1"/>
            <p:cNvSpPr/>
            <p:nvPr/>
          </p:nvSpPr>
          <p:spPr>
            <a:xfrm>
              <a:off x="3178075" y="1771475"/>
              <a:ext cx="119975" cy="142825"/>
            </a:xfrm>
            <a:custGeom>
              <a:avLst/>
              <a:gdLst/>
              <a:ahLst/>
              <a:cxnLst/>
              <a:rect l="l" t="t" r="r" b="b"/>
              <a:pathLst>
                <a:path w="4799" h="5713" extrusionOk="0">
                  <a:moveTo>
                    <a:pt x="3822" y="1"/>
                  </a:moveTo>
                  <a:cubicBezTo>
                    <a:pt x="3143" y="132"/>
                    <a:pt x="2441" y="263"/>
                    <a:pt x="1905" y="679"/>
                  </a:cubicBezTo>
                  <a:cubicBezTo>
                    <a:pt x="1357" y="1096"/>
                    <a:pt x="1036" y="1882"/>
                    <a:pt x="1369" y="2477"/>
                  </a:cubicBezTo>
                  <a:cubicBezTo>
                    <a:pt x="1107" y="2846"/>
                    <a:pt x="845" y="3203"/>
                    <a:pt x="583" y="3561"/>
                  </a:cubicBezTo>
                  <a:cubicBezTo>
                    <a:pt x="393" y="3834"/>
                    <a:pt x="202" y="4108"/>
                    <a:pt x="95" y="4418"/>
                  </a:cubicBezTo>
                  <a:cubicBezTo>
                    <a:pt x="0" y="4727"/>
                    <a:pt x="0" y="5097"/>
                    <a:pt x="202" y="5370"/>
                  </a:cubicBezTo>
                  <a:cubicBezTo>
                    <a:pt x="364" y="5596"/>
                    <a:pt x="650" y="5713"/>
                    <a:pt x="941" y="5713"/>
                  </a:cubicBezTo>
                  <a:cubicBezTo>
                    <a:pt x="1079" y="5713"/>
                    <a:pt x="1219" y="5686"/>
                    <a:pt x="1345" y="5632"/>
                  </a:cubicBezTo>
                  <a:cubicBezTo>
                    <a:pt x="1726" y="5478"/>
                    <a:pt x="2012" y="5120"/>
                    <a:pt x="2167" y="4727"/>
                  </a:cubicBezTo>
                  <a:cubicBezTo>
                    <a:pt x="2322" y="4335"/>
                    <a:pt x="2381" y="3906"/>
                    <a:pt x="2429" y="3489"/>
                  </a:cubicBezTo>
                  <a:cubicBezTo>
                    <a:pt x="3048" y="3072"/>
                    <a:pt x="3620" y="2596"/>
                    <a:pt x="4143" y="2072"/>
                  </a:cubicBezTo>
                  <a:cubicBezTo>
                    <a:pt x="4405" y="1798"/>
                    <a:pt x="4667" y="1489"/>
                    <a:pt x="4727" y="1120"/>
                  </a:cubicBezTo>
                  <a:cubicBezTo>
                    <a:pt x="4798" y="751"/>
                    <a:pt x="4596" y="298"/>
                    <a:pt x="4227" y="227"/>
                  </a:cubicBezTo>
                  <a:lnTo>
                    <a:pt x="3822" y="1"/>
                  </a:ln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1"/>
            <p:cNvSpPr/>
            <p:nvPr/>
          </p:nvSpPr>
          <p:spPr>
            <a:xfrm>
              <a:off x="3173000" y="1779150"/>
              <a:ext cx="102425" cy="134325"/>
            </a:xfrm>
            <a:custGeom>
              <a:avLst/>
              <a:gdLst/>
              <a:ahLst/>
              <a:cxnLst/>
              <a:rect l="l" t="t" r="r" b="b"/>
              <a:pathLst>
                <a:path w="4097" h="5373" extrusionOk="0">
                  <a:moveTo>
                    <a:pt x="3651" y="1"/>
                  </a:moveTo>
                  <a:cubicBezTo>
                    <a:pt x="3246" y="1"/>
                    <a:pt x="2843" y="94"/>
                    <a:pt x="2477" y="277"/>
                  </a:cubicBezTo>
                  <a:cubicBezTo>
                    <a:pt x="1977" y="515"/>
                    <a:pt x="1560" y="920"/>
                    <a:pt x="1298" y="1408"/>
                  </a:cubicBezTo>
                  <a:cubicBezTo>
                    <a:pt x="1239" y="1527"/>
                    <a:pt x="1167" y="1682"/>
                    <a:pt x="1167" y="1849"/>
                  </a:cubicBezTo>
                  <a:cubicBezTo>
                    <a:pt x="1167" y="2003"/>
                    <a:pt x="1239" y="2182"/>
                    <a:pt x="1394" y="2253"/>
                  </a:cubicBezTo>
                  <a:cubicBezTo>
                    <a:pt x="1451" y="2279"/>
                    <a:pt x="1505" y="2291"/>
                    <a:pt x="1558" y="2291"/>
                  </a:cubicBezTo>
                  <a:cubicBezTo>
                    <a:pt x="1603" y="2291"/>
                    <a:pt x="1647" y="2282"/>
                    <a:pt x="1691" y="2265"/>
                  </a:cubicBezTo>
                  <a:lnTo>
                    <a:pt x="1691" y="2265"/>
                  </a:lnTo>
                  <a:cubicBezTo>
                    <a:pt x="1334" y="2575"/>
                    <a:pt x="989" y="2908"/>
                    <a:pt x="667" y="3266"/>
                  </a:cubicBezTo>
                  <a:cubicBezTo>
                    <a:pt x="441" y="3504"/>
                    <a:pt x="191" y="3801"/>
                    <a:pt x="108" y="4158"/>
                  </a:cubicBezTo>
                  <a:cubicBezTo>
                    <a:pt x="1" y="4599"/>
                    <a:pt x="203" y="5111"/>
                    <a:pt x="584" y="5373"/>
                  </a:cubicBezTo>
                  <a:lnTo>
                    <a:pt x="620" y="5301"/>
                  </a:lnTo>
                  <a:cubicBezTo>
                    <a:pt x="263" y="5063"/>
                    <a:pt x="72" y="4587"/>
                    <a:pt x="179" y="4170"/>
                  </a:cubicBezTo>
                  <a:cubicBezTo>
                    <a:pt x="251" y="3837"/>
                    <a:pt x="501" y="3551"/>
                    <a:pt x="715" y="3313"/>
                  </a:cubicBezTo>
                  <a:cubicBezTo>
                    <a:pt x="1120" y="2873"/>
                    <a:pt x="1560" y="2468"/>
                    <a:pt x="2013" y="2087"/>
                  </a:cubicBezTo>
                  <a:lnTo>
                    <a:pt x="1965" y="2039"/>
                  </a:lnTo>
                  <a:cubicBezTo>
                    <a:pt x="1801" y="2160"/>
                    <a:pt x="1662" y="2219"/>
                    <a:pt x="1548" y="2219"/>
                  </a:cubicBezTo>
                  <a:cubicBezTo>
                    <a:pt x="1505" y="2219"/>
                    <a:pt x="1465" y="2210"/>
                    <a:pt x="1429" y="2194"/>
                  </a:cubicBezTo>
                  <a:cubicBezTo>
                    <a:pt x="1298" y="2134"/>
                    <a:pt x="1239" y="1980"/>
                    <a:pt x="1239" y="1849"/>
                  </a:cubicBezTo>
                  <a:cubicBezTo>
                    <a:pt x="1239" y="1706"/>
                    <a:pt x="1310" y="1563"/>
                    <a:pt x="1370" y="1444"/>
                  </a:cubicBezTo>
                  <a:cubicBezTo>
                    <a:pt x="1620" y="968"/>
                    <a:pt x="2025" y="575"/>
                    <a:pt x="2501" y="337"/>
                  </a:cubicBezTo>
                  <a:cubicBezTo>
                    <a:pt x="2857" y="163"/>
                    <a:pt x="3250" y="72"/>
                    <a:pt x="3645" y="72"/>
                  </a:cubicBezTo>
                  <a:cubicBezTo>
                    <a:pt x="3792" y="72"/>
                    <a:pt x="3939" y="84"/>
                    <a:pt x="4084" y="110"/>
                  </a:cubicBezTo>
                  <a:lnTo>
                    <a:pt x="4096" y="39"/>
                  </a:lnTo>
                  <a:cubicBezTo>
                    <a:pt x="3949" y="13"/>
                    <a:pt x="3800" y="1"/>
                    <a:pt x="3651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1"/>
            <p:cNvSpPr/>
            <p:nvPr/>
          </p:nvSpPr>
          <p:spPr>
            <a:xfrm>
              <a:off x="3272725" y="2019425"/>
              <a:ext cx="74125" cy="28850"/>
            </a:xfrm>
            <a:custGeom>
              <a:avLst/>
              <a:gdLst/>
              <a:ahLst/>
              <a:cxnLst/>
              <a:rect l="l" t="t" r="r" b="b"/>
              <a:pathLst>
                <a:path w="2965" h="1154" extrusionOk="0">
                  <a:moveTo>
                    <a:pt x="0" y="1"/>
                  </a:moveTo>
                  <a:lnTo>
                    <a:pt x="107" y="1120"/>
                  </a:lnTo>
                  <a:cubicBezTo>
                    <a:pt x="329" y="1142"/>
                    <a:pt x="553" y="1154"/>
                    <a:pt x="779" y="1154"/>
                  </a:cubicBezTo>
                  <a:cubicBezTo>
                    <a:pt x="1500" y="1154"/>
                    <a:pt x="2237" y="1040"/>
                    <a:pt x="2953" y="822"/>
                  </a:cubicBezTo>
                  <a:lnTo>
                    <a:pt x="2965" y="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1"/>
            <p:cNvSpPr/>
            <p:nvPr/>
          </p:nvSpPr>
          <p:spPr>
            <a:xfrm>
              <a:off x="3275400" y="2039975"/>
              <a:ext cx="71150" cy="33050"/>
            </a:xfrm>
            <a:custGeom>
              <a:avLst/>
              <a:gdLst/>
              <a:ahLst/>
              <a:cxnLst/>
              <a:rect l="l" t="t" r="r" b="b"/>
              <a:pathLst>
                <a:path w="2846" h="1322" extrusionOk="0">
                  <a:moveTo>
                    <a:pt x="2846" y="0"/>
                  </a:moveTo>
                  <a:lnTo>
                    <a:pt x="2846" y="0"/>
                  </a:lnTo>
                  <a:cubicBezTo>
                    <a:pt x="2130" y="218"/>
                    <a:pt x="1393" y="332"/>
                    <a:pt x="672" y="332"/>
                  </a:cubicBezTo>
                  <a:cubicBezTo>
                    <a:pt x="446" y="332"/>
                    <a:pt x="222" y="320"/>
                    <a:pt x="0" y="298"/>
                  </a:cubicBezTo>
                  <a:lnTo>
                    <a:pt x="0" y="298"/>
                  </a:lnTo>
                  <a:lnTo>
                    <a:pt x="60" y="786"/>
                  </a:lnTo>
                  <a:cubicBezTo>
                    <a:pt x="60" y="786"/>
                    <a:pt x="262" y="1322"/>
                    <a:pt x="1273" y="1322"/>
                  </a:cubicBezTo>
                  <a:cubicBezTo>
                    <a:pt x="1359" y="1322"/>
                    <a:pt x="1450" y="1318"/>
                    <a:pt x="1548" y="1310"/>
                  </a:cubicBezTo>
                  <a:cubicBezTo>
                    <a:pt x="2667" y="1214"/>
                    <a:pt x="2775" y="560"/>
                    <a:pt x="2775" y="560"/>
                  </a:cubicBezTo>
                  <a:lnTo>
                    <a:pt x="2846" y="0"/>
                  </a:ln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1"/>
            <p:cNvSpPr/>
            <p:nvPr/>
          </p:nvSpPr>
          <p:spPr>
            <a:xfrm>
              <a:off x="3391475" y="1834575"/>
              <a:ext cx="74150" cy="156600"/>
            </a:xfrm>
            <a:custGeom>
              <a:avLst/>
              <a:gdLst/>
              <a:ahLst/>
              <a:cxnLst/>
              <a:rect l="l" t="t" r="r" b="b"/>
              <a:pathLst>
                <a:path w="2966" h="6264" extrusionOk="0">
                  <a:moveTo>
                    <a:pt x="1775" y="1"/>
                  </a:moveTo>
                  <a:lnTo>
                    <a:pt x="1727" y="48"/>
                  </a:lnTo>
                  <a:cubicBezTo>
                    <a:pt x="2442" y="751"/>
                    <a:pt x="2858" y="1715"/>
                    <a:pt x="2882" y="2703"/>
                  </a:cubicBezTo>
                  <a:cubicBezTo>
                    <a:pt x="2894" y="2894"/>
                    <a:pt x="2882" y="3144"/>
                    <a:pt x="2751" y="3323"/>
                  </a:cubicBezTo>
                  <a:cubicBezTo>
                    <a:pt x="2680" y="3406"/>
                    <a:pt x="2561" y="3477"/>
                    <a:pt x="2442" y="3489"/>
                  </a:cubicBezTo>
                  <a:cubicBezTo>
                    <a:pt x="2382" y="3489"/>
                    <a:pt x="2299" y="3489"/>
                    <a:pt x="2227" y="3418"/>
                  </a:cubicBezTo>
                  <a:lnTo>
                    <a:pt x="2168" y="3465"/>
                  </a:lnTo>
                  <a:cubicBezTo>
                    <a:pt x="2632" y="4073"/>
                    <a:pt x="2620" y="5013"/>
                    <a:pt x="2132" y="5597"/>
                  </a:cubicBezTo>
                  <a:cubicBezTo>
                    <a:pt x="1805" y="5986"/>
                    <a:pt x="1301" y="6197"/>
                    <a:pt x="801" y="6197"/>
                  </a:cubicBezTo>
                  <a:cubicBezTo>
                    <a:pt x="536" y="6197"/>
                    <a:pt x="272" y="6137"/>
                    <a:pt x="37" y="6013"/>
                  </a:cubicBezTo>
                  <a:lnTo>
                    <a:pt x="1" y="6073"/>
                  </a:lnTo>
                  <a:cubicBezTo>
                    <a:pt x="251" y="6204"/>
                    <a:pt x="525" y="6263"/>
                    <a:pt x="799" y="6263"/>
                  </a:cubicBezTo>
                  <a:cubicBezTo>
                    <a:pt x="1322" y="6263"/>
                    <a:pt x="1846" y="6049"/>
                    <a:pt x="2180" y="5644"/>
                  </a:cubicBezTo>
                  <a:cubicBezTo>
                    <a:pt x="2668" y="5073"/>
                    <a:pt x="2715" y="4180"/>
                    <a:pt x="2311" y="3549"/>
                  </a:cubicBezTo>
                  <a:lnTo>
                    <a:pt x="2311" y="3549"/>
                  </a:lnTo>
                  <a:cubicBezTo>
                    <a:pt x="2358" y="3561"/>
                    <a:pt x="2406" y="3561"/>
                    <a:pt x="2454" y="3561"/>
                  </a:cubicBezTo>
                  <a:cubicBezTo>
                    <a:pt x="2596" y="3549"/>
                    <a:pt x="2727" y="3465"/>
                    <a:pt x="2811" y="3358"/>
                  </a:cubicBezTo>
                  <a:cubicBezTo>
                    <a:pt x="2954" y="3168"/>
                    <a:pt x="2965" y="2906"/>
                    <a:pt x="2965" y="2703"/>
                  </a:cubicBezTo>
                  <a:cubicBezTo>
                    <a:pt x="2930" y="1691"/>
                    <a:pt x="2501" y="703"/>
                    <a:pt x="1775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1"/>
            <p:cNvSpPr/>
            <p:nvPr/>
          </p:nvSpPr>
          <p:spPr>
            <a:xfrm>
              <a:off x="3158025" y="1895175"/>
              <a:ext cx="66200" cy="60775"/>
            </a:xfrm>
            <a:custGeom>
              <a:avLst/>
              <a:gdLst/>
              <a:ahLst/>
              <a:cxnLst/>
              <a:rect l="l" t="t" r="r" b="b"/>
              <a:pathLst>
                <a:path w="2648" h="2431" extrusionOk="0">
                  <a:moveTo>
                    <a:pt x="1418" y="1"/>
                  </a:moveTo>
                  <a:cubicBezTo>
                    <a:pt x="1017" y="1"/>
                    <a:pt x="619" y="181"/>
                    <a:pt x="397" y="780"/>
                  </a:cubicBezTo>
                  <a:cubicBezTo>
                    <a:pt x="1" y="1829"/>
                    <a:pt x="647" y="2431"/>
                    <a:pt x="1351" y="2431"/>
                  </a:cubicBezTo>
                  <a:cubicBezTo>
                    <a:pt x="1661" y="2431"/>
                    <a:pt x="1983" y="2313"/>
                    <a:pt x="2231" y="2065"/>
                  </a:cubicBezTo>
                  <a:lnTo>
                    <a:pt x="2648" y="422"/>
                  </a:lnTo>
                  <a:cubicBezTo>
                    <a:pt x="2648" y="422"/>
                    <a:pt x="2030" y="1"/>
                    <a:pt x="1418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1"/>
            <p:cNvSpPr/>
            <p:nvPr/>
          </p:nvSpPr>
          <p:spPr>
            <a:xfrm>
              <a:off x="3175375" y="1905925"/>
              <a:ext cx="40525" cy="39100"/>
            </a:xfrm>
            <a:custGeom>
              <a:avLst/>
              <a:gdLst/>
              <a:ahLst/>
              <a:cxnLst/>
              <a:rect l="l" t="t" r="r" b="b"/>
              <a:pathLst>
                <a:path w="1621" h="1564" extrusionOk="0">
                  <a:moveTo>
                    <a:pt x="573" y="1"/>
                  </a:moveTo>
                  <a:cubicBezTo>
                    <a:pt x="262" y="1"/>
                    <a:pt x="24" y="207"/>
                    <a:pt x="13" y="219"/>
                  </a:cubicBezTo>
                  <a:cubicBezTo>
                    <a:pt x="1" y="230"/>
                    <a:pt x="1" y="254"/>
                    <a:pt x="13" y="266"/>
                  </a:cubicBezTo>
                  <a:cubicBezTo>
                    <a:pt x="19" y="272"/>
                    <a:pt x="25" y="275"/>
                    <a:pt x="32" y="275"/>
                  </a:cubicBezTo>
                  <a:cubicBezTo>
                    <a:pt x="40" y="275"/>
                    <a:pt x="49" y="272"/>
                    <a:pt x="60" y="266"/>
                  </a:cubicBezTo>
                  <a:cubicBezTo>
                    <a:pt x="60" y="266"/>
                    <a:pt x="297" y="62"/>
                    <a:pt x="596" y="62"/>
                  </a:cubicBezTo>
                  <a:cubicBezTo>
                    <a:pt x="612" y="62"/>
                    <a:pt x="628" y="63"/>
                    <a:pt x="644" y="64"/>
                  </a:cubicBezTo>
                  <a:cubicBezTo>
                    <a:pt x="822" y="88"/>
                    <a:pt x="989" y="183"/>
                    <a:pt x="1132" y="361"/>
                  </a:cubicBezTo>
                  <a:cubicBezTo>
                    <a:pt x="1537" y="862"/>
                    <a:pt x="977" y="1504"/>
                    <a:pt x="965" y="1504"/>
                  </a:cubicBezTo>
                  <a:cubicBezTo>
                    <a:pt x="953" y="1516"/>
                    <a:pt x="953" y="1540"/>
                    <a:pt x="977" y="1552"/>
                  </a:cubicBezTo>
                  <a:cubicBezTo>
                    <a:pt x="977" y="1552"/>
                    <a:pt x="977" y="1564"/>
                    <a:pt x="989" y="1564"/>
                  </a:cubicBezTo>
                  <a:cubicBezTo>
                    <a:pt x="1001" y="1564"/>
                    <a:pt x="1013" y="1564"/>
                    <a:pt x="1025" y="1552"/>
                  </a:cubicBezTo>
                  <a:cubicBezTo>
                    <a:pt x="1025" y="1540"/>
                    <a:pt x="1620" y="873"/>
                    <a:pt x="1180" y="314"/>
                  </a:cubicBezTo>
                  <a:cubicBezTo>
                    <a:pt x="1025" y="123"/>
                    <a:pt x="846" y="16"/>
                    <a:pt x="644" y="4"/>
                  </a:cubicBezTo>
                  <a:cubicBezTo>
                    <a:pt x="620" y="2"/>
                    <a:pt x="596" y="1"/>
                    <a:pt x="57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1"/>
            <p:cNvSpPr/>
            <p:nvPr/>
          </p:nvSpPr>
          <p:spPr>
            <a:xfrm>
              <a:off x="3185200" y="1921250"/>
              <a:ext cx="23250" cy="9500"/>
            </a:xfrm>
            <a:custGeom>
              <a:avLst/>
              <a:gdLst/>
              <a:ahLst/>
              <a:cxnLst/>
              <a:rect l="l" t="t" r="r" b="b"/>
              <a:pathLst>
                <a:path w="930" h="380" extrusionOk="0">
                  <a:moveTo>
                    <a:pt x="335" y="0"/>
                  </a:moveTo>
                  <a:cubicBezTo>
                    <a:pt x="162" y="0"/>
                    <a:pt x="25" y="46"/>
                    <a:pt x="25" y="46"/>
                  </a:cubicBezTo>
                  <a:cubicBezTo>
                    <a:pt x="13" y="46"/>
                    <a:pt x="1" y="70"/>
                    <a:pt x="1" y="82"/>
                  </a:cubicBezTo>
                  <a:cubicBezTo>
                    <a:pt x="13" y="94"/>
                    <a:pt x="13" y="106"/>
                    <a:pt x="25" y="106"/>
                  </a:cubicBezTo>
                  <a:lnTo>
                    <a:pt x="48" y="106"/>
                  </a:lnTo>
                  <a:cubicBezTo>
                    <a:pt x="48" y="106"/>
                    <a:pt x="175" y="62"/>
                    <a:pt x="334" y="62"/>
                  </a:cubicBezTo>
                  <a:cubicBezTo>
                    <a:pt x="517" y="62"/>
                    <a:pt x="743" y="119"/>
                    <a:pt x="870" y="368"/>
                  </a:cubicBezTo>
                  <a:cubicBezTo>
                    <a:pt x="870" y="379"/>
                    <a:pt x="894" y="379"/>
                    <a:pt x="918" y="379"/>
                  </a:cubicBezTo>
                  <a:cubicBezTo>
                    <a:pt x="929" y="368"/>
                    <a:pt x="929" y="356"/>
                    <a:pt x="929" y="332"/>
                  </a:cubicBezTo>
                  <a:cubicBezTo>
                    <a:pt x="788" y="63"/>
                    <a:pt x="537" y="0"/>
                    <a:pt x="335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1"/>
            <p:cNvSpPr/>
            <p:nvPr/>
          </p:nvSpPr>
          <p:spPr>
            <a:xfrm>
              <a:off x="3187875" y="1787875"/>
              <a:ext cx="255425" cy="247900"/>
            </a:xfrm>
            <a:custGeom>
              <a:avLst/>
              <a:gdLst/>
              <a:ahLst/>
              <a:cxnLst/>
              <a:rect l="l" t="t" r="r" b="b"/>
              <a:pathLst>
                <a:path w="10217" h="9916" extrusionOk="0">
                  <a:moveTo>
                    <a:pt x="4712" y="1"/>
                  </a:moveTo>
                  <a:cubicBezTo>
                    <a:pt x="3715" y="1"/>
                    <a:pt x="2892" y="426"/>
                    <a:pt x="2323" y="1262"/>
                  </a:cubicBezTo>
                  <a:cubicBezTo>
                    <a:pt x="2323" y="1262"/>
                    <a:pt x="1251" y="2595"/>
                    <a:pt x="549" y="4822"/>
                  </a:cubicBezTo>
                  <a:cubicBezTo>
                    <a:pt x="1" y="6560"/>
                    <a:pt x="846" y="8703"/>
                    <a:pt x="2918" y="9513"/>
                  </a:cubicBezTo>
                  <a:cubicBezTo>
                    <a:pt x="3560" y="9763"/>
                    <a:pt x="4243" y="9916"/>
                    <a:pt x="4924" y="9916"/>
                  </a:cubicBezTo>
                  <a:cubicBezTo>
                    <a:pt x="6315" y="9916"/>
                    <a:pt x="7697" y="9279"/>
                    <a:pt x="8704" y="7536"/>
                  </a:cubicBezTo>
                  <a:cubicBezTo>
                    <a:pt x="10217" y="4929"/>
                    <a:pt x="10050" y="2428"/>
                    <a:pt x="7704" y="1000"/>
                  </a:cubicBezTo>
                  <a:cubicBezTo>
                    <a:pt x="6606" y="331"/>
                    <a:pt x="5591" y="1"/>
                    <a:pt x="4712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3197400" y="1835775"/>
              <a:ext cx="29800" cy="60950"/>
            </a:xfrm>
            <a:custGeom>
              <a:avLst/>
              <a:gdLst/>
              <a:ahLst/>
              <a:cxnLst/>
              <a:rect l="l" t="t" r="r" b="b"/>
              <a:pathLst>
                <a:path w="1192" h="2438" extrusionOk="0">
                  <a:moveTo>
                    <a:pt x="1049" y="0"/>
                  </a:moveTo>
                  <a:lnTo>
                    <a:pt x="1049" y="0"/>
                  </a:lnTo>
                  <a:cubicBezTo>
                    <a:pt x="441" y="655"/>
                    <a:pt x="72" y="1524"/>
                    <a:pt x="1" y="2417"/>
                  </a:cubicBezTo>
                  <a:lnTo>
                    <a:pt x="49" y="2286"/>
                  </a:lnTo>
                  <a:cubicBezTo>
                    <a:pt x="95" y="2387"/>
                    <a:pt x="212" y="2437"/>
                    <a:pt x="330" y="2437"/>
                  </a:cubicBezTo>
                  <a:cubicBezTo>
                    <a:pt x="394" y="2437"/>
                    <a:pt x="459" y="2423"/>
                    <a:pt x="513" y="2394"/>
                  </a:cubicBezTo>
                  <a:cubicBezTo>
                    <a:pt x="668" y="2310"/>
                    <a:pt x="763" y="2144"/>
                    <a:pt x="834" y="1977"/>
                  </a:cubicBezTo>
                  <a:cubicBezTo>
                    <a:pt x="1120" y="1370"/>
                    <a:pt x="1192" y="655"/>
                    <a:pt x="1049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3201700" y="1751975"/>
              <a:ext cx="289225" cy="223900"/>
            </a:xfrm>
            <a:custGeom>
              <a:avLst/>
              <a:gdLst/>
              <a:ahLst/>
              <a:cxnLst/>
              <a:rect l="l" t="t" r="r" b="b"/>
              <a:pathLst>
                <a:path w="11569" h="8956" extrusionOk="0">
                  <a:moveTo>
                    <a:pt x="3492" y="0"/>
                  </a:moveTo>
                  <a:cubicBezTo>
                    <a:pt x="2451" y="0"/>
                    <a:pt x="2294" y="1257"/>
                    <a:pt x="2294" y="1257"/>
                  </a:cubicBezTo>
                  <a:cubicBezTo>
                    <a:pt x="2289" y="1257"/>
                    <a:pt x="2285" y="1257"/>
                    <a:pt x="2281" y="1257"/>
                  </a:cubicBezTo>
                  <a:cubicBezTo>
                    <a:pt x="1607" y="1257"/>
                    <a:pt x="1" y="3154"/>
                    <a:pt x="841" y="3745"/>
                  </a:cubicBezTo>
                  <a:cubicBezTo>
                    <a:pt x="1053" y="3893"/>
                    <a:pt x="1295" y="3948"/>
                    <a:pt x="1538" y="3948"/>
                  </a:cubicBezTo>
                  <a:cubicBezTo>
                    <a:pt x="2277" y="3948"/>
                    <a:pt x="3032" y="3436"/>
                    <a:pt x="3032" y="3436"/>
                  </a:cubicBezTo>
                  <a:lnTo>
                    <a:pt x="3032" y="3436"/>
                  </a:lnTo>
                  <a:cubicBezTo>
                    <a:pt x="2639" y="3852"/>
                    <a:pt x="2936" y="4269"/>
                    <a:pt x="2936" y="4269"/>
                  </a:cubicBezTo>
                  <a:cubicBezTo>
                    <a:pt x="3454" y="4926"/>
                    <a:pt x="5421" y="5028"/>
                    <a:pt x="6592" y="5028"/>
                  </a:cubicBezTo>
                  <a:cubicBezTo>
                    <a:pt x="7119" y="5028"/>
                    <a:pt x="7485" y="5007"/>
                    <a:pt x="7485" y="5007"/>
                  </a:cubicBezTo>
                  <a:lnTo>
                    <a:pt x="7485" y="5007"/>
                  </a:lnTo>
                  <a:cubicBezTo>
                    <a:pt x="7270" y="6388"/>
                    <a:pt x="7830" y="6865"/>
                    <a:pt x="7830" y="6865"/>
                  </a:cubicBezTo>
                  <a:cubicBezTo>
                    <a:pt x="7497" y="8210"/>
                    <a:pt x="8199" y="8627"/>
                    <a:pt x="8199" y="8627"/>
                  </a:cubicBezTo>
                  <a:cubicBezTo>
                    <a:pt x="8199" y="8627"/>
                    <a:pt x="7903" y="8955"/>
                    <a:pt x="8525" y="8955"/>
                  </a:cubicBezTo>
                  <a:cubicBezTo>
                    <a:pt x="8661" y="8955"/>
                    <a:pt x="8842" y="8939"/>
                    <a:pt x="9080" y="8901"/>
                  </a:cubicBezTo>
                  <a:cubicBezTo>
                    <a:pt x="10414" y="8698"/>
                    <a:pt x="10080" y="6841"/>
                    <a:pt x="10080" y="6841"/>
                  </a:cubicBezTo>
                  <a:cubicBezTo>
                    <a:pt x="11569" y="5555"/>
                    <a:pt x="9390" y="3281"/>
                    <a:pt x="9390" y="3281"/>
                  </a:cubicBezTo>
                  <a:cubicBezTo>
                    <a:pt x="9283" y="2602"/>
                    <a:pt x="8818" y="1709"/>
                    <a:pt x="7723" y="1305"/>
                  </a:cubicBezTo>
                  <a:cubicBezTo>
                    <a:pt x="6627" y="888"/>
                    <a:pt x="6211" y="1102"/>
                    <a:pt x="4365" y="233"/>
                  </a:cubicBezTo>
                  <a:cubicBezTo>
                    <a:pt x="4021" y="67"/>
                    <a:pt x="3733" y="0"/>
                    <a:pt x="3492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3427200" y="1811050"/>
              <a:ext cx="34250" cy="38725"/>
            </a:xfrm>
            <a:custGeom>
              <a:avLst/>
              <a:gdLst/>
              <a:ahLst/>
              <a:cxnLst/>
              <a:rect l="l" t="t" r="r" b="b"/>
              <a:pathLst>
                <a:path w="1370" h="1549" extrusionOk="0">
                  <a:moveTo>
                    <a:pt x="1058" y="1"/>
                  </a:moveTo>
                  <a:cubicBezTo>
                    <a:pt x="1018" y="1"/>
                    <a:pt x="978" y="9"/>
                    <a:pt x="941" y="25"/>
                  </a:cubicBezTo>
                  <a:cubicBezTo>
                    <a:pt x="870" y="73"/>
                    <a:pt x="810" y="144"/>
                    <a:pt x="763" y="215"/>
                  </a:cubicBezTo>
                  <a:cubicBezTo>
                    <a:pt x="513" y="561"/>
                    <a:pt x="251" y="906"/>
                    <a:pt x="1" y="1251"/>
                  </a:cubicBezTo>
                  <a:lnTo>
                    <a:pt x="346" y="1549"/>
                  </a:lnTo>
                  <a:cubicBezTo>
                    <a:pt x="667" y="1418"/>
                    <a:pt x="977" y="1228"/>
                    <a:pt x="1251" y="1013"/>
                  </a:cubicBezTo>
                  <a:cubicBezTo>
                    <a:pt x="1310" y="966"/>
                    <a:pt x="1370" y="870"/>
                    <a:pt x="1322" y="811"/>
                  </a:cubicBezTo>
                  <a:cubicBezTo>
                    <a:pt x="1305" y="794"/>
                    <a:pt x="1285" y="787"/>
                    <a:pt x="1263" y="787"/>
                  </a:cubicBezTo>
                  <a:cubicBezTo>
                    <a:pt x="1225" y="787"/>
                    <a:pt x="1182" y="807"/>
                    <a:pt x="1144" y="823"/>
                  </a:cubicBezTo>
                  <a:cubicBezTo>
                    <a:pt x="953" y="918"/>
                    <a:pt x="763" y="1013"/>
                    <a:pt x="572" y="1108"/>
                  </a:cubicBezTo>
                  <a:cubicBezTo>
                    <a:pt x="810" y="906"/>
                    <a:pt x="1025" y="656"/>
                    <a:pt x="1167" y="382"/>
                  </a:cubicBezTo>
                  <a:cubicBezTo>
                    <a:pt x="1227" y="275"/>
                    <a:pt x="1275" y="132"/>
                    <a:pt x="1191" y="49"/>
                  </a:cubicBezTo>
                  <a:cubicBezTo>
                    <a:pt x="1158" y="15"/>
                    <a:pt x="1109" y="1"/>
                    <a:pt x="1058" y="1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3226875" y="1813450"/>
              <a:ext cx="172975" cy="64900"/>
            </a:xfrm>
            <a:custGeom>
              <a:avLst/>
              <a:gdLst/>
              <a:ahLst/>
              <a:cxnLst/>
              <a:rect l="l" t="t" r="r" b="b"/>
              <a:pathLst>
                <a:path w="6919" h="2596" extrusionOk="0">
                  <a:moveTo>
                    <a:pt x="72" y="0"/>
                  </a:moveTo>
                  <a:lnTo>
                    <a:pt x="1" y="36"/>
                  </a:lnTo>
                  <a:cubicBezTo>
                    <a:pt x="215" y="441"/>
                    <a:pt x="596" y="739"/>
                    <a:pt x="1037" y="858"/>
                  </a:cubicBezTo>
                  <a:cubicBezTo>
                    <a:pt x="1155" y="885"/>
                    <a:pt x="1278" y="899"/>
                    <a:pt x="1401" y="899"/>
                  </a:cubicBezTo>
                  <a:cubicBezTo>
                    <a:pt x="1599" y="899"/>
                    <a:pt x="1798" y="864"/>
                    <a:pt x="1989" y="798"/>
                  </a:cubicBezTo>
                  <a:lnTo>
                    <a:pt x="1989" y="798"/>
                  </a:lnTo>
                  <a:cubicBezTo>
                    <a:pt x="1858" y="905"/>
                    <a:pt x="1751" y="1048"/>
                    <a:pt x="1703" y="1215"/>
                  </a:cubicBezTo>
                  <a:cubicBezTo>
                    <a:pt x="1584" y="1620"/>
                    <a:pt x="1858" y="2048"/>
                    <a:pt x="2191" y="2251"/>
                  </a:cubicBezTo>
                  <a:cubicBezTo>
                    <a:pt x="2537" y="2453"/>
                    <a:pt x="2930" y="2501"/>
                    <a:pt x="3346" y="2525"/>
                  </a:cubicBezTo>
                  <a:cubicBezTo>
                    <a:pt x="4037" y="2572"/>
                    <a:pt x="4739" y="2596"/>
                    <a:pt x="5430" y="2596"/>
                  </a:cubicBezTo>
                  <a:cubicBezTo>
                    <a:pt x="5930" y="2596"/>
                    <a:pt x="6430" y="2584"/>
                    <a:pt x="6918" y="2560"/>
                  </a:cubicBezTo>
                  <a:lnTo>
                    <a:pt x="6918" y="2489"/>
                  </a:lnTo>
                  <a:cubicBezTo>
                    <a:pt x="6427" y="2514"/>
                    <a:pt x="5932" y="2526"/>
                    <a:pt x="5436" y="2526"/>
                  </a:cubicBezTo>
                  <a:cubicBezTo>
                    <a:pt x="4742" y="2526"/>
                    <a:pt x="4046" y="2502"/>
                    <a:pt x="3358" y="2453"/>
                  </a:cubicBezTo>
                  <a:cubicBezTo>
                    <a:pt x="2942" y="2429"/>
                    <a:pt x="2561" y="2382"/>
                    <a:pt x="2227" y="2191"/>
                  </a:cubicBezTo>
                  <a:cubicBezTo>
                    <a:pt x="1929" y="2001"/>
                    <a:pt x="1668" y="1608"/>
                    <a:pt x="1775" y="1239"/>
                  </a:cubicBezTo>
                  <a:cubicBezTo>
                    <a:pt x="1858" y="977"/>
                    <a:pt x="2072" y="798"/>
                    <a:pt x="2334" y="608"/>
                  </a:cubicBezTo>
                  <a:lnTo>
                    <a:pt x="2299" y="548"/>
                  </a:lnTo>
                  <a:cubicBezTo>
                    <a:pt x="2037" y="731"/>
                    <a:pt x="1719" y="825"/>
                    <a:pt x="1404" y="825"/>
                  </a:cubicBezTo>
                  <a:cubicBezTo>
                    <a:pt x="1288" y="825"/>
                    <a:pt x="1172" y="812"/>
                    <a:pt x="1060" y="786"/>
                  </a:cubicBezTo>
                  <a:cubicBezTo>
                    <a:pt x="632" y="679"/>
                    <a:pt x="263" y="381"/>
                    <a:pt x="72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3367375" y="1957200"/>
              <a:ext cx="65550" cy="62500"/>
            </a:xfrm>
            <a:custGeom>
              <a:avLst/>
              <a:gdLst/>
              <a:ahLst/>
              <a:cxnLst/>
              <a:rect l="l" t="t" r="r" b="b"/>
              <a:pathLst>
                <a:path w="2622" h="2500" extrusionOk="0">
                  <a:moveTo>
                    <a:pt x="1022" y="1"/>
                  </a:moveTo>
                  <a:cubicBezTo>
                    <a:pt x="1000" y="1"/>
                    <a:pt x="989" y="1"/>
                    <a:pt x="989" y="1"/>
                  </a:cubicBezTo>
                  <a:lnTo>
                    <a:pt x="0" y="1477"/>
                  </a:lnTo>
                  <a:cubicBezTo>
                    <a:pt x="110" y="2090"/>
                    <a:pt x="638" y="2500"/>
                    <a:pt x="1166" y="2500"/>
                  </a:cubicBezTo>
                  <a:cubicBezTo>
                    <a:pt x="1613" y="2500"/>
                    <a:pt x="2060" y="2205"/>
                    <a:pt x="2251" y="1489"/>
                  </a:cubicBezTo>
                  <a:cubicBezTo>
                    <a:pt x="2622" y="61"/>
                    <a:pt x="1254" y="1"/>
                    <a:pt x="1022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1"/>
            <p:cNvSpPr/>
            <p:nvPr/>
          </p:nvSpPr>
          <p:spPr>
            <a:xfrm>
              <a:off x="3376900" y="1971350"/>
              <a:ext cx="42300" cy="29350"/>
            </a:xfrm>
            <a:custGeom>
              <a:avLst/>
              <a:gdLst/>
              <a:ahLst/>
              <a:cxnLst/>
              <a:rect l="l" t="t" r="r" b="b"/>
              <a:pathLst>
                <a:path w="1692" h="1174" extrusionOk="0">
                  <a:moveTo>
                    <a:pt x="937" y="1"/>
                  </a:moveTo>
                  <a:cubicBezTo>
                    <a:pt x="851" y="1"/>
                    <a:pt x="761" y="14"/>
                    <a:pt x="667" y="42"/>
                  </a:cubicBezTo>
                  <a:cubicBezTo>
                    <a:pt x="0" y="233"/>
                    <a:pt x="96" y="1138"/>
                    <a:pt x="96" y="1138"/>
                  </a:cubicBezTo>
                  <a:cubicBezTo>
                    <a:pt x="96" y="1150"/>
                    <a:pt x="108" y="1162"/>
                    <a:pt x="119" y="1173"/>
                  </a:cubicBezTo>
                  <a:lnTo>
                    <a:pt x="131" y="1173"/>
                  </a:lnTo>
                  <a:cubicBezTo>
                    <a:pt x="155" y="1173"/>
                    <a:pt x="167" y="1150"/>
                    <a:pt x="167" y="1138"/>
                  </a:cubicBezTo>
                  <a:cubicBezTo>
                    <a:pt x="155" y="1126"/>
                    <a:pt x="72" y="280"/>
                    <a:pt x="691" y="102"/>
                  </a:cubicBezTo>
                  <a:cubicBezTo>
                    <a:pt x="777" y="78"/>
                    <a:pt x="860" y="65"/>
                    <a:pt x="939" y="65"/>
                  </a:cubicBezTo>
                  <a:cubicBezTo>
                    <a:pt x="1055" y="65"/>
                    <a:pt x="1163" y="93"/>
                    <a:pt x="1262" y="150"/>
                  </a:cubicBezTo>
                  <a:cubicBezTo>
                    <a:pt x="1536" y="304"/>
                    <a:pt x="1620" y="638"/>
                    <a:pt x="1620" y="650"/>
                  </a:cubicBezTo>
                  <a:cubicBezTo>
                    <a:pt x="1632" y="661"/>
                    <a:pt x="1643" y="673"/>
                    <a:pt x="1667" y="673"/>
                  </a:cubicBezTo>
                  <a:cubicBezTo>
                    <a:pt x="1679" y="661"/>
                    <a:pt x="1691" y="650"/>
                    <a:pt x="1691" y="638"/>
                  </a:cubicBezTo>
                  <a:cubicBezTo>
                    <a:pt x="1679" y="614"/>
                    <a:pt x="1596" y="269"/>
                    <a:pt x="1298" y="90"/>
                  </a:cubicBezTo>
                  <a:cubicBezTo>
                    <a:pt x="1190" y="32"/>
                    <a:pt x="1069" y="1"/>
                    <a:pt x="937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1"/>
            <p:cNvSpPr/>
            <p:nvPr/>
          </p:nvSpPr>
          <p:spPr>
            <a:xfrm>
              <a:off x="3381375" y="1981350"/>
              <a:ext cx="23525" cy="10125"/>
            </a:xfrm>
            <a:custGeom>
              <a:avLst/>
              <a:gdLst/>
              <a:ahLst/>
              <a:cxnLst/>
              <a:rect l="l" t="t" r="r" b="b"/>
              <a:pathLst>
                <a:path w="941" h="405" extrusionOk="0">
                  <a:moveTo>
                    <a:pt x="299" y="0"/>
                  </a:moveTo>
                  <a:cubicBezTo>
                    <a:pt x="213" y="0"/>
                    <a:pt x="120" y="20"/>
                    <a:pt x="24" y="71"/>
                  </a:cubicBezTo>
                  <a:cubicBezTo>
                    <a:pt x="0" y="83"/>
                    <a:pt x="0" y="107"/>
                    <a:pt x="0" y="119"/>
                  </a:cubicBezTo>
                  <a:cubicBezTo>
                    <a:pt x="8" y="127"/>
                    <a:pt x="23" y="135"/>
                    <a:pt x="35" y="135"/>
                  </a:cubicBezTo>
                  <a:cubicBezTo>
                    <a:pt x="40" y="135"/>
                    <a:pt x="44" y="134"/>
                    <a:pt x="48" y="131"/>
                  </a:cubicBezTo>
                  <a:cubicBezTo>
                    <a:pt x="135" y="85"/>
                    <a:pt x="219" y="66"/>
                    <a:pt x="297" y="66"/>
                  </a:cubicBezTo>
                  <a:cubicBezTo>
                    <a:pt x="628" y="66"/>
                    <a:pt x="869" y="392"/>
                    <a:pt x="869" y="392"/>
                  </a:cubicBezTo>
                  <a:cubicBezTo>
                    <a:pt x="881" y="404"/>
                    <a:pt x="881" y="404"/>
                    <a:pt x="893" y="404"/>
                  </a:cubicBezTo>
                  <a:lnTo>
                    <a:pt x="917" y="404"/>
                  </a:lnTo>
                  <a:cubicBezTo>
                    <a:pt x="929" y="392"/>
                    <a:pt x="941" y="369"/>
                    <a:pt x="929" y="357"/>
                  </a:cubicBezTo>
                  <a:cubicBezTo>
                    <a:pt x="919" y="357"/>
                    <a:pt x="661" y="0"/>
                    <a:pt x="299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1"/>
            <p:cNvSpPr/>
            <p:nvPr/>
          </p:nvSpPr>
          <p:spPr>
            <a:xfrm>
              <a:off x="3272725" y="1967325"/>
              <a:ext cx="18175" cy="7600"/>
            </a:xfrm>
            <a:custGeom>
              <a:avLst/>
              <a:gdLst/>
              <a:ahLst/>
              <a:cxnLst/>
              <a:rect l="l" t="t" r="r" b="b"/>
              <a:pathLst>
                <a:path w="727" h="304" extrusionOk="0">
                  <a:moveTo>
                    <a:pt x="703" y="1"/>
                  </a:moveTo>
                  <a:cubicBezTo>
                    <a:pt x="691" y="1"/>
                    <a:pt x="667" y="1"/>
                    <a:pt x="667" y="25"/>
                  </a:cubicBezTo>
                  <a:cubicBezTo>
                    <a:pt x="667" y="34"/>
                    <a:pt x="566" y="238"/>
                    <a:pt x="302" y="238"/>
                  </a:cubicBezTo>
                  <a:cubicBezTo>
                    <a:pt x="227" y="238"/>
                    <a:pt x="139" y="222"/>
                    <a:pt x="36" y="180"/>
                  </a:cubicBezTo>
                  <a:cubicBezTo>
                    <a:pt x="24" y="180"/>
                    <a:pt x="12" y="191"/>
                    <a:pt x="0" y="203"/>
                  </a:cubicBezTo>
                  <a:cubicBezTo>
                    <a:pt x="0" y="215"/>
                    <a:pt x="0" y="239"/>
                    <a:pt x="12" y="239"/>
                  </a:cubicBezTo>
                  <a:cubicBezTo>
                    <a:pt x="48" y="251"/>
                    <a:pt x="84" y="263"/>
                    <a:pt x="107" y="275"/>
                  </a:cubicBezTo>
                  <a:cubicBezTo>
                    <a:pt x="177" y="295"/>
                    <a:pt x="241" y="304"/>
                    <a:pt x="298" y="304"/>
                  </a:cubicBezTo>
                  <a:cubicBezTo>
                    <a:pt x="607" y="304"/>
                    <a:pt x="727" y="49"/>
                    <a:pt x="727" y="49"/>
                  </a:cubicBezTo>
                  <a:cubicBezTo>
                    <a:pt x="727" y="25"/>
                    <a:pt x="727" y="13"/>
                    <a:pt x="70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1"/>
            <p:cNvSpPr/>
            <p:nvPr/>
          </p:nvSpPr>
          <p:spPr>
            <a:xfrm>
              <a:off x="3303675" y="1969825"/>
              <a:ext cx="51825" cy="27550"/>
            </a:xfrm>
            <a:custGeom>
              <a:avLst/>
              <a:gdLst/>
              <a:ahLst/>
              <a:cxnLst/>
              <a:rect l="l" t="t" r="r" b="b"/>
              <a:pathLst>
                <a:path w="2073" h="1102" extrusionOk="0">
                  <a:moveTo>
                    <a:pt x="918" y="1"/>
                  </a:moveTo>
                  <a:cubicBezTo>
                    <a:pt x="443" y="1"/>
                    <a:pt x="56" y="183"/>
                    <a:pt x="24" y="461"/>
                  </a:cubicBezTo>
                  <a:cubicBezTo>
                    <a:pt x="0" y="758"/>
                    <a:pt x="429" y="1044"/>
                    <a:pt x="989" y="1092"/>
                  </a:cubicBezTo>
                  <a:cubicBezTo>
                    <a:pt x="1053" y="1099"/>
                    <a:pt x="1117" y="1102"/>
                    <a:pt x="1179" y="1102"/>
                  </a:cubicBezTo>
                  <a:cubicBezTo>
                    <a:pt x="1643" y="1102"/>
                    <a:pt x="2017" y="914"/>
                    <a:pt x="2048" y="651"/>
                  </a:cubicBezTo>
                  <a:cubicBezTo>
                    <a:pt x="2072" y="353"/>
                    <a:pt x="1644" y="68"/>
                    <a:pt x="1084" y="8"/>
                  </a:cubicBezTo>
                  <a:cubicBezTo>
                    <a:pt x="1028" y="3"/>
                    <a:pt x="972" y="1"/>
                    <a:pt x="918" y="1"/>
                  </a:cubicBezTo>
                  <a:close/>
                </a:path>
              </a:pathLst>
            </a:custGeom>
            <a:solidFill>
              <a:srgbClr val="DF9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1"/>
            <p:cNvSpPr/>
            <p:nvPr/>
          </p:nvSpPr>
          <p:spPr>
            <a:xfrm>
              <a:off x="3331350" y="1905000"/>
              <a:ext cx="39325" cy="29275"/>
            </a:xfrm>
            <a:custGeom>
              <a:avLst/>
              <a:gdLst/>
              <a:ahLst/>
              <a:cxnLst/>
              <a:rect l="l" t="t" r="r" b="b"/>
              <a:pathLst>
                <a:path w="1573" h="1171" extrusionOk="0">
                  <a:moveTo>
                    <a:pt x="331" y="1"/>
                  </a:moveTo>
                  <a:cubicBezTo>
                    <a:pt x="249" y="1"/>
                    <a:pt x="185" y="32"/>
                    <a:pt x="132" y="77"/>
                  </a:cubicBezTo>
                  <a:cubicBezTo>
                    <a:pt x="1" y="196"/>
                    <a:pt x="72" y="470"/>
                    <a:pt x="370" y="744"/>
                  </a:cubicBezTo>
                  <a:cubicBezTo>
                    <a:pt x="661" y="1016"/>
                    <a:pt x="886" y="1170"/>
                    <a:pt x="1067" y="1170"/>
                  </a:cubicBezTo>
                  <a:cubicBezTo>
                    <a:pt x="1115" y="1170"/>
                    <a:pt x="1161" y="1159"/>
                    <a:pt x="1203" y="1137"/>
                  </a:cubicBezTo>
                  <a:cubicBezTo>
                    <a:pt x="1203" y="1137"/>
                    <a:pt x="1572" y="970"/>
                    <a:pt x="1049" y="446"/>
                  </a:cubicBezTo>
                  <a:cubicBezTo>
                    <a:pt x="706" y="111"/>
                    <a:pt x="486" y="1"/>
                    <a:pt x="331" y="1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1"/>
            <p:cNvSpPr/>
            <p:nvPr/>
          </p:nvSpPr>
          <p:spPr>
            <a:xfrm>
              <a:off x="3317375" y="1941775"/>
              <a:ext cx="17875" cy="18700"/>
            </a:xfrm>
            <a:custGeom>
              <a:avLst/>
              <a:gdLst/>
              <a:ahLst/>
              <a:cxnLst/>
              <a:rect l="l" t="t" r="r" b="b"/>
              <a:pathLst>
                <a:path w="715" h="748" extrusionOk="0">
                  <a:moveTo>
                    <a:pt x="390" y="0"/>
                  </a:moveTo>
                  <a:cubicBezTo>
                    <a:pt x="247" y="0"/>
                    <a:pt x="110" y="112"/>
                    <a:pt x="60" y="285"/>
                  </a:cubicBezTo>
                  <a:cubicBezTo>
                    <a:pt x="0" y="487"/>
                    <a:pt x="84" y="690"/>
                    <a:pt x="250" y="737"/>
                  </a:cubicBezTo>
                  <a:cubicBezTo>
                    <a:pt x="275" y="744"/>
                    <a:pt x="300" y="748"/>
                    <a:pt x="325" y="748"/>
                  </a:cubicBezTo>
                  <a:cubicBezTo>
                    <a:pt x="467" y="748"/>
                    <a:pt x="604" y="636"/>
                    <a:pt x="655" y="463"/>
                  </a:cubicBezTo>
                  <a:cubicBezTo>
                    <a:pt x="715" y="261"/>
                    <a:pt x="631" y="59"/>
                    <a:pt x="465" y="11"/>
                  </a:cubicBezTo>
                  <a:cubicBezTo>
                    <a:pt x="440" y="4"/>
                    <a:pt x="415" y="0"/>
                    <a:pt x="390" y="0"/>
                  </a:cubicBezTo>
                  <a:close/>
                </a:path>
              </a:pathLst>
            </a:custGeom>
            <a:solidFill>
              <a:srgbClr val="00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1"/>
            <p:cNvSpPr/>
            <p:nvPr/>
          </p:nvSpPr>
          <p:spPr>
            <a:xfrm>
              <a:off x="3207225" y="1937725"/>
              <a:ext cx="51825" cy="33925"/>
            </a:xfrm>
            <a:custGeom>
              <a:avLst/>
              <a:gdLst/>
              <a:ahLst/>
              <a:cxnLst/>
              <a:rect l="l" t="t" r="r" b="b"/>
              <a:pathLst>
                <a:path w="2073" h="1357" extrusionOk="0">
                  <a:moveTo>
                    <a:pt x="587" y="0"/>
                  </a:moveTo>
                  <a:cubicBezTo>
                    <a:pt x="379" y="0"/>
                    <a:pt x="215" y="66"/>
                    <a:pt x="144" y="197"/>
                  </a:cubicBezTo>
                  <a:cubicBezTo>
                    <a:pt x="1" y="471"/>
                    <a:pt x="287" y="899"/>
                    <a:pt x="787" y="1161"/>
                  </a:cubicBezTo>
                  <a:cubicBezTo>
                    <a:pt x="1034" y="1291"/>
                    <a:pt x="1284" y="1356"/>
                    <a:pt x="1491" y="1356"/>
                  </a:cubicBezTo>
                  <a:cubicBezTo>
                    <a:pt x="1703" y="1356"/>
                    <a:pt x="1869" y="1288"/>
                    <a:pt x="1942" y="1149"/>
                  </a:cubicBezTo>
                  <a:cubicBezTo>
                    <a:pt x="2073" y="887"/>
                    <a:pt x="1787" y="459"/>
                    <a:pt x="1299" y="197"/>
                  </a:cubicBezTo>
                  <a:cubicBezTo>
                    <a:pt x="1049" y="66"/>
                    <a:pt x="796" y="0"/>
                    <a:pt x="587" y="0"/>
                  </a:cubicBezTo>
                  <a:close/>
                </a:path>
              </a:pathLst>
            </a:custGeom>
            <a:solidFill>
              <a:srgbClr val="DF9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1"/>
            <p:cNvSpPr/>
            <p:nvPr/>
          </p:nvSpPr>
          <p:spPr>
            <a:xfrm>
              <a:off x="3228975" y="1881650"/>
              <a:ext cx="43475" cy="18100"/>
            </a:xfrm>
            <a:custGeom>
              <a:avLst/>
              <a:gdLst/>
              <a:ahLst/>
              <a:cxnLst/>
              <a:rect l="l" t="t" r="r" b="b"/>
              <a:pathLst>
                <a:path w="1739" h="724" extrusionOk="0">
                  <a:moveTo>
                    <a:pt x="1212" y="0"/>
                  </a:moveTo>
                  <a:cubicBezTo>
                    <a:pt x="1083" y="0"/>
                    <a:pt x="920" y="18"/>
                    <a:pt x="714" y="58"/>
                  </a:cubicBezTo>
                  <a:cubicBezTo>
                    <a:pt x="0" y="189"/>
                    <a:pt x="214" y="547"/>
                    <a:pt x="214" y="547"/>
                  </a:cubicBezTo>
                  <a:cubicBezTo>
                    <a:pt x="291" y="670"/>
                    <a:pt x="443" y="723"/>
                    <a:pt x="672" y="723"/>
                  </a:cubicBezTo>
                  <a:cubicBezTo>
                    <a:pt x="797" y="723"/>
                    <a:pt x="946" y="707"/>
                    <a:pt x="1119" y="678"/>
                  </a:cubicBezTo>
                  <a:cubicBezTo>
                    <a:pt x="1524" y="606"/>
                    <a:pt x="1738" y="428"/>
                    <a:pt x="1691" y="249"/>
                  </a:cubicBezTo>
                  <a:cubicBezTo>
                    <a:pt x="1648" y="112"/>
                    <a:pt x="1538" y="0"/>
                    <a:pt x="1212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1"/>
            <p:cNvSpPr/>
            <p:nvPr/>
          </p:nvSpPr>
          <p:spPr>
            <a:xfrm>
              <a:off x="3244750" y="1918550"/>
              <a:ext cx="17875" cy="18700"/>
            </a:xfrm>
            <a:custGeom>
              <a:avLst/>
              <a:gdLst/>
              <a:ahLst/>
              <a:cxnLst/>
              <a:rect l="l" t="t" r="r" b="b"/>
              <a:pathLst>
                <a:path w="715" h="748" extrusionOk="0">
                  <a:moveTo>
                    <a:pt x="390" y="1"/>
                  </a:moveTo>
                  <a:cubicBezTo>
                    <a:pt x="247" y="1"/>
                    <a:pt x="110" y="113"/>
                    <a:pt x="60" y="285"/>
                  </a:cubicBezTo>
                  <a:cubicBezTo>
                    <a:pt x="0" y="487"/>
                    <a:pt x="83" y="690"/>
                    <a:pt x="250" y="738"/>
                  </a:cubicBezTo>
                  <a:cubicBezTo>
                    <a:pt x="273" y="745"/>
                    <a:pt x="297" y="748"/>
                    <a:pt x="321" y="748"/>
                  </a:cubicBezTo>
                  <a:cubicBezTo>
                    <a:pt x="458" y="748"/>
                    <a:pt x="604" y="636"/>
                    <a:pt x="655" y="464"/>
                  </a:cubicBezTo>
                  <a:cubicBezTo>
                    <a:pt x="714" y="261"/>
                    <a:pt x="631" y="59"/>
                    <a:pt x="464" y="11"/>
                  </a:cubicBezTo>
                  <a:cubicBezTo>
                    <a:pt x="440" y="4"/>
                    <a:pt x="415" y="1"/>
                    <a:pt x="390" y="1"/>
                  </a:cubicBezTo>
                  <a:close/>
                </a:path>
              </a:pathLst>
            </a:custGeom>
            <a:solidFill>
              <a:srgbClr val="00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1"/>
            <p:cNvSpPr/>
            <p:nvPr/>
          </p:nvSpPr>
          <p:spPr>
            <a:xfrm>
              <a:off x="3270325" y="1883700"/>
              <a:ext cx="45875" cy="71750"/>
            </a:xfrm>
            <a:custGeom>
              <a:avLst/>
              <a:gdLst/>
              <a:ahLst/>
              <a:cxnLst/>
              <a:rect l="l" t="t" r="r" b="b"/>
              <a:pathLst>
                <a:path w="1835" h="2870" extrusionOk="0">
                  <a:moveTo>
                    <a:pt x="1799" y="0"/>
                  </a:moveTo>
                  <a:cubicBezTo>
                    <a:pt x="1787" y="0"/>
                    <a:pt x="1775" y="12"/>
                    <a:pt x="1763" y="24"/>
                  </a:cubicBezTo>
                  <a:cubicBezTo>
                    <a:pt x="1644" y="560"/>
                    <a:pt x="1311" y="1965"/>
                    <a:pt x="1144" y="2096"/>
                  </a:cubicBezTo>
                  <a:cubicBezTo>
                    <a:pt x="1104" y="2132"/>
                    <a:pt x="1058" y="2150"/>
                    <a:pt x="1006" y="2150"/>
                  </a:cubicBezTo>
                  <a:cubicBezTo>
                    <a:pt x="902" y="2150"/>
                    <a:pt x="775" y="2076"/>
                    <a:pt x="632" y="1917"/>
                  </a:cubicBezTo>
                  <a:cubicBezTo>
                    <a:pt x="632" y="1917"/>
                    <a:pt x="620" y="1905"/>
                    <a:pt x="620" y="1905"/>
                  </a:cubicBezTo>
                  <a:cubicBezTo>
                    <a:pt x="551" y="1836"/>
                    <a:pt x="477" y="1802"/>
                    <a:pt x="405" y="1802"/>
                  </a:cubicBezTo>
                  <a:cubicBezTo>
                    <a:pt x="365" y="1802"/>
                    <a:pt x="325" y="1813"/>
                    <a:pt x="287" y="1834"/>
                  </a:cubicBezTo>
                  <a:cubicBezTo>
                    <a:pt x="120" y="1917"/>
                    <a:pt x="1" y="2191"/>
                    <a:pt x="37" y="2405"/>
                  </a:cubicBezTo>
                  <a:cubicBezTo>
                    <a:pt x="84" y="2667"/>
                    <a:pt x="299" y="2858"/>
                    <a:pt x="311" y="2870"/>
                  </a:cubicBezTo>
                  <a:cubicBezTo>
                    <a:pt x="322" y="2870"/>
                    <a:pt x="334" y="2870"/>
                    <a:pt x="346" y="2858"/>
                  </a:cubicBezTo>
                  <a:cubicBezTo>
                    <a:pt x="358" y="2846"/>
                    <a:pt x="358" y="2834"/>
                    <a:pt x="346" y="2822"/>
                  </a:cubicBezTo>
                  <a:cubicBezTo>
                    <a:pt x="346" y="2822"/>
                    <a:pt x="144" y="2632"/>
                    <a:pt x="96" y="2393"/>
                  </a:cubicBezTo>
                  <a:cubicBezTo>
                    <a:pt x="61" y="2203"/>
                    <a:pt x="168" y="1965"/>
                    <a:pt x="311" y="1881"/>
                  </a:cubicBezTo>
                  <a:cubicBezTo>
                    <a:pt x="338" y="1870"/>
                    <a:pt x="367" y="1863"/>
                    <a:pt x="397" y="1863"/>
                  </a:cubicBezTo>
                  <a:cubicBezTo>
                    <a:pt x="456" y="1863"/>
                    <a:pt x="517" y="1889"/>
                    <a:pt x="572" y="1953"/>
                  </a:cubicBezTo>
                  <a:lnTo>
                    <a:pt x="584" y="1965"/>
                  </a:lnTo>
                  <a:cubicBezTo>
                    <a:pt x="765" y="2153"/>
                    <a:pt x="905" y="2214"/>
                    <a:pt x="1012" y="2214"/>
                  </a:cubicBezTo>
                  <a:cubicBezTo>
                    <a:pt x="1088" y="2214"/>
                    <a:pt x="1147" y="2183"/>
                    <a:pt x="1192" y="2143"/>
                  </a:cubicBezTo>
                  <a:cubicBezTo>
                    <a:pt x="1394" y="1965"/>
                    <a:pt x="1787" y="238"/>
                    <a:pt x="1823" y="48"/>
                  </a:cubicBezTo>
                  <a:cubicBezTo>
                    <a:pt x="1835" y="24"/>
                    <a:pt x="1823" y="12"/>
                    <a:pt x="1799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1"/>
            <p:cNvSpPr/>
            <p:nvPr/>
          </p:nvSpPr>
          <p:spPr>
            <a:xfrm>
              <a:off x="3111175" y="2290300"/>
              <a:ext cx="260400" cy="180700"/>
            </a:xfrm>
            <a:custGeom>
              <a:avLst/>
              <a:gdLst/>
              <a:ahLst/>
              <a:cxnLst/>
              <a:rect l="l" t="t" r="r" b="b"/>
              <a:pathLst>
                <a:path w="10416" h="7228" extrusionOk="0">
                  <a:moveTo>
                    <a:pt x="2363" y="0"/>
                  </a:moveTo>
                  <a:cubicBezTo>
                    <a:pt x="793" y="0"/>
                    <a:pt x="1" y="2661"/>
                    <a:pt x="1450" y="3239"/>
                  </a:cubicBezTo>
                  <a:cubicBezTo>
                    <a:pt x="1974" y="3393"/>
                    <a:pt x="2545" y="3548"/>
                    <a:pt x="3117" y="3703"/>
                  </a:cubicBezTo>
                  <a:cubicBezTo>
                    <a:pt x="5022" y="4215"/>
                    <a:pt x="6927" y="4727"/>
                    <a:pt x="7355" y="4846"/>
                  </a:cubicBezTo>
                  <a:cubicBezTo>
                    <a:pt x="7355" y="4846"/>
                    <a:pt x="7296" y="7001"/>
                    <a:pt x="7784" y="7215"/>
                  </a:cubicBezTo>
                  <a:cubicBezTo>
                    <a:pt x="7802" y="7223"/>
                    <a:pt x="7820" y="7227"/>
                    <a:pt x="7839" y="7227"/>
                  </a:cubicBezTo>
                  <a:cubicBezTo>
                    <a:pt x="8325" y="7227"/>
                    <a:pt x="9129" y="4703"/>
                    <a:pt x="9129" y="4703"/>
                  </a:cubicBezTo>
                  <a:cubicBezTo>
                    <a:pt x="9129" y="4703"/>
                    <a:pt x="10415" y="3072"/>
                    <a:pt x="8593" y="2917"/>
                  </a:cubicBezTo>
                  <a:cubicBezTo>
                    <a:pt x="8593" y="2917"/>
                    <a:pt x="6831" y="2036"/>
                    <a:pt x="4760" y="1012"/>
                  </a:cubicBezTo>
                  <a:cubicBezTo>
                    <a:pt x="4200" y="738"/>
                    <a:pt x="3617" y="441"/>
                    <a:pt x="3033" y="155"/>
                  </a:cubicBezTo>
                  <a:cubicBezTo>
                    <a:pt x="2798" y="48"/>
                    <a:pt x="2574" y="0"/>
                    <a:pt x="2363" y="0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1"/>
            <p:cNvSpPr/>
            <p:nvPr/>
          </p:nvSpPr>
          <p:spPr>
            <a:xfrm>
              <a:off x="3295050" y="2442975"/>
              <a:ext cx="24425" cy="32475"/>
            </a:xfrm>
            <a:custGeom>
              <a:avLst/>
              <a:gdLst/>
              <a:ahLst/>
              <a:cxnLst/>
              <a:rect l="l" t="t" r="r" b="b"/>
              <a:pathLst>
                <a:path w="977" h="1299" extrusionOk="0">
                  <a:moveTo>
                    <a:pt x="50" y="0"/>
                  </a:moveTo>
                  <a:cubicBezTo>
                    <a:pt x="34" y="0"/>
                    <a:pt x="17" y="0"/>
                    <a:pt x="0" y="1"/>
                  </a:cubicBezTo>
                  <a:cubicBezTo>
                    <a:pt x="24" y="918"/>
                    <a:pt x="274" y="1299"/>
                    <a:pt x="274" y="1299"/>
                  </a:cubicBezTo>
                  <a:cubicBezTo>
                    <a:pt x="274" y="1299"/>
                    <a:pt x="274" y="1299"/>
                    <a:pt x="274" y="1299"/>
                  </a:cubicBezTo>
                  <a:cubicBezTo>
                    <a:pt x="280" y="1299"/>
                    <a:pt x="418" y="1288"/>
                    <a:pt x="977" y="311"/>
                  </a:cubicBezTo>
                  <a:cubicBezTo>
                    <a:pt x="694" y="107"/>
                    <a:pt x="368" y="0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1"/>
            <p:cNvSpPr/>
            <p:nvPr/>
          </p:nvSpPr>
          <p:spPr>
            <a:xfrm>
              <a:off x="3292650" y="2359950"/>
              <a:ext cx="66700" cy="90800"/>
            </a:xfrm>
            <a:custGeom>
              <a:avLst/>
              <a:gdLst/>
              <a:ahLst/>
              <a:cxnLst/>
              <a:rect l="l" t="t" r="r" b="b"/>
              <a:pathLst>
                <a:path w="2668" h="3632" extrusionOk="0">
                  <a:moveTo>
                    <a:pt x="1192" y="0"/>
                  </a:moveTo>
                  <a:lnTo>
                    <a:pt x="1192" y="0"/>
                  </a:lnTo>
                  <a:cubicBezTo>
                    <a:pt x="1323" y="1238"/>
                    <a:pt x="60" y="2120"/>
                    <a:pt x="60" y="2120"/>
                  </a:cubicBezTo>
                  <a:cubicBezTo>
                    <a:pt x="1" y="2584"/>
                    <a:pt x="84" y="3001"/>
                    <a:pt x="96" y="3322"/>
                  </a:cubicBezTo>
                  <a:cubicBezTo>
                    <a:pt x="113" y="3321"/>
                    <a:pt x="130" y="3321"/>
                    <a:pt x="146" y="3321"/>
                  </a:cubicBezTo>
                  <a:cubicBezTo>
                    <a:pt x="464" y="3321"/>
                    <a:pt x="790" y="3428"/>
                    <a:pt x="1073" y="3632"/>
                  </a:cubicBezTo>
                  <a:cubicBezTo>
                    <a:pt x="1227" y="3370"/>
                    <a:pt x="1406" y="3036"/>
                    <a:pt x="1620" y="2632"/>
                  </a:cubicBezTo>
                  <a:cubicBezTo>
                    <a:pt x="2668" y="619"/>
                    <a:pt x="2144" y="286"/>
                    <a:pt x="2144" y="286"/>
                  </a:cubicBezTo>
                  <a:cubicBezTo>
                    <a:pt x="1608" y="36"/>
                    <a:pt x="1215" y="24"/>
                    <a:pt x="1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1"/>
            <p:cNvSpPr/>
            <p:nvPr/>
          </p:nvSpPr>
          <p:spPr>
            <a:xfrm>
              <a:off x="3301900" y="2367075"/>
              <a:ext cx="52400" cy="111650"/>
            </a:xfrm>
            <a:custGeom>
              <a:avLst/>
              <a:gdLst/>
              <a:ahLst/>
              <a:cxnLst/>
              <a:rect l="l" t="t" r="r" b="b"/>
              <a:pathLst>
                <a:path w="2096" h="4466" extrusionOk="0">
                  <a:moveTo>
                    <a:pt x="1774" y="1"/>
                  </a:moveTo>
                  <a:cubicBezTo>
                    <a:pt x="1631" y="918"/>
                    <a:pt x="1226" y="2573"/>
                    <a:pt x="0" y="4335"/>
                  </a:cubicBezTo>
                  <a:cubicBezTo>
                    <a:pt x="119" y="4430"/>
                    <a:pt x="214" y="4466"/>
                    <a:pt x="214" y="4466"/>
                  </a:cubicBezTo>
                  <a:cubicBezTo>
                    <a:pt x="214" y="4466"/>
                    <a:pt x="560" y="4335"/>
                    <a:pt x="1345" y="2513"/>
                  </a:cubicBezTo>
                  <a:cubicBezTo>
                    <a:pt x="2048" y="882"/>
                    <a:pt x="2096" y="191"/>
                    <a:pt x="2096" y="191"/>
                  </a:cubicBezTo>
                  <a:cubicBezTo>
                    <a:pt x="1988" y="120"/>
                    <a:pt x="1881" y="61"/>
                    <a:pt x="1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1"/>
            <p:cNvSpPr/>
            <p:nvPr/>
          </p:nvSpPr>
          <p:spPr>
            <a:xfrm>
              <a:off x="3294150" y="2426825"/>
              <a:ext cx="21150" cy="3975"/>
            </a:xfrm>
            <a:custGeom>
              <a:avLst/>
              <a:gdLst/>
              <a:ahLst/>
              <a:cxnLst/>
              <a:rect l="l" t="t" r="r" b="b"/>
              <a:pathLst>
                <a:path w="846" h="159" extrusionOk="0">
                  <a:moveTo>
                    <a:pt x="419" y="0"/>
                  </a:moveTo>
                  <a:cubicBezTo>
                    <a:pt x="182" y="0"/>
                    <a:pt x="20" y="111"/>
                    <a:pt x="12" y="111"/>
                  </a:cubicBezTo>
                  <a:cubicBezTo>
                    <a:pt x="0" y="111"/>
                    <a:pt x="0" y="135"/>
                    <a:pt x="12" y="147"/>
                  </a:cubicBezTo>
                  <a:cubicBezTo>
                    <a:pt x="24" y="159"/>
                    <a:pt x="36" y="159"/>
                    <a:pt x="48" y="159"/>
                  </a:cubicBezTo>
                  <a:cubicBezTo>
                    <a:pt x="56" y="151"/>
                    <a:pt x="198" y="56"/>
                    <a:pt x="412" y="56"/>
                  </a:cubicBezTo>
                  <a:cubicBezTo>
                    <a:pt x="524" y="56"/>
                    <a:pt x="656" y="82"/>
                    <a:pt x="798" y="159"/>
                  </a:cubicBezTo>
                  <a:cubicBezTo>
                    <a:pt x="810" y="159"/>
                    <a:pt x="834" y="159"/>
                    <a:pt x="834" y="147"/>
                  </a:cubicBezTo>
                  <a:cubicBezTo>
                    <a:pt x="846" y="135"/>
                    <a:pt x="834" y="111"/>
                    <a:pt x="822" y="111"/>
                  </a:cubicBezTo>
                  <a:cubicBezTo>
                    <a:pt x="675" y="28"/>
                    <a:pt x="538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1"/>
            <p:cNvSpPr/>
            <p:nvPr/>
          </p:nvSpPr>
          <p:spPr>
            <a:xfrm>
              <a:off x="3295050" y="2416725"/>
              <a:ext cx="20850" cy="3800"/>
            </a:xfrm>
            <a:custGeom>
              <a:avLst/>
              <a:gdLst/>
              <a:ahLst/>
              <a:cxnLst/>
              <a:rect l="l" t="t" r="r" b="b"/>
              <a:pathLst>
                <a:path w="834" h="152" extrusionOk="0">
                  <a:moveTo>
                    <a:pt x="379" y="0"/>
                  </a:moveTo>
                  <a:cubicBezTo>
                    <a:pt x="150" y="0"/>
                    <a:pt x="20" y="87"/>
                    <a:pt x="12" y="87"/>
                  </a:cubicBezTo>
                  <a:cubicBezTo>
                    <a:pt x="0" y="99"/>
                    <a:pt x="0" y="122"/>
                    <a:pt x="12" y="134"/>
                  </a:cubicBezTo>
                  <a:cubicBezTo>
                    <a:pt x="12" y="140"/>
                    <a:pt x="18" y="143"/>
                    <a:pt x="25" y="143"/>
                  </a:cubicBezTo>
                  <a:cubicBezTo>
                    <a:pt x="33" y="143"/>
                    <a:pt x="42" y="140"/>
                    <a:pt x="48" y="134"/>
                  </a:cubicBezTo>
                  <a:cubicBezTo>
                    <a:pt x="48" y="134"/>
                    <a:pt x="170" y="53"/>
                    <a:pt x="384" y="53"/>
                  </a:cubicBezTo>
                  <a:cubicBezTo>
                    <a:pt x="497" y="53"/>
                    <a:pt x="637" y="76"/>
                    <a:pt x="798" y="146"/>
                  </a:cubicBezTo>
                  <a:cubicBezTo>
                    <a:pt x="801" y="150"/>
                    <a:pt x="805" y="151"/>
                    <a:pt x="808" y="151"/>
                  </a:cubicBezTo>
                  <a:cubicBezTo>
                    <a:pt x="817" y="151"/>
                    <a:pt x="825" y="143"/>
                    <a:pt x="834" y="134"/>
                  </a:cubicBezTo>
                  <a:cubicBezTo>
                    <a:pt x="834" y="122"/>
                    <a:pt x="834" y="99"/>
                    <a:pt x="822" y="99"/>
                  </a:cubicBezTo>
                  <a:cubicBezTo>
                    <a:pt x="649" y="24"/>
                    <a:pt x="500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1"/>
            <p:cNvSpPr/>
            <p:nvPr/>
          </p:nvSpPr>
          <p:spPr>
            <a:xfrm>
              <a:off x="3286125" y="2409325"/>
              <a:ext cx="15800" cy="8975"/>
            </a:xfrm>
            <a:custGeom>
              <a:avLst/>
              <a:gdLst/>
              <a:ahLst/>
              <a:cxnLst/>
              <a:rect l="l" t="t" r="r" b="b"/>
              <a:pathLst>
                <a:path w="632" h="359" extrusionOk="0">
                  <a:moveTo>
                    <a:pt x="129" y="59"/>
                  </a:moveTo>
                  <a:cubicBezTo>
                    <a:pt x="240" y="59"/>
                    <a:pt x="424" y="210"/>
                    <a:pt x="524" y="299"/>
                  </a:cubicBezTo>
                  <a:cubicBezTo>
                    <a:pt x="369" y="299"/>
                    <a:pt x="131" y="264"/>
                    <a:pt x="71" y="180"/>
                  </a:cubicBezTo>
                  <a:cubicBezTo>
                    <a:pt x="60" y="156"/>
                    <a:pt x="60" y="133"/>
                    <a:pt x="60" y="109"/>
                  </a:cubicBezTo>
                  <a:cubicBezTo>
                    <a:pt x="60" y="109"/>
                    <a:pt x="71" y="97"/>
                    <a:pt x="71" y="97"/>
                  </a:cubicBezTo>
                  <a:cubicBezTo>
                    <a:pt x="83" y="73"/>
                    <a:pt x="95" y="61"/>
                    <a:pt x="107" y="61"/>
                  </a:cubicBezTo>
                  <a:cubicBezTo>
                    <a:pt x="114" y="60"/>
                    <a:pt x="122" y="59"/>
                    <a:pt x="129" y="59"/>
                  </a:cubicBezTo>
                  <a:close/>
                  <a:moveTo>
                    <a:pt x="127" y="0"/>
                  </a:moveTo>
                  <a:cubicBezTo>
                    <a:pt x="120" y="0"/>
                    <a:pt x="114" y="1"/>
                    <a:pt x="107" y="2"/>
                  </a:cubicBezTo>
                  <a:cubicBezTo>
                    <a:pt x="71" y="14"/>
                    <a:pt x="36" y="25"/>
                    <a:pt x="12" y="85"/>
                  </a:cubicBezTo>
                  <a:cubicBezTo>
                    <a:pt x="0" y="133"/>
                    <a:pt x="0" y="168"/>
                    <a:pt x="24" y="204"/>
                  </a:cubicBezTo>
                  <a:cubicBezTo>
                    <a:pt x="131" y="347"/>
                    <a:pt x="548" y="359"/>
                    <a:pt x="595" y="359"/>
                  </a:cubicBezTo>
                  <a:cubicBezTo>
                    <a:pt x="607" y="359"/>
                    <a:pt x="619" y="359"/>
                    <a:pt x="619" y="347"/>
                  </a:cubicBezTo>
                  <a:cubicBezTo>
                    <a:pt x="631" y="335"/>
                    <a:pt x="619" y="323"/>
                    <a:pt x="619" y="311"/>
                  </a:cubicBezTo>
                  <a:cubicBezTo>
                    <a:pt x="585" y="277"/>
                    <a:pt x="297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1"/>
            <p:cNvSpPr/>
            <p:nvPr/>
          </p:nvSpPr>
          <p:spPr>
            <a:xfrm>
              <a:off x="3295350" y="2402500"/>
              <a:ext cx="10425" cy="16100"/>
            </a:xfrm>
            <a:custGeom>
              <a:avLst/>
              <a:gdLst/>
              <a:ahLst/>
              <a:cxnLst/>
              <a:rect l="l" t="t" r="r" b="b"/>
              <a:pathLst>
                <a:path w="417" h="644" extrusionOk="0">
                  <a:moveTo>
                    <a:pt x="191" y="48"/>
                  </a:moveTo>
                  <a:cubicBezTo>
                    <a:pt x="226" y="48"/>
                    <a:pt x="250" y="60"/>
                    <a:pt x="262" y="72"/>
                  </a:cubicBezTo>
                  <a:cubicBezTo>
                    <a:pt x="322" y="156"/>
                    <a:pt x="262" y="394"/>
                    <a:pt x="226" y="537"/>
                  </a:cubicBezTo>
                  <a:cubicBezTo>
                    <a:pt x="167" y="406"/>
                    <a:pt x="83" y="191"/>
                    <a:pt x="119" y="96"/>
                  </a:cubicBezTo>
                  <a:cubicBezTo>
                    <a:pt x="131" y="96"/>
                    <a:pt x="131" y="96"/>
                    <a:pt x="131" y="84"/>
                  </a:cubicBezTo>
                  <a:cubicBezTo>
                    <a:pt x="143" y="60"/>
                    <a:pt x="155" y="48"/>
                    <a:pt x="191" y="48"/>
                  </a:cubicBezTo>
                  <a:close/>
                  <a:moveTo>
                    <a:pt x="191" y="1"/>
                  </a:moveTo>
                  <a:cubicBezTo>
                    <a:pt x="143" y="1"/>
                    <a:pt x="95" y="25"/>
                    <a:pt x="83" y="60"/>
                  </a:cubicBezTo>
                  <a:cubicBezTo>
                    <a:pt x="0" y="215"/>
                    <a:pt x="191" y="584"/>
                    <a:pt x="203" y="620"/>
                  </a:cubicBezTo>
                  <a:cubicBezTo>
                    <a:pt x="214" y="632"/>
                    <a:pt x="226" y="644"/>
                    <a:pt x="238" y="644"/>
                  </a:cubicBezTo>
                  <a:cubicBezTo>
                    <a:pt x="250" y="632"/>
                    <a:pt x="250" y="632"/>
                    <a:pt x="262" y="620"/>
                  </a:cubicBezTo>
                  <a:cubicBezTo>
                    <a:pt x="274" y="572"/>
                    <a:pt x="417" y="179"/>
                    <a:pt x="298" y="48"/>
                  </a:cubicBezTo>
                  <a:cubicBezTo>
                    <a:pt x="286" y="25"/>
                    <a:pt x="250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1"/>
            <p:cNvSpPr/>
            <p:nvPr/>
          </p:nvSpPr>
          <p:spPr>
            <a:xfrm>
              <a:off x="3200975" y="2291025"/>
              <a:ext cx="260800" cy="179975"/>
            </a:xfrm>
            <a:custGeom>
              <a:avLst/>
              <a:gdLst/>
              <a:ahLst/>
              <a:cxnLst/>
              <a:rect l="l" t="t" r="r" b="b"/>
              <a:pathLst>
                <a:path w="10432" h="7199" extrusionOk="0">
                  <a:moveTo>
                    <a:pt x="8005" y="0"/>
                  </a:moveTo>
                  <a:cubicBezTo>
                    <a:pt x="7809" y="0"/>
                    <a:pt x="7600" y="39"/>
                    <a:pt x="7383" y="126"/>
                  </a:cubicBezTo>
                  <a:cubicBezTo>
                    <a:pt x="6799" y="412"/>
                    <a:pt x="6216" y="709"/>
                    <a:pt x="5656" y="983"/>
                  </a:cubicBezTo>
                  <a:cubicBezTo>
                    <a:pt x="3585" y="2007"/>
                    <a:pt x="1822" y="2888"/>
                    <a:pt x="1822" y="2888"/>
                  </a:cubicBezTo>
                  <a:cubicBezTo>
                    <a:pt x="1" y="3043"/>
                    <a:pt x="1299" y="4674"/>
                    <a:pt x="1299" y="4674"/>
                  </a:cubicBezTo>
                  <a:cubicBezTo>
                    <a:pt x="1299" y="4674"/>
                    <a:pt x="2092" y="7198"/>
                    <a:pt x="2587" y="7198"/>
                  </a:cubicBezTo>
                  <a:cubicBezTo>
                    <a:pt x="2607" y="7198"/>
                    <a:pt x="2626" y="7194"/>
                    <a:pt x="2644" y="7186"/>
                  </a:cubicBezTo>
                  <a:cubicBezTo>
                    <a:pt x="3120" y="6972"/>
                    <a:pt x="3061" y="4817"/>
                    <a:pt x="3061" y="4817"/>
                  </a:cubicBezTo>
                  <a:cubicBezTo>
                    <a:pt x="3489" y="4698"/>
                    <a:pt x="5394" y="4186"/>
                    <a:pt x="7299" y="3674"/>
                  </a:cubicBezTo>
                  <a:cubicBezTo>
                    <a:pt x="7871" y="3519"/>
                    <a:pt x="8442" y="3364"/>
                    <a:pt x="8978" y="3210"/>
                  </a:cubicBezTo>
                  <a:cubicBezTo>
                    <a:pt x="10432" y="2626"/>
                    <a:pt x="9616" y="0"/>
                    <a:pt x="8005" y="0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1"/>
            <p:cNvSpPr/>
            <p:nvPr/>
          </p:nvSpPr>
          <p:spPr>
            <a:xfrm>
              <a:off x="3253075" y="2442975"/>
              <a:ext cx="24725" cy="32475"/>
            </a:xfrm>
            <a:custGeom>
              <a:avLst/>
              <a:gdLst/>
              <a:ahLst/>
              <a:cxnLst/>
              <a:rect l="l" t="t" r="r" b="b"/>
              <a:pathLst>
                <a:path w="989" h="1299" extrusionOk="0">
                  <a:moveTo>
                    <a:pt x="937" y="0"/>
                  </a:moveTo>
                  <a:cubicBezTo>
                    <a:pt x="609" y="0"/>
                    <a:pt x="283" y="107"/>
                    <a:pt x="0" y="311"/>
                  </a:cubicBezTo>
                  <a:cubicBezTo>
                    <a:pt x="570" y="1288"/>
                    <a:pt x="708" y="1299"/>
                    <a:pt x="715" y="1299"/>
                  </a:cubicBezTo>
                  <a:cubicBezTo>
                    <a:pt x="715" y="1299"/>
                    <a:pt x="715" y="1299"/>
                    <a:pt x="715" y="1299"/>
                  </a:cubicBezTo>
                  <a:cubicBezTo>
                    <a:pt x="715" y="1299"/>
                    <a:pt x="953" y="918"/>
                    <a:pt x="989" y="1"/>
                  </a:cubicBezTo>
                  <a:cubicBezTo>
                    <a:pt x="971" y="0"/>
                    <a:pt x="954" y="0"/>
                    <a:pt x="9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1"/>
            <p:cNvSpPr/>
            <p:nvPr/>
          </p:nvSpPr>
          <p:spPr>
            <a:xfrm>
              <a:off x="3213175" y="2359950"/>
              <a:ext cx="66700" cy="90800"/>
            </a:xfrm>
            <a:custGeom>
              <a:avLst/>
              <a:gdLst/>
              <a:ahLst/>
              <a:cxnLst/>
              <a:rect l="l" t="t" r="r" b="b"/>
              <a:pathLst>
                <a:path w="2668" h="3632" extrusionOk="0">
                  <a:moveTo>
                    <a:pt x="1477" y="0"/>
                  </a:moveTo>
                  <a:lnTo>
                    <a:pt x="1477" y="0"/>
                  </a:lnTo>
                  <a:cubicBezTo>
                    <a:pt x="1454" y="24"/>
                    <a:pt x="1073" y="36"/>
                    <a:pt x="525" y="286"/>
                  </a:cubicBezTo>
                  <a:cubicBezTo>
                    <a:pt x="525" y="286"/>
                    <a:pt x="1" y="619"/>
                    <a:pt x="1049" y="2632"/>
                  </a:cubicBezTo>
                  <a:cubicBezTo>
                    <a:pt x="1263" y="3036"/>
                    <a:pt x="1442" y="3370"/>
                    <a:pt x="1596" y="3632"/>
                  </a:cubicBezTo>
                  <a:cubicBezTo>
                    <a:pt x="1879" y="3428"/>
                    <a:pt x="2205" y="3321"/>
                    <a:pt x="2533" y="3321"/>
                  </a:cubicBezTo>
                  <a:cubicBezTo>
                    <a:pt x="2550" y="3321"/>
                    <a:pt x="2567" y="3321"/>
                    <a:pt x="2585" y="3322"/>
                  </a:cubicBezTo>
                  <a:cubicBezTo>
                    <a:pt x="2597" y="3001"/>
                    <a:pt x="2668" y="2584"/>
                    <a:pt x="2608" y="2120"/>
                  </a:cubicBezTo>
                  <a:cubicBezTo>
                    <a:pt x="2608" y="2120"/>
                    <a:pt x="1346" y="1238"/>
                    <a:pt x="1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1"/>
            <p:cNvSpPr/>
            <p:nvPr/>
          </p:nvSpPr>
          <p:spPr>
            <a:xfrm>
              <a:off x="3218250" y="2367075"/>
              <a:ext cx="52700" cy="111650"/>
            </a:xfrm>
            <a:custGeom>
              <a:avLst/>
              <a:gdLst/>
              <a:ahLst/>
              <a:cxnLst/>
              <a:rect l="l" t="t" r="r" b="b"/>
              <a:pathLst>
                <a:path w="2108" h="4466" extrusionOk="0">
                  <a:moveTo>
                    <a:pt x="322" y="1"/>
                  </a:moveTo>
                  <a:cubicBezTo>
                    <a:pt x="215" y="61"/>
                    <a:pt x="108" y="120"/>
                    <a:pt x="0" y="191"/>
                  </a:cubicBezTo>
                  <a:cubicBezTo>
                    <a:pt x="0" y="191"/>
                    <a:pt x="48" y="882"/>
                    <a:pt x="750" y="2513"/>
                  </a:cubicBezTo>
                  <a:cubicBezTo>
                    <a:pt x="1548" y="4335"/>
                    <a:pt x="1882" y="4466"/>
                    <a:pt x="1882" y="4466"/>
                  </a:cubicBezTo>
                  <a:cubicBezTo>
                    <a:pt x="1882" y="4466"/>
                    <a:pt x="1989" y="4430"/>
                    <a:pt x="2108" y="4335"/>
                  </a:cubicBezTo>
                  <a:cubicBezTo>
                    <a:pt x="881" y="2573"/>
                    <a:pt x="465" y="918"/>
                    <a:pt x="3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1"/>
            <p:cNvSpPr/>
            <p:nvPr/>
          </p:nvSpPr>
          <p:spPr>
            <a:xfrm>
              <a:off x="3257250" y="2426825"/>
              <a:ext cx="21150" cy="3975"/>
            </a:xfrm>
            <a:custGeom>
              <a:avLst/>
              <a:gdLst/>
              <a:ahLst/>
              <a:cxnLst/>
              <a:rect l="l" t="t" r="r" b="b"/>
              <a:pathLst>
                <a:path w="846" h="159" extrusionOk="0">
                  <a:moveTo>
                    <a:pt x="435" y="0"/>
                  </a:moveTo>
                  <a:cubicBezTo>
                    <a:pt x="315" y="0"/>
                    <a:pt x="175" y="28"/>
                    <a:pt x="24" y="111"/>
                  </a:cubicBezTo>
                  <a:cubicBezTo>
                    <a:pt x="12" y="111"/>
                    <a:pt x="0" y="135"/>
                    <a:pt x="12" y="147"/>
                  </a:cubicBezTo>
                  <a:cubicBezTo>
                    <a:pt x="24" y="159"/>
                    <a:pt x="36" y="159"/>
                    <a:pt x="48" y="159"/>
                  </a:cubicBezTo>
                  <a:cubicBezTo>
                    <a:pt x="190" y="82"/>
                    <a:pt x="322" y="56"/>
                    <a:pt x="433" y="56"/>
                  </a:cubicBezTo>
                  <a:cubicBezTo>
                    <a:pt x="648" y="56"/>
                    <a:pt x="790" y="151"/>
                    <a:pt x="798" y="159"/>
                  </a:cubicBezTo>
                  <a:cubicBezTo>
                    <a:pt x="810" y="159"/>
                    <a:pt x="834" y="159"/>
                    <a:pt x="834" y="147"/>
                  </a:cubicBezTo>
                  <a:cubicBezTo>
                    <a:pt x="845" y="135"/>
                    <a:pt x="845" y="111"/>
                    <a:pt x="834" y="111"/>
                  </a:cubicBezTo>
                  <a:cubicBezTo>
                    <a:pt x="834" y="111"/>
                    <a:pt x="675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3256650" y="2416725"/>
              <a:ext cx="20850" cy="3800"/>
            </a:xfrm>
            <a:custGeom>
              <a:avLst/>
              <a:gdLst/>
              <a:ahLst/>
              <a:cxnLst/>
              <a:rect l="l" t="t" r="r" b="b"/>
              <a:pathLst>
                <a:path w="834" h="152" extrusionOk="0">
                  <a:moveTo>
                    <a:pt x="459" y="0"/>
                  </a:moveTo>
                  <a:cubicBezTo>
                    <a:pt x="339" y="0"/>
                    <a:pt x="193" y="24"/>
                    <a:pt x="24" y="99"/>
                  </a:cubicBezTo>
                  <a:cubicBezTo>
                    <a:pt x="12" y="99"/>
                    <a:pt x="0" y="122"/>
                    <a:pt x="12" y="134"/>
                  </a:cubicBezTo>
                  <a:cubicBezTo>
                    <a:pt x="12" y="143"/>
                    <a:pt x="18" y="151"/>
                    <a:pt x="30" y="151"/>
                  </a:cubicBezTo>
                  <a:cubicBezTo>
                    <a:pt x="35" y="151"/>
                    <a:pt x="41" y="150"/>
                    <a:pt x="48" y="146"/>
                  </a:cubicBezTo>
                  <a:cubicBezTo>
                    <a:pt x="205" y="76"/>
                    <a:pt x="342" y="53"/>
                    <a:pt x="454" y="53"/>
                  </a:cubicBezTo>
                  <a:cubicBezTo>
                    <a:pt x="664" y="53"/>
                    <a:pt x="786" y="134"/>
                    <a:pt x="786" y="134"/>
                  </a:cubicBezTo>
                  <a:cubicBezTo>
                    <a:pt x="792" y="140"/>
                    <a:pt x="801" y="143"/>
                    <a:pt x="810" y="143"/>
                  </a:cubicBezTo>
                  <a:cubicBezTo>
                    <a:pt x="819" y="143"/>
                    <a:pt x="828" y="140"/>
                    <a:pt x="834" y="134"/>
                  </a:cubicBezTo>
                  <a:cubicBezTo>
                    <a:pt x="834" y="122"/>
                    <a:pt x="834" y="99"/>
                    <a:pt x="822" y="87"/>
                  </a:cubicBezTo>
                  <a:cubicBezTo>
                    <a:pt x="814" y="87"/>
                    <a:pt x="684" y="0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3270925" y="2409325"/>
              <a:ext cx="15800" cy="8975"/>
            </a:xfrm>
            <a:custGeom>
              <a:avLst/>
              <a:gdLst/>
              <a:ahLst/>
              <a:cxnLst/>
              <a:rect l="l" t="t" r="r" b="b"/>
              <a:pathLst>
                <a:path w="632" h="359" extrusionOk="0">
                  <a:moveTo>
                    <a:pt x="491" y="59"/>
                  </a:moveTo>
                  <a:cubicBezTo>
                    <a:pt x="498" y="59"/>
                    <a:pt x="506" y="60"/>
                    <a:pt x="513" y="61"/>
                  </a:cubicBezTo>
                  <a:cubicBezTo>
                    <a:pt x="525" y="61"/>
                    <a:pt x="548" y="73"/>
                    <a:pt x="560" y="97"/>
                  </a:cubicBezTo>
                  <a:cubicBezTo>
                    <a:pt x="560" y="97"/>
                    <a:pt x="560" y="97"/>
                    <a:pt x="560" y="109"/>
                  </a:cubicBezTo>
                  <a:cubicBezTo>
                    <a:pt x="572" y="133"/>
                    <a:pt x="572" y="156"/>
                    <a:pt x="548" y="180"/>
                  </a:cubicBezTo>
                  <a:cubicBezTo>
                    <a:pt x="489" y="264"/>
                    <a:pt x="251" y="299"/>
                    <a:pt x="96" y="299"/>
                  </a:cubicBezTo>
                  <a:cubicBezTo>
                    <a:pt x="207" y="210"/>
                    <a:pt x="381" y="59"/>
                    <a:pt x="491" y="59"/>
                  </a:cubicBezTo>
                  <a:close/>
                  <a:moveTo>
                    <a:pt x="504" y="0"/>
                  </a:moveTo>
                  <a:cubicBezTo>
                    <a:pt x="324" y="0"/>
                    <a:pt x="47" y="277"/>
                    <a:pt x="13" y="311"/>
                  </a:cubicBezTo>
                  <a:cubicBezTo>
                    <a:pt x="1" y="323"/>
                    <a:pt x="1" y="335"/>
                    <a:pt x="1" y="347"/>
                  </a:cubicBezTo>
                  <a:cubicBezTo>
                    <a:pt x="13" y="359"/>
                    <a:pt x="13" y="359"/>
                    <a:pt x="25" y="359"/>
                  </a:cubicBezTo>
                  <a:cubicBezTo>
                    <a:pt x="72" y="359"/>
                    <a:pt x="501" y="347"/>
                    <a:pt x="596" y="204"/>
                  </a:cubicBezTo>
                  <a:cubicBezTo>
                    <a:pt x="632" y="168"/>
                    <a:pt x="632" y="133"/>
                    <a:pt x="608" y="85"/>
                  </a:cubicBezTo>
                  <a:cubicBezTo>
                    <a:pt x="584" y="25"/>
                    <a:pt x="548" y="14"/>
                    <a:pt x="525" y="2"/>
                  </a:cubicBezTo>
                  <a:cubicBezTo>
                    <a:pt x="518" y="1"/>
                    <a:pt x="511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1"/>
            <p:cNvSpPr/>
            <p:nvPr/>
          </p:nvSpPr>
          <p:spPr>
            <a:xfrm>
              <a:off x="3267075" y="2402450"/>
              <a:ext cx="10425" cy="15975"/>
            </a:xfrm>
            <a:custGeom>
              <a:avLst/>
              <a:gdLst/>
              <a:ahLst/>
              <a:cxnLst/>
              <a:rect l="l" t="t" r="r" b="b"/>
              <a:pathLst>
                <a:path w="417" h="639" extrusionOk="0">
                  <a:moveTo>
                    <a:pt x="214" y="50"/>
                  </a:moveTo>
                  <a:cubicBezTo>
                    <a:pt x="250" y="62"/>
                    <a:pt x="274" y="74"/>
                    <a:pt x="286" y="86"/>
                  </a:cubicBezTo>
                  <a:cubicBezTo>
                    <a:pt x="286" y="98"/>
                    <a:pt x="286" y="98"/>
                    <a:pt x="286" y="98"/>
                  </a:cubicBezTo>
                  <a:cubicBezTo>
                    <a:pt x="321" y="193"/>
                    <a:pt x="238" y="408"/>
                    <a:pt x="179" y="539"/>
                  </a:cubicBezTo>
                  <a:cubicBezTo>
                    <a:pt x="143" y="396"/>
                    <a:pt x="83" y="158"/>
                    <a:pt x="155" y="74"/>
                  </a:cubicBezTo>
                  <a:cubicBezTo>
                    <a:pt x="155" y="62"/>
                    <a:pt x="179" y="50"/>
                    <a:pt x="214" y="50"/>
                  </a:cubicBezTo>
                  <a:close/>
                  <a:moveTo>
                    <a:pt x="199" y="0"/>
                  </a:moveTo>
                  <a:cubicBezTo>
                    <a:pt x="148" y="0"/>
                    <a:pt x="128" y="30"/>
                    <a:pt x="107" y="50"/>
                  </a:cubicBezTo>
                  <a:cubicBezTo>
                    <a:pt x="0" y="181"/>
                    <a:pt x="131" y="574"/>
                    <a:pt x="155" y="622"/>
                  </a:cubicBezTo>
                  <a:cubicBezTo>
                    <a:pt x="155" y="634"/>
                    <a:pt x="167" y="634"/>
                    <a:pt x="179" y="634"/>
                  </a:cubicBezTo>
                  <a:cubicBezTo>
                    <a:pt x="182" y="637"/>
                    <a:pt x="185" y="639"/>
                    <a:pt x="187" y="639"/>
                  </a:cubicBezTo>
                  <a:cubicBezTo>
                    <a:pt x="192" y="639"/>
                    <a:pt x="194" y="630"/>
                    <a:pt x="202" y="622"/>
                  </a:cubicBezTo>
                  <a:cubicBezTo>
                    <a:pt x="226" y="586"/>
                    <a:pt x="417" y="217"/>
                    <a:pt x="333" y="62"/>
                  </a:cubicBezTo>
                  <a:cubicBezTo>
                    <a:pt x="310" y="27"/>
                    <a:pt x="274" y="3"/>
                    <a:pt x="226" y="3"/>
                  </a:cubicBezTo>
                  <a:cubicBezTo>
                    <a:pt x="216" y="1"/>
                    <a:pt x="208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3345650" y="2195925"/>
              <a:ext cx="82175" cy="70075"/>
            </a:xfrm>
            <a:custGeom>
              <a:avLst/>
              <a:gdLst/>
              <a:ahLst/>
              <a:cxnLst/>
              <a:rect l="l" t="t" r="r" b="b"/>
              <a:pathLst>
                <a:path w="3287" h="2803" extrusionOk="0">
                  <a:moveTo>
                    <a:pt x="3286" y="1"/>
                  </a:moveTo>
                  <a:cubicBezTo>
                    <a:pt x="2817" y="93"/>
                    <a:pt x="2325" y="129"/>
                    <a:pt x="1831" y="129"/>
                  </a:cubicBezTo>
                  <a:cubicBezTo>
                    <a:pt x="1299" y="129"/>
                    <a:pt x="763" y="87"/>
                    <a:pt x="250" y="25"/>
                  </a:cubicBezTo>
                  <a:lnTo>
                    <a:pt x="179" y="584"/>
                  </a:lnTo>
                  <a:lnTo>
                    <a:pt x="0" y="1942"/>
                  </a:lnTo>
                  <a:cubicBezTo>
                    <a:pt x="358" y="2317"/>
                    <a:pt x="1047" y="2802"/>
                    <a:pt x="1671" y="2802"/>
                  </a:cubicBezTo>
                  <a:cubicBezTo>
                    <a:pt x="1918" y="2802"/>
                    <a:pt x="2155" y="2726"/>
                    <a:pt x="2358" y="2537"/>
                  </a:cubicBezTo>
                  <a:cubicBezTo>
                    <a:pt x="2727" y="2192"/>
                    <a:pt x="3048" y="1037"/>
                    <a:pt x="3286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3351900" y="2148025"/>
              <a:ext cx="84850" cy="51150"/>
            </a:xfrm>
            <a:custGeom>
              <a:avLst/>
              <a:gdLst/>
              <a:ahLst/>
              <a:cxnLst/>
              <a:rect l="l" t="t" r="r" b="b"/>
              <a:pathLst>
                <a:path w="3394" h="2046" extrusionOk="0">
                  <a:moveTo>
                    <a:pt x="3394" y="0"/>
                  </a:moveTo>
                  <a:lnTo>
                    <a:pt x="191" y="512"/>
                  </a:lnTo>
                  <a:lnTo>
                    <a:pt x="0" y="1941"/>
                  </a:lnTo>
                  <a:cubicBezTo>
                    <a:pt x="513" y="2003"/>
                    <a:pt x="1049" y="2045"/>
                    <a:pt x="1581" y="2045"/>
                  </a:cubicBezTo>
                  <a:cubicBezTo>
                    <a:pt x="2075" y="2045"/>
                    <a:pt x="2567" y="2009"/>
                    <a:pt x="3036" y="1917"/>
                  </a:cubicBezTo>
                  <a:cubicBezTo>
                    <a:pt x="3251" y="905"/>
                    <a:pt x="3394" y="0"/>
                    <a:pt x="3394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3333150" y="2047100"/>
              <a:ext cx="117300" cy="120200"/>
            </a:xfrm>
            <a:custGeom>
              <a:avLst/>
              <a:gdLst/>
              <a:ahLst/>
              <a:cxnLst/>
              <a:rect l="l" t="t" r="r" b="b"/>
              <a:pathLst>
                <a:path w="4692" h="4808" extrusionOk="0">
                  <a:moveTo>
                    <a:pt x="1898" y="0"/>
                  </a:moveTo>
                  <a:cubicBezTo>
                    <a:pt x="1881" y="0"/>
                    <a:pt x="1863" y="0"/>
                    <a:pt x="1846" y="1"/>
                  </a:cubicBezTo>
                  <a:cubicBezTo>
                    <a:pt x="95" y="48"/>
                    <a:pt x="0" y="3215"/>
                    <a:pt x="179" y="4513"/>
                  </a:cubicBezTo>
                  <a:cubicBezTo>
                    <a:pt x="640" y="4675"/>
                    <a:pt x="1181" y="4807"/>
                    <a:pt x="1761" y="4807"/>
                  </a:cubicBezTo>
                  <a:cubicBezTo>
                    <a:pt x="1990" y="4807"/>
                    <a:pt x="2226" y="4787"/>
                    <a:pt x="2465" y="4739"/>
                  </a:cubicBezTo>
                  <a:cubicBezTo>
                    <a:pt x="3739" y="4513"/>
                    <a:pt x="4251" y="4097"/>
                    <a:pt x="4691" y="3751"/>
                  </a:cubicBezTo>
                  <a:cubicBezTo>
                    <a:pt x="4420" y="2712"/>
                    <a:pt x="3914" y="0"/>
                    <a:pt x="18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3337600" y="2140875"/>
              <a:ext cx="115525" cy="42250"/>
            </a:xfrm>
            <a:custGeom>
              <a:avLst/>
              <a:gdLst/>
              <a:ahLst/>
              <a:cxnLst/>
              <a:rect l="l" t="t" r="r" b="b"/>
              <a:pathLst>
                <a:path w="4621" h="1690" extrusionOk="0">
                  <a:moveTo>
                    <a:pt x="4513" y="0"/>
                  </a:moveTo>
                  <a:cubicBezTo>
                    <a:pt x="4073" y="346"/>
                    <a:pt x="3561" y="762"/>
                    <a:pt x="2287" y="1000"/>
                  </a:cubicBezTo>
                  <a:cubicBezTo>
                    <a:pt x="2058" y="1042"/>
                    <a:pt x="1833" y="1061"/>
                    <a:pt x="1613" y="1061"/>
                  </a:cubicBezTo>
                  <a:cubicBezTo>
                    <a:pt x="1021" y="1061"/>
                    <a:pt x="470" y="927"/>
                    <a:pt x="1" y="762"/>
                  </a:cubicBezTo>
                  <a:lnTo>
                    <a:pt x="1" y="762"/>
                  </a:lnTo>
                  <a:cubicBezTo>
                    <a:pt x="37" y="1084"/>
                    <a:pt x="84" y="1286"/>
                    <a:pt x="84" y="1286"/>
                  </a:cubicBezTo>
                  <a:cubicBezTo>
                    <a:pt x="84" y="1286"/>
                    <a:pt x="636" y="1689"/>
                    <a:pt x="1589" y="1689"/>
                  </a:cubicBezTo>
                  <a:cubicBezTo>
                    <a:pt x="2363" y="1689"/>
                    <a:pt x="3400" y="1424"/>
                    <a:pt x="4620" y="465"/>
                  </a:cubicBezTo>
                  <a:cubicBezTo>
                    <a:pt x="4620" y="465"/>
                    <a:pt x="4585" y="286"/>
                    <a:pt x="4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2926550" y="1834875"/>
              <a:ext cx="325050" cy="258100"/>
            </a:xfrm>
            <a:custGeom>
              <a:avLst/>
              <a:gdLst/>
              <a:ahLst/>
              <a:cxnLst/>
              <a:rect l="l" t="t" r="r" b="b"/>
              <a:pathLst>
                <a:path w="13002" h="10324" extrusionOk="0">
                  <a:moveTo>
                    <a:pt x="250" y="1"/>
                  </a:moveTo>
                  <a:cubicBezTo>
                    <a:pt x="155" y="24"/>
                    <a:pt x="96" y="191"/>
                    <a:pt x="0" y="215"/>
                  </a:cubicBezTo>
                  <a:cubicBezTo>
                    <a:pt x="167" y="1263"/>
                    <a:pt x="560" y="3251"/>
                    <a:pt x="1024" y="4215"/>
                  </a:cubicBezTo>
                  <a:cubicBezTo>
                    <a:pt x="1762" y="5763"/>
                    <a:pt x="3013" y="6835"/>
                    <a:pt x="4394" y="7085"/>
                  </a:cubicBezTo>
                  <a:cubicBezTo>
                    <a:pt x="4673" y="7137"/>
                    <a:pt x="4955" y="7157"/>
                    <a:pt x="5236" y="7157"/>
                  </a:cubicBezTo>
                  <a:cubicBezTo>
                    <a:pt x="5661" y="7157"/>
                    <a:pt x="6085" y="7111"/>
                    <a:pt x="6501" y="7061"/>
                  </a:cubicBezTo>
                  <a:cubicBezTo>
                    <a:pt x="6942" y="7013"/>
                    <a:pt x="7394" y="6966"/>
                    <a:pt x="7846" y="6966"/>
                  </a:cubicBezTo>
                  <a:cubicBezTo>
                    <a:pt x="9942" y="7002"/>
                    <a:pt x="11942" y="8371"/>
                    <a:pt x="12728" y="10323"/>
                  </a:cubicBezTo>
                  <a:lnTo>
                    <a:pt x="13002" y="10216"/>
                  </a:lnTo>
                  <a:cubicBezTo>
                    <a:pt x="12180" y="8156"/>
                    <a:pt x="10061" y="6704"/>
                    <a:pt x="7846" y="6680"/>
                  </a:cubicBezTo>
                  <a:cubicBezTo>
                    <a:pt x="7806" y="6679"/>
                    <a:pt x="7765" y="6679"/>
                    <a:pt x="7724" y="6679"/>
                  </a:cubicBezTo>
                  <a:cubicBezTo>
                    <a:pt x="7301" y="6679"/>
                    <a:pt x="6878" y="6732"/>
                    <a:pt x="6465" y="6775"/>
                  </a:cubicBezTo>
                  <a:cubicBezTo>
                    <a:pt x="6035" y="6819"/>
                    <a:pt x="5623" y="6863"/>
                    <a:pt x="5215" y="6863"/>
                  </a:cubicBezTo>
                  <a:cubicBezTo>
                    <a:pt x="4956" y="6863"/>
                    <a:pt x="4700" y="6845"/>
                    <a:pt x="4441" y="6799"/>
                  </a:cubicBezTo>
                  <a:cubicBezTo>
                    <a:pt x="3167" y="6561"/>
                    <a:pt x="1989" y="5549"/>
                    <a:pt x="1286" y="4096"/>
                  </a:cubicBezTo>
                  <a:cubicBezTo>
                    <a:pt x="834" y="3144"/>
                    <a:pt x="405" y="1037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3195325" y="2065500"/>
              <a:ext cx="131600" cy="119525"/>
            </a:xfrm>
            <a:custGeom>
              <a:avLst/>
              <a:gdLst/>
              <a:ahLst/>
              <a:cxnLst/>
              <a:rect l="l" t="t" r="r" b="b"/>
              <a:pathLst>
                <a:path w="5264" h="4781" extrusionOk="0">
                  <a:moveTo>
                    <a:pt x="2636" y="0"/>
                  </a:moveTo>
                  <a:cubicBezTo>
                    <a:pt x="1550" y="0"/>
                    <a:pt x="566" y="743"/>
                    <a:pt x="310" y="1837"/>
                  </a:cubicBezTo>
                  <a:cubicBezTo>
                    <a:pt x="1" y="3122"/>
                    <a:pt x="798" y="4408"/>
                    <a:pt x="2084" y="4718"/>
                  </a:cubicBezTo>
                  <a:cubicBezTo>
                    <a:pt x="2266" y="4760"/>
                    <a:pt x="2448" y="4780"/>
                    <a:pt x="2627" y="4780"/>
                  </a:cubicBezTo>
                  <a:cubicBezTo>
                    <a:pt x="3714" y="4780"/>
                    <a:pt x="4698" y="4036"/>
                    <a:pt x="4954" y="2932"/>
                  </a:cubicBezTo>
                  <a:cubicBezTo>
                    <a:pt x="5263" y="1646"/>
                    <a:pt x="4465" y="360"/>
                    <a:pt x="3180" y="63"/>
                  </a:cubicBezTo>
                  <a:cubicBezTo>
                    <a:pt x="2998" y="20"/>
                    <a:pt x="2816" y="0"/>
                    <a:pt x="26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3220325" y="2096525"/>
              <a:ext cx="94375" cy="73550"/>
            </a:xfrm>
            <a:custGeom>
              <a:avLst/>
              <a:gdLst/>
              <a:ahLst/>
              <a:cxnLst/>
              <a:rect l="l" t="t" r="r" b="b"/>
              <a:pathLst>
                <a:path w="3775" h="2942" extrusionOk="0">
                  <a:moveTo>
                    <a:pt x="3727" y="0"/>
                  </a:moveTo>
                  <a:cubicBezTo>
                    <a:pt x="2656" y="1929"/>
                    <a:pt x="1025" y="2632"/>
                    <a:pt x="1" y="2882"/>
                  </a:cubicBezTo>
                  <a:cubicBezTo>
                    <a:pt x="13" y="2905"/>
                    <a:pt x="36" y="2929"/>
                    <a:pt x="60" y="2941"/>
                  </a:cubicBezTo>
                  <a:cubicBezTo>
                    <a:pt x="1108" y="2679"/>
                    <a:pt x="2692" y="1965"/>
                    <a:pt x="3775" y="84"/>
                  </a:cubicBezTo>
                  <a:cubicBezTo>
                    <a:pt x="3763" y="60"/>
                    <a:pt x="3751" y="24"/>
                    <a:pt x="3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3201575" y="2065850"/>
              <a:ext cx="106875" cy="96475"/>
            </a:xfrm>
            <a:custGeom>
              <a:avLst/>
              <a:gdLst/>
              <a:ahLst/>
              <a:cxnLst/>
              <a:rect l="l" t="t" r="r" b="b"/>
              <a:pathLst>
                <a:path w="4275" h="3859" extrusionOk="0">
                  <a:moveTo>
                    <a:pt x="1918" y="1156"/>
                  </a:moveTo>
                  <a:cubicBezTo>
                    <a:pt x="2001" y="1180"/>
                    <a:pt x="2275" y="1263"/>
                    <a:pt x="2632" y="1334"/>
                  </a:cubicBezTo>
                  <a:lnTo>
                    <a:pt x="2644" y="1346"/>
                  </a:lnTo>
                  <a:lnTo>
                    <a:pt x="2656" y="1334"/>
                  </a:lnTo>
                  <a:cubicBezTo>
                    <a:pt x="2906" y="1394"/>
                    <a:pt x="3203" y="1430"/>
                    <a:pt x="3489" y="1430"/>
                  </a:cubicBezTo>
                  <a:cubicBezTo>
                    <a:pt x="3620" y="1430"/>
                    <a:pt x="3751" y="1418"/>
                    <a:pt x="3870" y="1394"/>
                  </a:cubicBezTo>
                  <a:lnTo>
                    <a:pt x="3870" y="1394"/>
                  </a:lnTo>
                  <a:cubicBezTo>
                    <a:pt x="3823" y="1489"/>
                    <a:pt x="3763" y="1573"/>
                    <a:pt x="3692" y="1656"/>
                  </a:cubicBezTo>
                  <a:cubicBezTo>
                    <a:pt x="3496" y="1730"/>
                    <a:pt x="3271" y="1758"/>
                    <a:pt x="3047" y="1758"/>
                  </a:cubicBezTo>
                  <a:cubicBezTo>
                    <a:pt x="2480" y="1758"/>
                    <a:pt x="1913" y="1583"/>
                    <a:pt x="1810" y="1549"/>
                  </a:cubicBezTo>
                  <a:cubicBezTo>
                    <a:pt x="1846" y="1418"/>
                    <a:pt x="1882" y="1287"/>
                    <a:pt x="1918" y="1156"/>
                  </a:cubicBezTo>
                  <a:close/>
                  <a:moveTo>
                    <a:pt x="1787" y="1620"/>
                  </a:moveTo>
                  <a:cubicBezTo>
                    <a:pt x="1906" y="1656"/>
                    <a:pt x="2465" y="1834"/>
                    <a:pt x="3037" y="1834"/>
                  </a:cubicBezTo>
                  <a:cubicBezTo>
                    <a:pt x="3239" y="1834"/>
                    <a:pt x="3430" y="1811"/>
                    <a:pt x="3620" y="1751"/>
                  </a:cubicBezTo>
                  <a:lnTo>
                    <a:pt x="3620" y="1751"/>
                  </a:lnTo>
                  <a:cubicBezTo>
                    <a:pt x="3477" y="1930"/>
                    <a:pt x="3346" y="2084"/>
                    <a:pt x="3203" y="2239"/>
                  </a:cubicBezTo>
                  <a:cubicBezTo>
                    <a:pt x="2996" y="2318"/>
                    <a:pt x="2787" y="2352"/>
                    <a:pt x="2571" y="2352"/>
                  </a:cubicBezTo>
                  <a:cubicBezTo>
                    <a:pt x="2265" y="2352"/>
                    <a:pt x="1945" y="2284"/>
                    <a:pt x="1596" y="2180"/>
                  </a:cubicBezTo>
                  <a:cubicBezTo>
                    <a:pt x="1668" y="2013"/>
                    <a:pt x="1727" y="1823"/>
                    <a:pt x="1787" y="1620"/>
                  </a:cubicBezTo>
                  <a:close/>
                  <a:moveTo>
                    <a:pt x="1572" y="2251"/>
                  </a:moveTo>
                  <a:cubicBezTo>
                    <a:pt x="1929" y="2358"/>
                    <a:pt x="2251" y="2430"/>
                    <a:pt x="2560" y="2430"/>
                  </a:cubicBezTo>
                  <a:cubicBezTo>
                    <a:pt x="2739" y="2430"/>
                    <a:pt x="2906" y="2406"/>
                    <a:pt x="3072" y="2358"/>
                  </a:cubicBezTo>
                  <a:lnTo>
                    <a:pt x="3072" y="2358"/>
                  </a:lnTo>
                  <a:cubicBezTo>
                    <a:pt x="2870" y="2549"/>
                    <a:pt x="2656" y="2727"/>
                    <a:pt x="2441" y="2882"/>
                  </a:cubicBezTo>
                  <a:cubicBezTo>
                    <a:pt x="2362" y="2901"/>
                    <a:pt x="2281" y="2909"/>
                    <a:pt x="2200" y="2909"/>
                  </a:cubicBezTo>
                  <a:cubicBezTo>
                    <a:pt x="1913" y="2909"/>
                    <a:pt x="1620" y="2811"/>
                    <a:pt x="1370" y="2727"/>
                  </a:cubicBezTo>
                  <a:cubicBezTo>
                    <a:pt x="1429" y="2596"/>
                    <a:pt x="1501" y="2430"/>
                    <a:pt x="1572" y="2251"/>
                  </a:cubicBezTo>
                  <a:close/>
                  <a:moveTo>
                    <a:pt x="1334" y="2799"/>
                  </a:moveTo>
                  <a:cubicBezTo>
                    <a:pt x="1584" y="2882"/>
                    <a:pt x="1882" y="2977"/>
                    <a:pt x="2179" y="2977"/>
                  </a:cubicBezTo>
                  <a:lnTo>
                    <a:pt x="2310" y="2977"/>
                  </a:lnTo>
                  <a:cubicBezTo>
                    <a:pt x="2072" y="3132"/>
                    <a:pt x="1834" y="3275"/>
                    <a:pt x="1596" y="3382"/>
                  </a:cubicBezTo>
                  <a:cubicBezTo>
                    <a:pt x="1548" y="3358"/>
                    <a:pt x="1382" y="3275"/>
                    <a:pt x="1179" y="3120"/>
                  </a:cubicBezTo>
                  <a:cubicBezTo>
                    <a:pt x="1203" y="3073"/>
                    <a:pt x="1263" y="2966"/>
                    <a:pt x="1334" y="2799"/>
                  </a:cubicBezTo>
                  <a:close/>
                  <a:moveTo>
                    <a:pt x="2680" y="1"/>
                  </a:moveTo>
                  <a:cubicBezTo>
                    <a:pt x="2370" y="227"/>
                    <a:pt x="2108" y="453"/>
                    <a:pt x="2013" y="549"/>
                  </a:cubicBezTo>
                  <a:cubicBezTo>
                    <a:pt x="2025" y="358"/>
                    <a:pt x="2025" y="179"/>
                    <a:pt x="2013" y="13"/>
                  </a:cubicBezTo>
                  <a:cubicBezTo>
                    <a:pt x="1989" y="13"/>
                    <a:pt x="1965" y="13"/>
                    <a:pt x="1941" y="25"/>
                  </a:cubicBezTo>
                  <a:cubicBezTo>
                    <a:pt x="1965" y="370"/>
                    <a:pt x="1929" y="739"/>
                    <a:pt x="1858" y="1096"/>
                  </a:cubicBezTo>
                  <a:lnTo>
                    <a:pt x="1822" y="1120"/>
                  </a:lnTo>
                  <a:lnTo>
                    <a:pt x="1846" y="1120"/>
                  </a:lnTo>
                  <a:cubicBezTo>
                    <a:pt x="1644" y="2073"/>
                    <a:pt x="1203" y="2918"/>
                    <a:pt x="1120" y="3073"/>
                  </a:cubicBezTo>
                  <a:cubicBezTo>
                    <a:pt x="1036" y="3013"/>
                    <a:pt x="953" y="2942"/>
                    <a:pt x="870" y="2858"/>
                  </a:cubicBezTo>
                  <a:lnTo>
                    <a:pt x="870" y="2858"/>
                  </a:lnTo>
                  <a:lnTo>
                    <a:pt x="917" y="2882"/>
                  </a:lnTo>
                  <a:cubicBezTo>
                    <a:pt x="929" y="2870"/>
                    <a:pt x="1739" y="1394"/>
                    <a:pt x="1763" y="60"/>
                  </a:cubicBezTo>
                  <a:lnTo>
                    <a:pt x="1763" y="60"/>
                  </a:lnTo>
                  <a:cubicBezTo>
                    <a:pt x="1751" y="72"/>
                    <a:pt x="1715" y="72"/>
                    <a:pt x="1691" y="84"/>
                  </a:cubicBezTo>
                  <a:cubicBezTo>
                    <a:pt x="1668" y="1358"/>
                    <a:pt x="906" y="2751"/>
                    <a:pt x="858" y="2846"/>
                  </a:cubicBezTo>
                  <a:cubicBezTo>
                    <a:pt x="751" y="2751"/>
                    <a:pt x="644" y="2644"/>
                    <a:pt x="536" y="2513"/>
                  </a:cubicBezTo>
                  <a:lnTo>
                    <a:pt x="536" y="2513"/>
                  </a:lnTo>
                  <a:lnTo>
                    <a:pt x="584" y="2537"/>
                  </a:lnTo>
                  <a:cubicBezTo>
                    <a:pt x="584" y="2525"/>
                    <a:pt x="1227" y="1382"/>
                    <a:pt x="1394" y="203"/>
                  </a:cubicBezTo>
                  <a:lnTo>
                    <a:pt x="1394" y="203"/>
                  </a:lnTo>
                  <a:cubicBezTo>
                    <a:pt x="1370" y="215"/>
                    <a:pt x="1334" y="227"/>
                    <a:pt x="1310" y="239"/>
                  </a:cubicBezTo>
                  <a:cubicBezTo>
                    <a:pt x="1144" y="1334"/>
                    <a:pt x="572" y="2394"/>
                    <a:pt x="525" y="2489"/>
                  </a:cubicBezTo>
                  <a:cubicBezTo>
                    <a:pt x="429" y="2394"/>
                    <a:pt x="346" y="2275"/>
                    <a:pt x="263" y="2144"/>
                  </a:cubicBezTo>
                  <a:lnTo>
                    <a:pt x="263" y="2144"/>
                  </a:lnTo>
                  <a:lnTo>
                    <a:pt x="310" y="2180"/>
                  </a:lnTo>
                  <a:cubicBezTo>
                    <a:pt x="322" y="2168"/>
                    <a:pt x="763" y="1370"/>
                    <a:pt x="1013" y="418"/>
                  </a:cubicBezTo>
                  <a:lnTo>
                    <a:pt x="1013" y="418"/>
                  </a:lnTo>
                  <a:cubicBezTo>
                    <a:pt x="977" y="441"/>
                    <a:pt x="941" y="465"/>
                    <a:pt x="917" y="489"/>
                  </a:cubicBezTo>
                  <a:cubicBezTo>
                    <a:pt x="679" y="1358"/>
                    <a:pt x="286" y="2073"/>
                    <a:pt x="251" y="2144"/>
                  </a:cubicBezTo>
                  <a:cubicBezTo>
                    <a:pt x="179" y="2037"/>
                    <a:pt x="120" y="1930"/>
                    <a:pt x="60" y="1811"/>
                  </a:cubicBezTo>
                  <a:cubicBezTo>
                    <a:pt x="48" y="1846"/>
                    <a:pt x="48" y="1882"/>
                    <a:pt x="36" y="1930"/>
                  </a:cubicBezTo>
                  <a:cubicBezTo>
                    <a:pt x="536" y="2835"/>
                    <a:pt x="1287" y="3299"/>
                    <a:pt x="1513" y="3418"/>
                  </a:cubicBezTo>
                  <a:cubicBezTo>
                    <a:pt x="1429" y="3466"/>
                    <a:pt x="1358" y="3501"/>
                    <a:pt x="1275" y="3525"/>
                  </a:cubicBezTo>
                  <a:cubicBezTo>
                    <a:pt x="1132" y="3454"/>
                    <a:pt x="691" y="3204"/>
                    <a:pt x="1" y="2465"/>
                  </a:cubicBezTo>
                  <a:cubicBezTo>
                    <a:pt x="1" y="2501"/>
                    <a:pt x="1" y="2537"/>
                    <a:pt x="1" y="2573"/>
                  </a:cubicBezTo>
                  <a:cubicBezTo>
                    <a:pt x="608" y="3204"/>
                    <a:pt x="1001" y="3466"/>
                    <a:pt x="1179" y="3573"/>
                  </a:cubicBezTo>
                  <a:cubicBezTo>
                    <a:pt x="1072" y="3608"/>
                    <a:pt x="965" y="3644"/>
                    <a:pt x="858" y="3680"/>
                  </a:cubicBezTo>
                  <a:cubicBezTo>
                    <a:pt x="858" y="3680"/>
                    <a:pt x="560" y="3597"/>
                    <a:pt x="167" y="3275"/>
                  </a:cubicBezTo>
                  <a:lnTo>
                    <a:pt x="167" y="3275"/>
                  </a:lnTo>
                  <a:cubicBezTo>
                    <a:pt x="191" y="3323"/>
                    <a:pt x="215" y="3370"/>
                    <a:pt x="239" y="3418"/>
                  </a:cubicBezTo>
                  <a:cubicBezTo>
                    <a:pt x="465" y="3585"/>
                    <a:pt x="644" y="3680"/>
                    <a:pt x="739" y="3716"/>
                  </a:cubicBezTo>
                  <a:cubicBezTo>
                    <a:pt x="644" y="3751"/>
                    <a:pt x="560" y="3775"/>
                    <a:pt x="465" y="3799"/>
                  </a:cubicBezTo>
                  <a:cubicBezTo>
                    <a:pt x="489" y="3811"/>
                    <a:pt x="501" y="3835"/>
                    <a:pt x="513" y="3859"/>
                  </a:cubicBezTo>
                  <a:cubicBezTo>
                    <a:pt x="739" y="3799"/>
                    <a:pt x="1001" y="3716"/>
                    <a:pt x="1263" y="3608"/>
                  </a:cubicBezTo>
                  <a:cubicBezTo>
                    <a:pt x="1287" y="3620"/>
                    <a:pt x="1298" y="3620"/>
                    <a:pt x="1298" y="3620"/>
                  </a:cubicBezTo>
                  <a:lnTo>
                    <a:pt x="1310" y="3597"/>
                  </a:lnTo>
                  <a:cubicBezTo>
                    <a:pt x="1929" y="3335"/>
                    <a:pt x="2608" y="2930"/>
                    <a:pt x="3239" y="2299"/>
                  </a:cubicBezTo>
                  <a:cubicBezTo>
                    <a:pt x="3251" y="2299"/>
                    <a:pt x="3251" y="2287"/>
                    <a:pt x="3263" y="2287"/>
                  </a:cubicBezTo>
                  <a:lnTo>
                    <a:pt x="3263" y="2275"/>
                  </a:lnTo>
                  <a:cubicBezTo>
                    <a:pt x="3430" y="2108"/>
                    <a:pt x="3584" y="1918"/>
                    <a:pt x="3739" y="1715"/>
                  </a:cubicBezTo>
                  <a:cubicBezTo>
                    <a:pt x="3751" y="1715"/>
                    <a:pt x="3751" y="1703"/>
                    <a:pt x="3763" y="1703"/>
                  </a:cubicBezTo>
                  <a:lnTo>
                    <a:pt x="3751" y="1692"/>
                  </a:lnTo>
                  <a:cubicBezTo>
                    <a:pt x="3834" y="1596"/>
                    <a:pt x="3906" y="1489"/>
                    <a:pt x="3977" y="1382"/>
                  </a:cubicBezTo>
                  <a:lnTo>
                    <a:pt x="3989" y="1382"/>
                  </a:lnTo>
                  <a:lnTo>
                    <a:pt x="3989" y="1370"/>
                  </a:lnTo>
                  <a:cubicBezTo>
                    <a:pt x="4084" y="1227"/>
                    <a:pt x="4180" y="1072"/>
                    <a:pt x="4275" y="906"/>
                  </a:cubicBezTo>
                  <a:cubicBezTo>
                    <a:pt x="4251" y="882"/>
                    <a:pt x="4239" y="870"/>
                    <a:pt x="4215" y="846"/>
                  </a:cubicBezTo>
                  <a:cubicBezTo>
                    <a:pt x="4120" y="1013"/>
                    <a:pt x="4025" y="1168"/>
                    <a:pt x="3930" y="1322"/>
                  </a:cubicBezTo>
                  <a:cubicBezTo>
                    <a:pt x="3792" y="1344"/>
                    <a:pt x="3648" y="1353"/>
                    <a:pt x="3503" y="1353"/>
                  </a:cubicBezTo>
                  <a:cubicBezTo>
                    <a:pt x="3247" y="1353"/>
                    <a:pt x="2987" y="1325"/>
                    <a:pt x="2751" y="1287"/>
                  </a:cubicBezTo>
                  <a:lnTo>
                    <a:pt x="3989" y="596"/>
                  </a:lnTo>
                  <a:cubicBezTo>
                    <a:pt x="3965" y="584"/>
                    <a:pt x="3942" y="560"/>
                    <a:pt x="3930" y="549"/>
                  </a:cubicBezTo>
                  <a:lnTo>
                    <a:pt x="2644" y="1263"/>
                  </a:lnTo>
                  <a:cubicBezTo>
                    <a:pt x="2334" y="1203"/>
                    <a:pt x="2096" y="1132"/>
                    <a:pt x="1977" y="1096"/>
                  </a:cubicBezTo>
                  <a:cubicBezTo>
                    <a:pt x="2168" y="965"/>
                    <a:pt x="2787" y="549"/>
                    <a:pt x="3549" y="287"/>
                  </a:cubicBezTo>
                  <a:cubicBezTo>
                    <a:pt x="3525" y="263"/>
                    <a:pt x="3489" y="251"/>
                    <a:pt x="3465" y="239"/>
                  </a:cubicBezTo>
                  <a:cubicBezTo>
                    <a:pt x="2727" y="513"/>
                    <a:pt x="2120" y="906"/>
                    <a:pt x="1941" y="1037"/>
                  </a:cubicBezTo>
                  <a:cubicBezTo>
                    <a:pt x="1965" y="906"/>
                    <a:pt x="1989" y="763"/>
                    <a:pt x="2001" y="632"/>
                  </a:cubicBezTo>
                  <a:lnTo>
                    <a:pt x="2013" y="644"/>
                  </a:lnTo>
                  <a:cubicBezTo>
                    <a:pt x="2013" y="644"/>
                    <a:pt x="2358" y="322"/>
                    <a:pt x="2787" y="13"/>
                  </a:cubicBezTo>
                  <a:cubicBezTo>
                    <a:pt x="2751" y="13"/>
                    <a:pt x="2715" y="1"/>
                    <a:pt x="2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3230150" y="2109625"/>
              <a:ext cx="90525" cy="75025"/>
            </a:xfrm>
            <a:custGeom>
              <a:avLst/>
              <a:gdLst/>
              <a:ahLst/>
              <a:cxnLst/>
              <a:rect l="l" t="t" r="r" b="b"/>
              <a:pathLst>
                <a:path w="3621" h="3001" extrusionOk="0">
                  <a:moveTo>
                    <a:pt x="2560" y="1357"/>
                  </a:moveTo>
                  <a:lnTo>
                    <a:pt x="2501" y="1393"/>
                  </a:lnTo>
                  <a:cubicBezTo>
                    <a:pt x="2501" y="1405"/>
                    <a:pt x="2715" y="1738"/>
                    <a:pt x="3108" y="2096"/>
                  </a:cubicBezTo>
                  <a:cubicBezTo>
                    <a:pt x="3120" y="2084"/>
                    <a:pt x="3132" y="2060"/>
                    <a:pt x="3144" y="2036"/>
                  </a:cubicBezTo>
                  <a:cubicBezTo>
                    <a:pt x="2763" y="1679"/>
                    <a:pt x="2560" y="1357"/>
                    <a:pt x="2560" y="1357"/>
                  </a:cubicBezTo>
                  <a:close/>
                  <a:moveTo>
                    <a:pt x="1822" y="1929"/>
                  </a:moveTo>
                  <a:cubicBezTo>
                    <a:pt x="1822" y="1941"/>
                    <a:pt x="1894" y="2060"/>
                    <a:pt x="2037" y="2215"/>
                  </a:cubicBezTo>
                  <a:cubicBezTo>
                    <a:pt x="2018" y="2216"/>
                    <a:pt x="1999" y="2216"/>
                    <a:pt x="1980" y="2216"/>
                  </a:cubicBezTo>
                  <a:cubicBezTo>
                    <a:pt x="1755" y="2216"/>
                    <a:pt x="1567" y="2153"/>
                    <a:pt x="1501" y="2131"/>
                  </a:cubicBezTo>
                  <a:cubicBezTo>
                    <a:pt x="1608" y="2072"/>
                    <a:pt x="1715" y="2000"/>
                    <a:pt x="1822" y="1929"/>
                  </a:cubicBezTo>
                  <a:close/>
                  <a:moveTo>
                    <a:pt x="1465" y="2143"/>
                  </a:moveTo>
                  <a:lnTo>
                    <a:pt x="1453" y="2191"/>
                  </a:lnTo>
                  <a:cubicBezTo>
                    <a:pt x="1465" y="2191"/>
                    <a:pt x="1691" y="2298"/>
                    <a:pt x="2001" y="2298"/>
                  </a:cubicBezTo>
                  <a:lnTo>
                    <a:pt x="2084" y="2298"/>
                  </a:lnTo>
                  <a:lnTo>
                    <a:pt x="2084" y="2274"/>
                  </a:lnTo>
                  <a:cubicBezTo>
                    <a:pt x="2156" y="2358"/>
                    <a:pt x="2239" y="2453"/>
                    <a:pt x="2322" y="2536"/>
                  </a:cubicBezTo>
                  <a:cubicBezTo>
                    <a:pt x="2203" y="2561"/>
                    <a:pt x="2077" y="2571"/>
                    <a:pt x="1951" y="2571"/>
                  </a:cubicBezTo>
                  <a:cubicBezTo>
                    <a:pt x="1537" y="2571"/>
                    <a:pt x="1124" y="2463"/>
                    <a:pt x="941" y="2417"/>
                  </a:cubicBezTo>
                  <a:cubicBezTo>
                    <a:pt x="1120" y="2334"/>
                    <a:pt x="1287" y="2250"/>
                    <a:pt x="1465" y="2143"/>
                  </a:cubicBezTo>
                  <a:close/>
                  <a:moveTo>
                    <a:pt x="3537" y="0"/>
                  </a:moveTo>
                  <a:cubicBezTo>
                    <a:pt x="2489" y="1727"/>
                    <a:pt x="1001" y="2405"/>
                    <a:pt x="1" y="2667"/>
                  </a:cubicBezTo>
                  <a:cubicBezTo>
                    <a:pt x="36" y="2679"/>
                    <a:pt x="60" y="2703"/>
                    <a:pt x="84" y="2715"/>
                  </a:cubicBezTo>
                  <a:cubicBezTo>
                    <a:pt x="155" y="2703"/>
                    <a:pt x="215" y="2679"/>
                    <a:pt x="274" y="2667"/>
                  </a:cubicBezTo>
                  <a:cubicBezTo>
                    <a:pt x="286" y="2679"/>
                    <a:pt x="727" y="2905"/>
                    <a:pt x="1322" y="3000"/>
                  </a:cubicBezTo>
                  <a:cubicBezTo>
                    <a:pt x="1429" y="3000"/>
                    <a:pt x="1548" y="2989"/>
                    <a:pt x="1656" y="2965"/>
                  </a:cubicBezTo>
                  <a:cubicBezTo>
                    <a:pt x="1048" y="2929"/>
                    <a:pt x="525" y="2715"/>
                    <a:pt x="370" y="2631"/>
                  </a:cubicBezTo>
                  <a:cubicBezTo>
                    <a:pt x="513" y="2584"/>
                    <a:pt x="679" y="2524"/>
                    <a:pt x="834" y="2453"/>
                  </a:cubicBezTo>
                  <a:cubicBezTo>
                    <a:pt x="929" y="2489"/>
                    <a:pt x="1441" y="2643"/>
                    <a:pt x="1965" y="2643"/>
                  </a:cubicBezTo>
                  <a:cubicBezTo>
                    <a:pt x="2108" y="2643"/>
                    <a:pt x="2251" y="2631"/>
                    <a:pt x="2382" y="2608"/>
                  </a:cubicBezTo>
                  <a:lnTo>
                    <a:pt x="2382" y="2596"/>
                  </a:lnTo>
                  <a:cubicBezTo>
                    <a:pt x="2406" y="2619"/>
                    <a:pt x="2441" y="2643"/>
                    <a:pt x="2465" y="2667"/>
                  </a:cubicBezTo>
                  <a:cubicBezTo>
                    <a:pt x="2477" y="2655"/>
                    <a:pt x="2501" y="2643"/>
                    <a:pt x="2525" y="2631"/>
                  </a:cubicBezTo>
                  <a:cubicBezTo>
                    <a:pt x="2108" y="2250"/>
                    <a:pt x="1882" y="1893"/>
                    <a:pt x="1882" y="1893"/>
                  </a:cubicBezTo>
                  <a:lnTo>
                    <a:pt x="1870" y="1893"/>
                  </a:lnTo>
                  <a:cubicBezTo>
                    <a:pt x="1953" y="1834"/>
                    <a:pt x="2049" y="1762"/>
                    <a:pt x="2132" y="1703"/>
                  </a:cubicBezTo>
                  <a:cubicBezTo>
                    <a:pt x="2191" y="1798"/>
                    <a:pt x="2418" y="2108"/>
                    <a:pt x="2787" y="2429"/>
                  </a:cubicBezTo>
                  <a:lnTo>
                    <a:pt x="2834" y="2381"/>
                  </a:lnTo>
                  <a:cubicBezTo>
                    <a:pt x="2465" y="2060"/>
                    <a:pt x="2251" y="1738"/>
                    <a:pt x="2191" y="1655"/>
                  </a:cubicBezTo>
                  <a:cubicBezTo>
                    <a:pt x="2299" y="1572"/>
                    <a:pt x="2394" y="1488"/>
                    <a:pt x="2501" y="1393"/>
                  </a:cubicBezTo>
                  <a:cubicBezTo>
                    <a:pt x="2608" y="1286"/>
                    <a:pt x="2727" y="1179"/>
                    <a:pt x="2834" y="1060"/>
                  </a:cubicBezTo>
                  <a:cubicBezTo>
                    <a:pt x="2858" y="1119"/>
                    <a:pt x="3049" y="1393"/>
                    <a:pt x="3358" y="1703"/>
                  </a:cubicBezTo>
                  <a:cubicBezTo>
                    <a:pt x="3370" y="1679"/>
                    <a:pt x="3382" y="1655"/>
                    <a:pt x="3394" y="1631"/>
                  </a:cubicBezTo>
                  <a:cubicBezTo>
                    <a:pt x="3072" y="1310"/>
                    <a:pt x="2894" y="1024"/>
                    <a:pt x="2894" y="1024"/>
                  </a:cubicBezTo>
                  <a:lnTo>
                    <a:pt x="2858" y="1036"/>
                  </a:lnTo>
                  <a:cubicBezTo>
                    <a:pt x="2941" y="941"/>
                    <a:pt x="3025" y="857"/>
                    <a:pt x="3108" y="762"/>
                  </a:cubicBezTo>
                  <a:cubicBezTo>
                    <a:pt x="3156" y="834"/>
                    <a:pt x="3299" y="1036"/>
                    <a:pt x="3537" y="1274"/>
                  </a:cubicBezTo>
                  <a:cubicBezTo>
                    <a:pt x="3537" y="1250"/>
                    <a:pt x="3549" y="1226"/>
                    <a:pt x="3549" y="1191"/>
                  </a:cubicBezTo>
                  <a:cubicBezTo>
                    <a:pt x="3322" y="953"/>
                    <a:pt x="3192" y="750"/>
                    <a:pt x="3156" y="703"/>
                  </a:cubicBezTo>
                  <a:cubicBezTo>
                    <a:pt x="3239" y="595"/>
                    <a:pt x="3322" y="476"/>
                    <a:pt x="3394" y="369"/>
                  </a:cubicBezTo>
                  <a:cubicBezTo>
                    <a:pt x="3430" y="417"/>
                    <a:pt x="3501" y="524"/>
                    <a:pt x="3620" y="667"/>
                  </a:cubicBezTo>
                  <a:cubicBezTo>
                    <a:pt x="3620" y="643"/>
                    <a:pt x="3620" y="631"/>
                    <a:pt x="3620" y="619"/>
                  </a:cubicBezTo>
                  <a:cubicBezTo>
                    <a:pt x="3620" y="595"/>
                    <a:pt x="3620" y="572"/>
                    <a:pt x="3620" y="548"/>
                  </a:cubicBezTo>
                  <a:cubicBezTo>
                    <a:pt x="3501" y="405"/>
                    <a:pt x="3442" y="298"/>
                    <a:pt x="3442" y="298"/>
                  </a:cubicBezTo>
                  <a:cubicBezTo>
                    <a:pt x="3477" y="238"/>
                    <a:pt x="3525" y="167"/>
                    <a:pt x="3561" y="107"/>
                  </a:cubicBezTo>
                  <a:cubicBezTo>
                    <a:pt x="3561" y="72"/>
                    <a:pt x="3549" y="36"/>
                    <a:pt x="35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3252475" y="2141250"/>
              <a:ext cx="159275" cy="123150"/>
            </a:xfrm>
            <a:custGeom>
              <a:avLst/>
              <a:gdLst/>
              <a:ahLst/>
              <a:cxnLst/>
              <a:rect l="l" t="t" r="r" b="b"/>
              <a:pathLst>
                <a:path w="6371" h="4926" extrusionOk="0">
                  <a:moveTo>
                    <a:pt x="988" y="1"/>
                  </a:moveTo>
                  <a:cubicBezTo>
                    <a:pt x="957" y="1"/>
                    <a:pt x="933" y="11"/>
                    <a:pt x="917" y="33"/>
                  </a:cubicBezTo>
                  <a:cubicBezTo>
                    <a:pt x="763" y="259"/>
                    <a:pt x="1691" y="1140"/>
                    <a:pt x="1691" y="1140"/>
                  </a:cubicBezTo>
                  <a:cubicBezTo>
                    <a:pt x="1691" y="1140"/>
                    <a:pt x="791" y="476"/>
                    <a:pt x="427" y="476"/>
                  </a:cubicBezTo>
                  <a:cubicBezTo>
                    <a:pt x="357" y="476"/>
                    <a:pt x="307" y="500"/>
                    <a:pt x="286" y="557"/>
                  </a:cubicBezTo>
                  <a:cubicBezTo>
                    <a:pt x="215" y="783"/>
                    <a:pt x="1382" y="1462"/>
                    <a:pt x="1382" y="1462"/>
                  </a:cubicBezTo>
                  <a:cubicBezTo>
                    <a:pt x="1382" y="1462"/>
                    <a:pt x="524" y="1041"/>
                    <a:pt x="201" y="1041"/>
                  </a:cubicBezTo>
                  <a:cubicBezTo>
                    <a:pt x="139" y="1041"/>
                    <a:pt x="97" y="1056"/>
                    <a:pt x="84" y="1093"/>
                  </a:cubicBezTo>
                  <a:cubicBezTo>
                    <a:pt x="1" y="1319"/>
                    <a:pt x="1191" y="1843"/>
                    <a:pt x="1191" y="1843"/>
                  </a:cubicBezTo>
                  <a:cubicBezTo>
                    <a:pt x="1191" y="1843"/>
                    <a:pt x="615" y="1642"/>
                    <a:pt x="297" y="1642"/>
                  </a:cubicBezTo>
                  <a:cubicBezTo>
                    <a:pt x="191" y="1642"/>
                    <a:pt x="114" y="1664"/>
                    <a:pt x="96" y="1724"/>
                  </a:cubicBezTo>
                  <a:cubicBezTo>
                    <a:pt x="24" y="1962"/>
                    <a:pt x="1441" y="2617"/>
                    <a:pt x="2120" y="2890"/>
                  </a:cubicBezTo>
                  <a:cubicBezTo>
                    <a:pt x="3013" y="3664"/>
                    <a:pt x="3430" y="4010"/>
                    <a:pt x="4465" y="4724"/>
                  </a:cubicBezTo>
                  <a:cubicBezTo>
                    <a:pt x="4657" y="4860"/>
                    <a:pt x="4877" y="4925"/>
                    <a:pt x="5093" y="4925"/>
                  </a:cubicBezTo>
                  <a:cubicBezTo>
                    <a:pt x="5481" y="4925"/>
                    <a:pt x="5858" y="4717"/>
                    <a:pt x="6049" y="4343"/>
                  </a:cubicBezTo>
                  <a:cubicBezTo>
                    <a:pt x="6061" y="4331"/>
                    <a:pt x="6061" y="4331"/>
                    <a:pt x="6061" y="4319"/>
                  </a:cubicBezTo>
                  <a:cubicBezTo>
                    <a:pt x="6370" y="3712"/>
                    <a:pt x="6156" y="2986"/>
                    <a:pt x="5549" y="2664"/>
                  </a:cubicBezTo>
                  <a:cubicBezTo>
                    <a:pt x="3918" y="1795"/>
                    <a:pt x="3168" y="1497"/>
                    <a:pt x="3168" y="1497"/>
                  </a:cubicBezTo>
                  <a:cubicBezTo>
                    <a:pt x="3168" y="1497"/>
                    <a:pt x="2620" y="331"/>
                    <a:pt x="2275" y="319"/>
                  </a:cubicBezTo>
                  <a:cubicBezTo>
                    <a:pt x="2272" y="319"/>
                    <a:pt x="2269" y="318"/>
                    <a:pt x="2266" y="318"/>
                  </a:cubicBezTo>
                  <a:cubicBezTo>
                    <a:pt x="1936" y="318"/>
                    <a:pt x="2275" y="962"/>
                    <a:pt x="2275" y="962"/>
                  </a:cubicBezTo>
                  <a:cubicBezTo>
                    <a:pt x="2275" y="962"/>
                    <a:pt x="1294" y="1"/>
                    <a:pt x="988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3164075" y="2088425"/>
              <a:ext cx="103300" cy="166925"/>
            </a:xfrm>
            <a:custGeom>
              <a:avLst/>
              <a:gdLst/>
              <a:ahLst/>
              <a:cxnLst/>
              <a:rect l="l" t="t" r="r" b="b"/>
              <a:pathLst>
                <a:path w="4132" h="6677" extrusionOk="0">
                  <a:moveTo>
                    <a:pt x="2210" y="1"/>
                  </a:moveTo>
                  <a:cubicBezTo>
                    <a:pt x="1945" y="1"/>
                    <a:pt x="1751" y="1586"/>
                    <a:pt x="1751" y="1586"/>
                  </a:cubicBezTo>
                  <a:cubicBezTo>
                    <a:pt x="1751" y="1586"/>
                    <a:pt x="1652" y="1031"/>
                    <a:pt x="1455" y="1031"/>
                  </a:cubicBezTo>
                  <a:cubicBezTo>
                    <a:pt x="1425" y="1031"/>
                    <a:pt x="1393" y="1044"/>
                    <a:pt x="1358" y="1074"/>
                  </a:cubicBezTo>
                  <a:cubicBezTo>
                    <a:pt x="1096" y="1301"/>
                    <a:pt x="1393" y="2563"/>
                    <a:pt x="1393" y="2563"/>
                  </a:cubicBezTo>
                  <a:cubicBezTo>
                    <a:pt x="1393" y="2563"/>
                    <a:pt x="1001" y="3253"/>
                    <a:pt x="262" y="4956"/>
                  </a:cubicBezTo>
                  <a:cubicBezTo>
                    <a:pt x="0" y="5587"/>
                    <a:pt x="286" y="6301"/>
                    <a:pt x="905" y="6575"/>
                  </a:cubicBezTo>
                  <a:cubicBezTo>
                    <a:pt x="917" y="6575"/>
                    <a:pt x="917" y="6575"/>
                    <a:pt x="929" y="6587"/>
                  </a:cubicBezTo>
                  <a:cubicBezTo>
                    <a:pt x="1071" y="6648"/>
                    <a:pt x="1218" y="6677"/>
                    <a:pt x="1362" y="6677"/>
                  </a:cubicBezTo>
                  <a:cubicBezTo>
                    <a:pt x="1836" y="6677"/>
                    <a:pt x="2281" y="6368"/>
                    <a:pt x="2417" y="5884"/>
                  </a:cubicBezTo>
                  <a:cubicBezTo>
                    <a:pt x="2763" y="4682"/>
                    <a:pt x="2882" y="4146"/>
                    <a:pt x="3084" y="2979"/>
                  </a:cubicBezTo>
                  <a:cubicBezTo>
                    <a:pt x="3441" y="2348"/>
                    <a:pt x="4132" y="955"/>
                    <a:pt x="3930" y="812"/>
                  </a:cubicBezTo>
                  <a:cubicBezTo>
                    <a:pt x="3915" y="802"/>
                    <a:pt x="3899" y="797"/>
                    <a:pt x="3881" y="797"/>
                  </a:cubicBezTo>
                  <a:cubicBezTo>
                    <a:pt x="3648" y="797"/>
                    <a:pt x="3156" y="1598"/>
                    <a:pt x="3156" y="1598"/>
                  </a:cubicBezTo>
                  <a:cubicBezTo>
                    <a:pt x="3156" y="1598"/>
                    <a:pt x="3751" y="431"/>
                    <a:pt x="3549" y="300"/>
                  </a:cubicBezTo>
                  <a:cubicBezTo>
                    <a:pt x="3539" y="295"/>
                    <a:pt x="3528" y="292"/>
                    <a:pt x="3517" y="292"/>
                  </a:cubicBezTo>
                  <a:cubicBezTo>
                    <a:pt x="3283" y="292"/>
                    <a:pt x="2763" y="1420"/>
                    <a:pt x="2763" y="1420"/>
                  </a:cubicBezTo>
                  <a:cubicBezTo>
                    <a:pt x="2763" y="1420"/>
                    <a:pt x="3251" y="146"/>
                    <a:pt x="3060" y="27"/>
                  </a:cubicBezTo>
                  <a:cubicBezTo>
                    <a:pt x="3039" y="13"/>
                    <a:pt x="3017" y="6"/>
                    <a:pt x="2995" y="6"/>
                  </a:cubicBezTo>
                  <a:cubicBezTo>
                    <a:pt x="2676" y="6"/>
                    <a:pt x="2322" y="1360"/>
                    <a:pt x="2322" y="1360"/>
                  </a:cubicBezTo>
                  <a:cubicBezTo>
                    <a:pt x="2322" y="1360"/>
                    <a:pt x="2501" y="86"/>
                    <a:pt x="2227" y="3"/>
                  </a:cubicBezTo>
                  <a:cubicBezTo>
                    <a:pt x="2221" y="1"/>
                    <a:pt x="2215" y="1"/>
                    <a:pt x="2210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2931900" y="1834875"/>
              <a:ext cx="39325" cy="122950"/>
            </a:xfrm>
            <a:custGeom>
              <a:avLst/>
              <a:gdLst/>
              <a:ahLst/>
              <a:cxnLst/>
              <a:rect l="l" t="t" r="r" b="b"/>
              <a:pathLst>
                <a:path w="1573" h="4918" extrusionOk="0">
                  <a:moveTo>
                    <a:pt x="72" y="1"/>
                  </a:moveTo>
                  <a:lnTo>
                    <a:pt x="1" y="13"/>
                  </a:lnTo>
                  <a:cubicBezTo>
                    <a:pt x="179" y="1156"/>
                    <a:pt x="608" y="3203"/>
                    <a:pt x="1036" y="4108"/>
                  </a:cubicBezTo>
                  <a:cubicBezTo>
                    <a:pt x="1179" y="4394"/>
                    <a:pt x="1334" y="4668"/>
                    <a:pt x="1501" y="4918"/>
                  </a:cubicBezTo>
                  <a:lnTo>
                    <a:pt x="1572" y="4870"/>
                  </a:lnTo>
                  <a:cubicBezTo>
                    <a:pt x="1394" y="4620"/>
                    <a:pt x="1239" y="4358"/>
                    <a:pt x="1108" y="4073"/>
                  </a:cubicBezTo>
                  <a:cubicBezTo>
                    <a:pt x="679" y="3180"/>
                    <a:pt x="251" y="1144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2925650" y="1840225"/>
              <a:ext cx="39325" cy="121775"/>
            </a:xfrm>
            <a:custGeom>
              <a:avLst/>
              <a:gdLst/>
              <a:ahLst/>
              <a:cxnLst/>
              <a:rect l="l" t="t" r="r" b="b"/>
              <a:pathLst>
                <a:path w="1573" h="4871" extrusionOk="0">
                  <a:moveTo>
                    <a:pt x="72" y="1"/>
                  </a:moveTo>
                  <a:lnTo>
                    <a:pt x="1" y="13"/>
                  </a:lnTo>
                  <a:cubicBezTo>
                    <a:pt x="203" y="1299"/>
                    <a:pt x="596" y="3132"/>
                    <a:pt x="1024" y="4025"/>
                  </a:cubicBezTo>
                  <a:cubicBezTo>
                    <a:pt x="1167" y="4323"/>
                    <a:pt x="1334" y="4597"/>
                    <a:pt x="1513" y="4871"/>
                  </a:cubicBezTo>
                  <a:lnTo>
                    <a:pt x="1572" y="4823"/>
                  </a:lnTo>
                  <a:cubicBezTo>
                    <a:pt x="1394" y="4561"/>
                    <a:pt x="1239" y="4287"/>
                    <a:pt x="1096" y="3990"/>
                  </a:cubicBezTo>
                  <a:cubicBezTo>
                    <a:pt x="667" y="3097"/>
                    <a:pt x="274" y="128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41"/>
          <p:cNvGrpSpPr/>
          <p:nvPr/>
        </p:nvGrpSpPr>
        <p:grpSpPr>
          <a:xfrm>
            <a:off x="-394005" y="3593703"/>
            <a:ext cx="1602688" cy="1583118"/>
            <a:chOff x="-2708900" y="3174350"/>
            <a:chExt cx="350100" cy="345825"/>
          </a:xfrm>
        </p:grpSpPr>
        <p:sp>
          <p:nvSpPr>
            <p:cNvPr id="847" name="Google Shape;847;p41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" name="Google Shape;853;p41"/>
          <p:cNvGrpSpPr/>
          <p:nvPr/>
        </p:nvGrpSpPr>
        <p:grpSpPr>
          <a:xfrm>
            <a:off x="3458451" y="3807305"/>
            <a:ext cx="855154" cy="844712"/>
            <a:chOff x="3458451" y="3807305"/>
            <a:chExt cx="855154" cy="844712"/>
          </a:xfrm>
        </p:grpSpPr>
        <p:grpSp>
          <p:nvGrpSpPr>
            <p:cNvPr id="854" name="Google Shape;854;p41"/>
            <p:cNvGrpSpPr/>
            <p:nvPr/>
          </p:nvGrpSpPr>
          <p:grpSpPr>
            <a:xfrm flipH="1">
              <a:off x="3458451" y="3807305"/>
              <a:ext cx="855154" cy="844712"/>
              <a:chOff x="-2708900" y="3174350"/>
              <a:chExt cx="350100" cy="345825"/>
            </a:xfrm>
          </p:grpSpPr>
          <p:sp>
            <p:nvSpPr>
              <p:cNvPr id="855" name="Google Shape;855;p41"/>
              <p:cNvSpPr/>
              <p:nvPr/>
            </p:nvSpPr>
            <p:spPr>
              <a:xfrm>
                <a:off x="-2708900" y="3296700"/>
                <a:ext cx="173500" cy="221100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-2678900" y="3301975"/>
                <a:ext cx="114325" cy="21462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1"/>
              <p:cNvSpPr/>
              <p:nvPr/>
            </p:nvSpPr>
            <p:spPr>
              <a:xfrm>
                <a:off x="-2524425" y="3174350"/>
                <a:ext cx="165625" cy="342850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1"/>
              <p:cNvSpPr/>
              <p:nvPr/>
            </p:nvSpPr>
            <p:spPr>
              <a:xfrm>
                <a:off x="-2474100" y="3176950"/>
                <a:ext cx="68175" cy="3432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-2619950" y="3198375"/>
                <a:ext cx="136925" cy="321200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-2574125" y="3198675"/>
                <a:ext cx="61950" cy="3164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61" name="Google Shape;861;p41"/>
            <p:cNvCxnSpPr/>
            <p:nvPr/>
          </p:nvCxnSpPr>
          <p:spPr>
            <a:xfrm>
              <a:off x="3513675" y="4647509"/>
              <a:ext cx="6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FDAEA055-C8AC-B969-FD1F-1C307BED1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3799" y="1518608"/>
            <a:ext cx="4573794" cy="1882871"/>
          </a:xfrm>
        </p:spPr>
        <p:txBody>
          <a:bodyPr/>
          <a:lstStyle/>
          <a:p>
            <a:pPr algn="l"/>
            <a:r>
              <a:rPr lang="en-GB" b="1" dirty="0"/>
              <a:t>     We aim to use AI to create a more accessible, engaging, and helpful digital space for older adults and their families.</a:t>
            </a:r>
            <a:endParaRPr lang="en-GB" dirty="0"/>
          </a:p>
          <a:p>
            <a:endParaRPr lang="en-GB" dirty="0"/>
          </a:p>
        </p:txBody>
      </p:sp>
      <p:sp>
        <p:nvSpPr>
          <p:cNvPr id="4" name="Google Shape;1117;p44">
            <a:extLst>
              <a:ext uri="{FF2B5EF4-FFF2-40B4-BE49-F238E27FC236}">
                <a16:creationId xmlns:a16="http://schemas.microsoft.com/office/drawing/2014/main" id="{B8E44228-6B58-CF3A-20C8-12E1FF5CA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295" y="956173"/>
            <a:ext cx="7940921" cy="524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200" b="1" dirty="0"/>
              <a:t>Our 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2"/>
          <p:cNvSpPr/>
          <p:nvPr/>
        </p:nvSpPr>
        <p:spPr>
          <a:xfrm>
            <a:off x="747490" y="1106219"/>
            <a:ext cx="1260906" cy="1231726"/>
          </a:xfrm>
          <a:custGeom>
            <a:avLst/>
            <a:gdLst/>
            <a:ahLst/>
            <a:cxnLst/>
            <a:rect l="l" t="t" r="r" b="b"/>
            <a:pathLst>
              <a:path w="46983" h="45900" extrusionOk="0">
                <a:moveTo>
                  <a:pt x="23491" y="1"/>
                </a:moveTo>
                <a:cubicBezTo>
                  <a:pt x="10514" y="1"/>
                  <a:pt x="0" y="10276"/>
                  <a:pt x="0" y="22956"/>
                </a:cubicBezTo>
                <a:cubicBezTo>
                  <a:pt x="0" y="35624"/>
                  <a:pt x="10514" y="45899"/>
                  <a:pt x="23491" y="45899"/>
                </a:cubicBezTo>
                <a:cubicBezTo>
                  <a:pt x="36469" y="45899"/>
                  <a:pt x="46982" y="35624"/>
                  <a:pt x="46982" y="22956"/>
                </a:cubicBezTo>
                <a:cubicBezTo>
                  <a:pt x="46982" y="10276"/>
                  <a:pt x="36469" y="1"/>
                  <a:pt x="234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42"/>
          <p:cNvSpPr txBox="1">
            <a:spLocks noGrp="1"/>
          </p:cNvSpPr>
          <p:nvPr>
            <p:ph type="title" idx="2"/>
          </p:nvPr>
        </p:nvSpPr>
        <p:spPr>
          <a:xfrm>
            <a:off x="753800" y="126338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868" name="Google Shape;868;p42"/>
          <p:cNvSpPr txBox="1">
            <a:spLocks noGrp="1"/>
          </p:cNvSpPr>
          <p:nvPr>
            <p:ph type="title"/>
          </p:nvPr>
        </p:nvSpPr>
        <p:spPr>
          <a:xfrm>
            <a:off x="296891" y="2495114"/>
            <a:ext cx="495618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AI Opportunities Dashboard</a:t>
            </a:r>
            <a:br>
              <a:rPr lang="en-GB" b="1" dirty="0"/>
            </a:br>
            <a:endParaRPr dirty="0"/>
          </a:p>
        </p:txBody>
      </p:sp>
      <p:grpSp>
        <p:nvGrpSpPr>
          <p:cNvPr id="870" name="Google Shape;870;p42"/>
          <p:cNvGrpSpPr/>
          <p:nvPr/>
        </p:nvGrpSpPr>
        <p:grpSpPr>
          <a:xfrm>
            <a:off x="4157157" y="403696"/>
            <a:ext cx="4833538" cy="4333495"/>
            <a:chOff x="4157157" y="403696"/>
            <a:chExt cx="4833538" cy="4333495"/>
          </a:xfrm>
        </p:grpSpPr>
        <p:sp>
          <p:nvSpPr>
            <p:cNvPr id="871" name="Google Shape;871;p42"/>
            <p:cNvSpPr/>
            <p:nvPr/>
          </p:nvSpPr>
          <p:spPr>
            <a:xfrm>
              <a:off x="4422034" y="1110130"/>
              <a:ext cx="4568661" cy="3324380"/>
            </a:xfrm>
            <a:custGeom>
              <a:avLst/>
              <a:gdLst/>
              <a:ahLst/>
              <a:cxnLst/>
              <a:rect l="l" t="t" r="r" b="b"/>
              <a:pathLst>
                <a:path w="67938" h="49435" extrusionOk="0">
                  <a:moveTo>
                    <a:pt x="19861" y="0"/>
                  </a:moveTo>
                  <a:cubicBezTo>
                    <a:pt x="10467" y="0"/>
                    <a:pt x="2847" y="7608"/>
                    <a:pt x="2847" y="17014"/>
                  </a:cubicBezTo>
                  <a:cubicBezTo>
                    <a:pt x="2847" y="20848"/>
                    <a:pt x="4109" y="24384"/>
                    <a:pt x="6252" y="27230"/>
                  </a:cubicBezTo>
                  <a:cubicBezTo>
                    <a:pt x="2394" y="31135"/>
                    <a:pt x="1" y="36505"/>
                    <a:pt x="1" y="42434"/>
                  </a:cubicBezTo>
                  <a:cubicBezTo>
                    <a:pt x="1" y="44887"/>
                    <a:pt x="418" y="47244"/>
                    <a:pt x="1168" y="49435"/>
                  </a:cubicBezTo>
                  <a:lnTo>
                    <a:pt x="66628" y="49435"/>
                  </a:lnTo>
                  <a:cubicBezTo>
                    <a:pt x="67474" y="47399"/>
                    <a:pt x="67938" y="45160"/>
                    <a:pt x="67938" y="42815"/>
                  </a:cubicBezTo>
                  <a:cubicBezTo>
                    <a:pt x="67938" y="37826"/>
                    <a:pt x="65831" y="33326"/>
                    <a:pt x="62461" y="30171"/>
                  </a:cubicBezTo>
                  <a:cubicBezTo>
                    <a:pt x="63283" y="27873"/>
                    <a:pt x="63747" y="25396"/>
                    <a:pt x="63747" y="22801"/>
                  </a:cubicBezTo>
                  <a:cubicBezTo>
                    <a:pt x="63747" y="10835"/>
                    <a:pt x="54032" y="1119"/>
                    <a:pt x="42054" y="1119"/>
                  </a:cubicBezTo>
                  <a:cubicBezTo>
                    <a:pt x="38018" y="1119"/>
                    <a:pt x="34243" y="2227"/>
                    <a:pt x="31005" y="4155"/>
                  </a:cubicBezTo>
                  <a:cubicBezTo>
                    <a:pt x="28016" y="1560"/>
                    <a:pt x="24123" y="0"/>
                    <a:pt x="19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2" name="Google Shape;872;p42"/>
            <p:cNvGrpSpPr/>
            <p:nvPr/>
          </p:nvGrpSpPr>
          <p:grpSpPr>
            <a:xfrm>
              <a:off x="4711468" y="3532318"/>
              <a:ext cx="941734" cy="930235"/>
              <a:chOff x="5044343" y="3532318"/>
              <a:chExt cx="941734" cy="930235"/>
            </a:xfrm>
          </p:grpSpPr>
          <p:sp>
            <p:nvSpPr>
              <p:cNvPr id="873" name="Google Shape;873;p42"/>
              <p:cNvSpPr/>
              <p:nvPr/>
            </p:nvSpPr>
            <p:spPr>
              <a:xfrm>
                <a:off x="5044343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2"/>
              <p:cNvSpPr/>
              <p:nvPr/>
            </p:nvSpPr>
            <p:spPr>
              <a:xfrm>
                <a:off x="5125040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2"/>
              <p:cNvSpPr/>
              <p:nvPr/>
            </p:nvSpPr>
            <p:spPr>
              <a:xfrm>
                <a:off x="5540562" y="3532318"/>
                <a:ext cx="445515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2"/>
              <p:cNvSpPr/>
              <p:nvPr/>
            </p:nvSpPr>
            <p:spPr>
              <a:xfrm>
                <a:off x="5675931" y="3539311"/>
                <a:ext cx="183384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2"/>
              <p:cNvSpPr/>
              <p:nvPr/>
            </p:nvSpPr>
            <p:spPr>
              <a:xfrm>
                <a:off x="5283609" y="3596943"/>
                <a:ext cx="368315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2"/>
              <p:cNvSpPr/>
              <p:nvPr/>
            </p:nvSpPr>
            <p:spPr>
              <a:xfrm>
                <a:off x="5406874" y="3597749"/>
                <a:ext cx="166639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9" name="Google Shape;879;p42"/>
            <p:cNvGrpSpPr/>
            <p:nvPr/>
          </p:nvGrpSpPr>
          <p:grpSpPr>
            <a:xfrm>
              <a:off x="7884941" y="3532318"/>
              <a:ext cx="941734" cy="930235"/>
              <a:chOff x="7429141" y="3532318"/>
              <a:chExt cx="941734" cy="930235"/>
            </a:xfrm>
          </p:grpSpPr>
          <p:sp>
            <p:nvSpPr>
              <p:cNvPr id="880" name="Google Shape;880;p42"/>
              <p:cNvSpPr/>
              <p:nvPr/>
            </p:nvSpPr>
            <p:spPr>
              <a:xfrm>
                <a:off x="7904177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5003" y="1"/>
                    </a:moveTo>
                    <a:cubicBezTo>
                      <a:pt x="4850" y="1"/>
                      <a:pt x="4689" y="27"/>
                      <a:pt x="4525" y="80"/>
                    </a:cubicBezTo>
                    <a:cubicBezTo>
                      <a:pt x="3179" y="509"/>
                      <a:pt x="893" y="4390"/>
                      <a:pt x="0" y="8796"/>
                    </a:cubicBezTo>
                    <a:lnTo>
                      <a:pt x="2596" y="8843"/>
                    </a:lnTo>
                    <a:cubicBezTo>
                      <a:pt x="3072" y="7700"/>
                      <a:pt x="3858" y="6057"/>
                      <a:pt x="5037" y="4367"/>
                    </a:cubicBezTo>
                    <a:cubicBezTo>
                      <a:pt x="6939" y="1639"/>
                      <a:pt x="6214" y="1"/>
                      <a:pt x="50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2"/>
              <p:cNvSpPr/>
              <p:nvPr/>
            </p:nvSpPr>
            <p:spPr>
              <a:xfrm>
                <a:off x="7982655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4477" y="0"/>
                    </a:moveTo>
                    <a:cubicBezTo>
                      <a:pt x="4453" y="24"/>
                      <a:pt x="3834" y="548"/>
                      <a:pt x="2965" y="1858"/>
                    </a:cubicBezTo>
                    <a:cubicBezTo>
                      <a:pt x="2167" y="3072"/>
                      <a:pt x="1000" y="5215"/>
                      <a:pt x="0" y="8537"/>
                    </a:cubicBezTo>
                    <a:lnTo>
                      <a:pt x="143" y="8585"/>
                    </a:lnTo>
                    <a:cubicBezTo>
                      <a:pt x="2060" y="2274"/>
                      <a:pt x="4548" y="131"/>
                      <a:pt x="4572" y="119"/>
                    </a:cubicBezTo>
                    <a:lnTo>
                      <a:pt x="4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2"/>
              <p:cNvSpPr/>
              <p:nvPr/>
            </p:nvSpPr>
            <p:spPr>
              <a:xfrm>
                <a:off x="7429141" y="3532318"/>
                <a:ext cx="445447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4" h="13714" extrusionOk="0">
                    <a:moveTo>
                      <a:pt x="2474" y="1"/>
                    </a:moveTo>
                    <a:cubicBezTo>
                      <a:pt x="1112" y="1"/>
                      <a:pt x="0" y="1847"/>
                      <a:pt x="1278" y="5593"/>
                    </a:cubicBezTo>
                    <a:cubicBezTo>
                      <a:pt x="2516" y="9213"/>
                      <a:pt x="2790" y="12440"/>
                      <a:pt x="2861" y="13713"/>
                    </a:cubicBezTo>
                    <a:lnTo>
                      <a:pt x="5993" y="13666"/>
                    </a:lnTo>
                    <a:cubicBezTo>
                      <a:pt x="6624" y="7546"/>
                      <a:pt x="5100" y="1414"/>
                      <a:pt x="3504" y="343"/>
                    </a:cubicBezTo>
                    <a:cubicBezTo>
                      <a:pt x="3167" y="115"/>
                      <a:pt x="2813" y="1"/>
                      <a:pt x="2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2"/>
              <p:cNvSpPr/>
              <p:nvPr/>
            </p:nvSpPr>
            <p:spPr>
              <a:xfrm>
                <a:off x="7555902" y="3539311"/>
                <a:ext cx="187419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13729" extrusionOk="0">
                    <a:moveTo>
                      <a:pt x="131" y="1"/>
                    </a:moveTo>
                    <a:lnTo>
                      <a:pt x="0" y="84"/>
                    </a:lnTo>
                    <a:cubicBezTo>
                      <a:pt x="12" y="96"/>
                      <a:pt x="667" y="1084"/>
                      <a:pt x="1310" y="3251"/>
                    </a:cubicBezTo>
                    <a:cubicBezTo>
                      <a:pt x="1893" y="5251"/>
                      <a:pt x="2584" y="8692"/>
                      <a:pt x="2524" y="13729"/>
                    </a:cubicBezTo>
                    <a:lnTo>
                      <a:pt x="2679" y="13729"/>
                    </a:lnTo>
                    <a:cubicBezTo>
                      <a:pt x="2786" y="4049"/>
                      <a:pt x="155" y="48"/>
                      <a:pt x="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2"/>
              <p:cNvSpPr/>
              <p:nvPr/>
            </p:nvSpPr>
            <p:spPr>
              <a:xfrm>
                <a:off x="7763227" y="3596943"/>
                <a:ext cx="369189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12848" extrusionOk="0">
                    <a:moveTo>
                      <a:pt x="3151" y="1"/>
                    </a:moveTo>
                    <a:cubicBezTo>
                      <a:pt x="2185" y="1"/>
                      <a:pt x="1553" y="665"/>
                      <a:pt x="810" y="2882"/>
                    </a:cubicBezTo>
                    <a:cubicBezTo>
                      <a:pt x="120" y="4966"/>
                      <a:pt x="13" y="10717"/>
                      <a:pt x="1" y="12848"/>
                    </a:cubicBezTo>
                    <a:lnTo>
                      <a:pt x="2584" y="12824"/>
                    </a:lnTo>
                    <a:cubicBezTo>
                      <a:pt x="2918" y="11752"/>
                      <a:pt x="3454" y="9943"/>
                      <a:pt x="4132" y="7347"/>
                    </a:cubicBezTo>
                    <a:cubicBezTo>
                      <a:pt x="5490" y="2251"/>
                      <a:pt x="4775" y="227"/>
                      <a:pt x="3573" y="37"/>
                    </a:cubicBezTo>
                    <a:cubicBezTo>
                      <a:pt x="3425" y="13"/>
                      <a:pt x="3284" y="1"/>
                      <a:pt x="3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2"/>
              <p:cNvSpPr/>
              <p:nvPr/>
            </p:nvSpPr>
            <p:spPr>
              <a:xfrm>
                <a:off x="7842511" y="3597749"/>
                <a:ext cx="165832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12658" extrusionOk="0">
                    <a:moveTo>
                      <a:pt x="2322" y="1"/>
                    </a:moveTo>
                    <a:cubicBezTo>
                      <a:pt x="2298" y="72"/>
                      <a:pt x="774" y="6835"/>
                      <a:pt x="0" y="12633"/>
                    </a:cubicBezTo>
                    <a:lnTo>
                      <a:pt x="143" y="12657"/>
                    </a:lnTo>
                    <a:cubicBezTo>
                      <a:pt x="917" y="6859"/>
                      <a:pt x="2441" y="108"/>
                      <a:pt x="2465" y="37"/>
                    </a:cubicBez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6" name="Google Shape;886;p42"/>
            <p:cNvSpPr/>
            <p:nvPr/>
          </p:nvSpPr>
          <p:spPr>
            <a:xfrm>
              <a:off x="6667160" y="2188578"/>
              <a:ext cx="614171" cy="793655"/>
            </a:xfrm>
            <a:custGeom>
              <a:avLst/>
              <a:gdLst/>
              <a:ahLst/>
              <a:cxnLst/>
              <a:rect l="l" t="t" r="r" b="b"/>
              <a:pathLst>
                <a:path w="9133" h="11802" extrusionOk="0">
                  <a:moveTo>
                    <a:pt x="798" y="1"/>
                  </a:moveTo>
                  <a:lnTo>
                    <a:pt x="0" y="10478"/>
                  </a:lnTo>
                  <a:cubicBezTo>
                    <a:pt x="659" y="11194"/>
                    <a:pt x="1880" y="11802"/>
                    <a:pt x="3204" y="11802"/>
                  </a:cubicBezTo>
                  <a:cubicBezTo>
                    <a:pt x="4368" y="11802"/>
                    <a:pt x="5611" y="11331"/>
                    <a:pt x="6620" y="10050"/>
                  </a:cubicBezTo>
                  <a:cubicBezTo>
                    <a:pt x="8203" y="8038"/>
                    <a:pt x="9132" y="3358"/>
                    <a:pt x="9073" y="1989"/>
                  </a:cubicBezTo>
                  <a:cubicBezTo>
                    <a:pt x="8192" y="1501"/>
                    <a:pt x="7049" y="1227"/>
                    <a:pt x="6108" y="953"/>
                  </a:cubicBezTo>
                  <a:cubicBezTo>
                    <a:pt x="4810" y="2465"/>
                    <a:pt x="4120" y="4704"/>
                    <a:pt x="4120" y="4704"/>
                  </a:cubicBezTo>
                  <a:cubicBezTo>
                    <a:pt x="3179" y="2727"/>
                    <a:pt x="2203" y="1370"/>
                    <a:pt x="1274" y="441"/>
                  </a:cubicBezTo>
                  <a:cubicBezTo>
                    <a:pt x="1107" y="287"/>
                    <a:pt x="953" y="132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7025858" y="2211039"/>
              <a:ext cx="256280" cy="179416"/>
            </a:xfrm>
            <a:custGeom>
              <a:avLst/>
              <a:gdLst/>
              <a:ahLst/>
              <a:cxnLst/>
              <a:rect l="l" t="t" r="r" b="b"/>
              <a:pathLst>
                <a:path w="3811" h="2668" extrusionOk="0">
                  <a:moveTo>
                    <a:pt x="845" y="0"/>
                  </a:moveTo>
                  <a:cubicBezTo>
                    <a:pt x="500" y="298"/>
                    <a:pt x="0" y="1631"/>
                    <a:pt x="0" y="1631"/>
                  </a:cubicBezTo>
                  <a:lnTo>
                    <a:pt x="3667" y="2667"/>
                  </a:lnTo>
                  <a:lnTo>
                    <a:pt x="3810" y="1084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rgbClr val="E2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6522981" y="2762670"/>
              <a:ext cx="44114" cy="185805"/>
            </a:xfrm>
            <a:custGeom>
              <a:avLst/>
              <a:gdLst/>
              <a:ahLst/>
              <a:cxnLst/>
              <a:rect l="l" t="t" r="r" b="b"/>
              <a:pathLst>
                <a:path w="656" h="2763" extrusionOk="0">
                  <a:moveTo>
                    <a:pt x="1" y="1"/>
                  </a:moveTo>
                  <a:cubicBezTo>
                    <a:pt x="120" y="596"/>
                    <a:pt x="275" y="1417"/>
                    <a:pt x="656" y="276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5204325" y="1902978"/>
              <a:ext cx="996070" cy="947585"/>
            </a:xfrm>
            <a:custGeom>
              <a:avLst/>
              <a:gdLst/>
              <a:ahLst/>
              <a:cxnLst/>
              <a:rect l="l" t="t" r="r" b="b"/>
              <a:pathLst>
                <a:path w="14812" h="14091" extrusionOk="0">
                  <a:moveTo>
                    <a:pt x="1832" y="1"/>
                  </a:moveTo>
                  <a:cubicBezTo>
                    <a:pt x="1805" y="1"/>
                    <a:pt x="1778" y="7"/>
                    <a:pt x="1751" y="21"/>
                  </a:cubicBezTo>
                  <a:cubicBezTo>
                    <a:pt x="1453" y="176"/>
                    <a:pt x="1965" y="2152"/>
                    <a:pt x="1965" y="2152"/>
                  </a:cubicBezTo>
                  <a:cubicBezTo>
                    <a:pt x="1965" y="2152"/>
                    <a:pt x="1359" y="358"/>
                    <a:pt x="1016" y="358"/>
                  </a:cubicBezTo>
                  <a:cubicBezTo>
                    <a:pt x="1003" y="358"/>
                    <a:pt x="989" y="360"/>
                    <a:pt x="977" y="366"/>
                  </a:cubicBezTo>
                  <a:cubicBezTo>
                    <a:pt x="643" y="521"/>
                    <a:pt x="1358" y="2343"/>
                    <a:pt x="1358" y="2343"/>
                  </a:cubicBezTo>
                  <a:cubicBezTo>
                    <a:pt x="1358" y="2343"/>
                    <a:pt x="734" y="1042"/>
                    <a:pt x="393" y="1042"/>
                  </a:cubicBezTo>
                  <a:cubicBezTo>
                    <a:pt x="372" y="1042"/>
                    <a:pt x="352" y="1047"/>
                    <a:pt x="334" y="1057"/>
                  </a:cubicBezTo>
                  <a:cubicBezTo>
                    <a:pt x="0" y="1247"/>
                    <a:pt x="846" y="3772"/>
                    <a:pt x="1262" y="4510"/>
                  </a:cubicBezTo>
                  <a:cubicBezTo>
                    <a:pt x="1262" y="4510"/>
                    <a:pt x="1596" y="12332"/>
                    <a:pt x="4739" y="13880"/>
                  </a:cubicBezTo>
                  <a:cubicBezTo>
                    <a:pt x="5032" y="14025"/>
                    <a:pt x="5327" y="14090"/>
                    <a:pt x="5619" y="14090"/>
                  </a:cubicBezTo>
                  <a:cubicBezTo>
                    <a:pt x="8043" y="14090"/>
                    <a:pt x="10339" y="9576"/>
                    <a:pt x="10966" y="8248"/>
                  </a:cubicBezTo>
                  <a:lnTo>
                    <a:pt x="11764" y="8856"/>
                  </a:lnTo>
                  <a:cubicBezTo>
                    <a:pt x="12633" y="6832"/>
                    <a:pt x="13752" y="5391"/>
                    <a:pt x="14812" y="3498"/>
                  </a:cubicBezTo>
                  <a:cubicBezTo>
                    <a:pt x="14670" y="3462"/>
                    <a:pt x="13966" y="2724"/>
                    <a:pt x="13943" y="2724"/>
                  </a:cubicBezTo>
                  <a:cubicBezTo>
                    <a:pt x="13943" y="2724"/>
                    <a:pt x="13943" y="2724"/>
                    <a:pt x="13943" y="2724"/>
                  </a:cubicBezTo>
                  <a:cubicBezTo>
                    <a:pt x="13943" y="2724"/>
                    <a:pt x="13510" y="2556"/>
                    <a:pt x="12832" y="2556"/>
                  </a:cubicBezTo>
                  <a:cubicBezTo>
                    <a:pt x="11815" y="2556"/>
                    <a:pt x="10244" y="2933"/>
                    <a:pt x="8751" y="4819"/>
                  </a:cubicBezTo>
                  <a:cubicBezTo>
                    <a:pt x="7323" y="7046"/>
                    <a:pt x="5989" y="8701"/>
                    <a:pt x="5989" y="8701"/>
                  </a:cubicBezTo>
                  <a:lnTo>
                    <a:pt x="3501" y="4688"/>
                  </a:lnTo>
                  <a:cubicBezTo>
                    <a:pt x="3501" y="4688"/>
                    <a:pt x="4477" y="2236"/>
                    <a:pt x="4120" y="1855"/>
                  </a:cubicBezTo>
                  <a:cubicBezTo>
                    <a:pt x="4068" y="1798"/>
                    <a:pt x="4017" y="1774"/>
                    <a:pt x="3967" y="1774"/>
                  </a:cubicBezTo>
                  <a:cubicBezTo>
                    <a:pt x="3682" y="1774"/>
                    <a:pt x="3441" y="2557"/>
                    <a:pt x="3441" y="2557"/>
                  </a:cubicBezTo>
                  <a:cubicBezTo>
                    <a:pt x="3441" y="2557"/>
                    <a:pt x="3418" y="127"/>
                    <a:pt x="3007" y="127"/>
                  </a:cubicBezTo>
                  <a:cubicBezTo>
                    <a:pt x="3001" y="127"/>
                    <a:pt x="2995" y="127"/>
                    <a:pt x="2989" y="128"/>
                  </a:cubicBezTo>
                  <a:cubicBezTo>
                    <a:pt x="2572" y="200"/>
                    <a:pt x="2644" y="2129"/>
                    <a:pt x="2644" y="2129"/>
                  </a:cubicBezTo>
                  <a:cubicBezTo>
                    <a:pt x="2644" y="2129"/>
                    <a:pt x="2312" y="1"/>
                    <a:pt x="1832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5286770" y="2059261"/>
              <a:ext cx="136983" cy="53327"/>
            </a:xfrm>
            <a:custGeom>
              <a:avLst/>
              <a:gdLst/>
              <a:ahLst/>
              <a:cxnLst/>
              <a:rect l="l" t="t" r="r" b="b"/>
              <a:pathLst>
                <a:path w="2037" h="793" extrusionOk="0">
                  <a:moveTo>
                    <a:pt x="1496" y="1"/>
                  </a:moveTo>
                  <a:cubicBezTo>
                    <a:pt x="1017" y="1"/>
                    <a:pt x="325" y="117"/>
                    <a:pt x="13" y="733"/>
                  </a:cubicBezTo>
                  <a:cubicBezTo>
                    <a:pt x="1" y="757"/>
                    <a:pt x="13" y="781"/>
                    <a:pt x="25" y="793"/>
                  </a:cubicBezTo>
                  <a:lnTo>
                    <a:pt x="48" y="793"/>
                  </a:lnTo>
                  <a:cubicBezTo>
                    <a:pt x="72" y="793"/>
                    <a:pt x="84" y="793"/>
                    <a:pt x="96" y="769"/>
                  </a:cubicBezTo>
                  <a:cubicBezTo>
                    <a:pt x="391" y="194"/>
                    <a:pt x="1037" y="85"/>
                    <a:pt x="1489" y="85"/>
                  </a:cubicBezTo>
                  <a:cubicBezTo>
                    <a:pt x="1768" y="85"/>
                    <a:pt x="1973" y="126"/>
                    <a:pt x="1977" y="126"/>
                  </a:cubicBezTo>
                  <a:cubicBezTo>
                    <a:pt x="1984" y="129"/>
                    <a:pt x="1990" y="131"/>
                    <a:pt x="1996" y="131"/>
                  </a:cubicBezTo>
                  <a:cubicBezTo>
                    <a:pt x="2013" y="131"/>
                    <a:pt x="2028" y="120"/>
                    <a:pt x="2037" y="102"/>
                  </a:cubicBezTo>
                  <a:cubicBezTo>
                    <a:pt x="2037" y="78"/>
                    <a:pt x="2025" y="55"/>
                    <a:pt x="2001" y="43"/>
                  </a:cubicBezTo>
                  <a:cubicBezTo>
                    <a:pt x="1996" y="43"/>
                    <a:pt x="1785" y="1"/>
                    <a:pt x="1496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6061058" y="2035254"/>
              <a:ext cx="374770" cy="140615"/>
            </a:xfrm>
            <a:custGeom>
              <a:avLst/>
              <a:gdLst/>
              <a:ahLst/>
              <a:cxnLst/>
              <a:rect l="l" t="t" r="r" b="b"/>
              <a:pathLst>
                <a:path w="5573" h="2091" extrusionOk="0">
                  <a:moveTo>
                    <a:pt x="2741" y="0"/>
                  </a:moveTo>
                  <a:cubicBezTo>
                    <a:pt x="1090" y="0"/>
                    <a:pt x="0" y="138"/>
                    <a:pt x="0" y="138"/>
                  </a:cubicBezTo>
                  <a:cubicBezTo>
                    <a:pt x="0" y="221"/>
                    <a:pt x="71" y="2090"/>
                    <a:pt x="71" y="2090"/>
                  </a:cubicBezTo>
                  <a:lnTo>
                    <a:pt x="5572" y="2090"/>
                  </a:lnTo>
                  <a:lnTo>
                    <a:pt x="5572" y="138"/>
                  </a:lnTo>
                  <a:cubicBezTo>
                    <a:pt x="4532" y="35"/>
                    <a:pt x="3567" y="0"/>
                    <a:pt x="2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5998585" y="2078897"/>
              <a:ext cx="474835" cy="206517"/>
            </a:xfrm>
            <a:custGeom>
              <a:avLst/>
              <a:gdLst/>
              <a:ahLst/>
              <a:cxnLst/>
              <a:rect l="l" t="t" r="r" b="b"/>
              <a:pathLst>
                <a:path w="7061" h="3071" extrusionOk="0">
                  <a:moveTo>
                    <a:pt x="3283" y="0"/>
                  </a:moveTo>
                  <a:cubicBezTo>
                    <a:pt x="1799" y="0"/>
                    <a:pt x="74" y="205"/>
                    <a:pt x="0" y="215"/>
                  </a:cubicBezTo>
                  <a:cubicBezTo>
                    <a:pt x="0" y="215"/>
                    <a:pt x="1312" y="3071"/>
                    <a:pt x="3443" y="3071"/>
                  </a:cubicBezTo>
                  <a:cubicBezTo>
                    <a:pt x="3671" y="3071"/>
                    <a:pt x="3909" y="3038"/>
                    <a:pt x="4156" y="2965"/>
                  </a:cubicBezTo>
                  <a:cubicBezTo>
                    <a:pt x="6715" y="2215"/>
                    <a:pt x="7061" y="310"/>
                    <a:pt x="7061" y="310"/>
                  </a:cubicBezTo>
                  <a:cubicBezTo>
                    <a:pt x="7061" y="310"/>
                    <a:pt x="5549" y="96"/>
                    <a:pt x="3870" y="13"/>
                  </a:cubicBezTo>
                  <a:cubicBezTo>
                    <a:pt x="3682" y="4"/>
                    <a:pt x="3485" y="0"/>
                    <a:pt x="3283" y="0"/>
                  </a:cubicBezTo>
                  <a:close/>
                </a:path>
              </a:pathLst>
            </a:custGeom>
            <a:solidFill>
              <a:srgbClr val="B89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6129112" y="1896388"/>
              <a:ext cx="250631" cy="121583"/>
            </a:xfrm>
            <a:custGeom>
              <a:avLst/>
              <a:gdLst/>
              <a:ahLst/>
              <a:cxnLst/>
              <a:rect l="l" t="t" r="r" b="b"/>
              <a:pathLst>
                <a:path w="3727" h="1808" extrusionOk="0">
                  <a:moveTo>
                    <a:pt x="3727" y="0"/>
                  </a:moveTo>
                  <a:lnTo>
                    <a:pt x="0" y="393"/>
                  </a:lnTo>
                  <a:lnTo>
                    <a:pt x="95" y="1536"/>
                  </a:lnTo>
                  <a:cubicBezTo>
                    <a:pt x="772" y="1717"/>
                    <a:pt x="1463" y="1807"/>
                    <a:pt x="2144" y="1807"/>
                  </a:cubicBezTo>
                  <a:cubicBezTo>
                    <a:pt x="2674" y="1807"/>
                    <a:pt x="3198" y="1753"/>
                    <a:pt x="3703" y="1643"/>
                  </a:cubicBezTo>
                  <a:lnTo>
                    <a:pt x="3727" y="0"/>
                  </a:ln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6089840" y="2015685"/>
              <a:ext cx="319560" cy="71148"/>
            </a:xfrm>
            <a:custGeom>
              <a:avLst/>
              <a:gdLst/>
              <a:ahLst/>
              <a:cxnLst/>
              <a:rect l="l" t="t" r="r" b="b"/>
              <a:pathLst>
                <a:path w="4752" h="1058" extrusionOk="0">
                  <a:moveTo>
                    <a:pt x="1" y="0"/>
                  </a:moveTo>
                  <a:lnTo>
                    <a:pt x="84" y="774"/>
                  </a:lnTo>
                  <a:cubicBezTo>
                    <a:pt x="862" y="972"/>
                    <a:pt x="1659" y="1057"/>
                    <a:pt x="2467" y="1057"/>
                  </a:cubicBezTo>
                  <a:cubicBezTo>
                    <a:pt x="3218" y="1057"/>
                    <a:pt x="3977" y="983"/>
                    <a:pt x="4739" y="857"/>
                  </a:cubicBezTo>
                  <a:lnTo>
                    <a:pt x="4751" y="95"/>
                  </a:lnTo>
                  <a:lnTo>
                    <a:pt x="4751" y="95"/>
                  </a:lnTo>
                  <a:cubicBezTo>
                    <a:pt x="4089" y="210"/>
                    <a:pt x="3402" y="265"/>
                    <a:pt x="2705" y="265"/>
                  </a:cubicBezTo>
                  <a:cubicBezTo>
                    <a:pt x="1810" y="265"/>
                    <a:pt x="898" y="174"/>
                    <a:pt x="1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6095489" y="2067734"/>
              <a:ext cx="313104" cy="289097"/>
            </a:xfrm>
            <a:custGeom>
              <a:avLst/>
              <a:gdLst/>
              <a:ahLst/>
              <a:cxnLst/>
              <a:rect l="l" t="t" r="r" b="b"/>
              <a:pathLst>
                <a:path w="4656" h="4299" extrusionOk="0">
                  <a:moveTo>
                    <a:pt x="0" y="0"/>
                  </a:moveTo>
                  <a:lnTo>
                    <a:pt x="107" y="964"/>
                  </a:lnTo>
                  <a:cubicBezTo>
                    <a:pt x="107" y="964"/>
                    <a:pt x="405" y="4298"/>
                    <a:pt x="2274" y="4298"/>
                  </a:cubicBezTo>
                  <a:cubicBezTo>
                    <a:pt x="4370" y="4298"/>
                    <a:pt x="4643" y="964"/>
                    <a:pt x="4643" y="964"/>
                  </a:cubicBezTo>
                  <a:lnTo>
                    <a:pt x="4655" y="83"/>
                  </a:lnTo>
                  <a:lnTo>
                    <a:pt x="4655" y="83"/>
                  </a:lnTo>
                  <a:cubicBezTo>
                    <a:pt x="3893" y="209"/>
                    <a:pt x="3134" y="283"/>
                    <a:pt x="2383" y="283"/>
                  </a:cubicBezTo>
                  <a:cubicBezTo>
                    <a:pt x="1575" y="283"/>
                    <a:pt x="778" y="198"/>
                    <a:pt x="0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5772768" y="1042344"/>
              <a:ext cx="892038" cy="921022"/>
            </a:xfrm>
            <a:custGeom>
              <a:avLst/>
              <a:gdLst/>
              <a:ahLst/>
              <a:cxnLst/>
              <a:rect l="l" t="t" r="r" b="b"/>
              <a:pathLst>
                <a:path w="13265" h="13696" extrusionOk="0">
                  <a:moveTo>
                    <a:pt x="6941" y="0"/>
                  </a:moveTo>
                  <a:cubicBezTo>
                    <a:pt x="6280" y="0"/>
                    <a:pt x="5583" y="81"/>
                    <a:pt x="4859" y="258"/>
                  </a:cubicBezTo>
                  <a:cubicBezTo>
                    <a:pt x="1001" y="1211"/>
                    <a:pt x="1" y="4794"/>
                    <a:pt x="608" y="8414"/>
                  </a:cubicBezTo>
                  <a:cubicBezTo>
                    <a:pt x="1297" y="12412"/>
                    <a:pt x="4264" y="13696"/>
                    <a:pt x="7114" y="13696"/>
                  </a:cubicBezTo>
                  <a:cubicBezTo>
                    <a:pt x="7320" y="13696"/>
                    <a:pt x="7525" y="13689"/>
                    <a:pt x="7728" y="13676"/>
                  </a:cubicBezTo>
                  <a:cubicBezTo>
                    <a:pt x="10943" y="13462"/>
                    <a:pt x="12860" y="10878"/>
                    <a:pt x="13050" y="8247"/>
                  </a:cubicBezTo>
                  <a:cubicBezTo>
                    <a:pt x="13264" y="5402"/>
                    <a:pt x="13074" y="4675"/>
                    <a:pt x="12633" y="3437"/>
                  </a:cubicBezTo>
                  <a:cubicBezTo>
                    <a:pt x="11966" y="1522"/>
                    <a:pt x="9798" y="0"/>
                    <a:pt x="6941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772768" y="1325524"/>
              <a:ext cx="189840" cy="336305"/>
            </a:xfrm>
            <a:custGeom>
              <a:avLst/>
              <a:gdLst/>
              <a:ahLst/>
              <a:cxnLst/>
              <a:rect l="l" t="t" r="r" b="b"/>
              <a:pathLst>
                <a:path w="2823" h="5001" extrusionOk="0">
                  <a:moveTo>
                    <a:pt x="1451" y="1"/>
                  </a:moveTo>
                  <a:cubicBezTo>
                    <a:pt x="1116" y="1"/>
                    <a:pt x="790" y="67"/>
                    <a:pt x="632" y="250"/>
                  </a:cubicBezTo>
                  <a:cubicBezTo>
                    <a:pt x="96" y="893"/>
                    <a:pt x="120" y="2084"/>
                    <a:pt x="60" y="2929"/>
                  </a:cubicBezTo>
                  <a:cubicBezTo>
                    <a:pt x="1" y="3774"/>
                    <a:pt x="418" y="4691"/>
                    <a:pt x="1203" y="5001"/>
                  </a:cubicBezTo>
                  <a:lnTo>
                    <a:pt x="858" y="4548"/>
                  </a:lnTo>
                  <a:cubicBezTo>
                    <a:pt x="1489" y="4143"/>
                    <a:pt x="1787" y="3274"/>
                    <a:pt x="1525" y="2560"/>
                  </a:cubicBezTo>
                  <a:lnTo>
                    <a:pt x="1525" y="2560"/>
                  </a:lnTo>
                  <a:cubicBezTo>
                    <a:pt x="1606" y="2749"/>
                    <a:pt x="1816" y="2856"/>
                    <a:pt x="2022" y="2856"/>
                  </a:cubicBezTo>
                  <a:cubicBezTo>
                    <a:pt x="2088" y="2856"/>
                    <a:pt x="2154" y="2845"/>
                    <a:pt x="2215" y="2822"/>
                  </a:cubicBezTo>
                  <a:cubicBezTo>
                    <a:pt x="2465" y="2726"/>
                    <a:pt x="2644" y="2488"/>
                    <a:pt x="2727" y="2226"/>
                  </a:cubicBezTo>
                  <a:cubicBezTo>
                    <a:pt x="2811" y="1964"/>
                    <a:pt x="2811" y="1691"/>
                    <a:pt x="2823" y="1417"/>
                  </a:cubicBezTo>
                  <a:cubicBezTo>
                    <a:pt x="2823" y="1167"/>
                    <a:pt x="2823" y="905"/>
                    <a:pt x="2739" y="667"/>
                  </a:cubicBezTo>
                  <a:cubicBezTo>
                    <a:pt x="2668" y="429"/>
                    <a:pt x="2489" y="202"/>
                    <a:pt x="2251" y="119"/>
                  </a:cubicBezTo>
                  <a:cubicBezTo>
                    <a:pt x="2050" y="52"/>
                    <a:pt x="1747" y="1"/>
                    <a:pt x="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6521434" y="1331307"/>
              <a:ext cx="168993" cy="330521"/>
            </a:xfrm>
            <a:custGeom>
              <a:avLst/>
              <a:gdLst/>
              <a:ahLst/>
              <a:cxnLst/>
              <a:rect l="l" t="t" r="r" b="b"/>
              <a:pathLst>
                <a:path w="2513" h="4915" extrusionOk="0">
                  <a:moveTo>
                    <a:pt x="758" y="1"/>
                  </a:moveTo>
                  <a:cubicBezTo>
                    <a:pt x="692" y="1"/>
                    <a:pt x="626" y="11"/>
                    <a:pt x="560" y="33"/>
                  </a:cubicBezTo>
                  <a:cubicBezTo>
                    <a:pt x="322" y="116"/>
                    <a:pt x="155" y="343"/>
                    <a:pt x="72" y="581"/>
                  </a:cubicBezTo>
                  <a:cubicBezTo>
                    <a:pt x="0" y="819"/>
                    <a:pt x="0" y="1081"/>
                    <a:pt x="0" y="1331"/>
                  </a:cubicBezTo>
                  <a:cubicBezTo>
                    <a:pt x="0" y="1605"/>
                    <a:pt x="0" y="1878"/>
                    <a:pt x="83" y="2140"/>
                  </a:cubicBezTo>
                  <a:cubicBezTo>
                    <a:pt x="167" y="2402"/>
                    <a:pt x="345" y="2640"/>
                    <a:pt x="595" y="2736"/>
                  </a:cubicBezTo>
                  <a:cubicBezTo>
                    <a:pt x="659" y="2759"/>
                    <a:pt x="728" y="2770"/>
                    <a:pt x="795" y="2770"/>
                  </a:cubicBezTo>
                  <a:cubicBezTo>
                    <a:pt x="1006" y="2770"/>
                    <a:pt x="1214" y="2663"/>
                    <a:pt x="1286" y="2474"/>
                  </a:cubicBezTo>
                  <a:lnTo>
                    <a:pt x="1286" y="2474"/>
                  </a:lnTo>
                  <a:cubicBezTo>
                    <a:pt x="1036" y="3188"/>
                    <a:pt x="1322" y="4057"/>
                    <a:pt x="1953" y="4462"/>
                  </a:cubicBezTo>
                  <a:lnTo>
                    <a:pt x="1607" y="4915"/>
                  </a:lnTo>
                  <a:cubicBezTo>
                    <a:pt x="2393" y="4605"/>
                    <a:pt x="2512" y="3831"/>
                    <a:pt x="2453" y="2986"/>
                  </a:cubicBezTo>
                  <a:cubicBezTo>
                    <a:pt x="2393" y="2140"/>
                    <a:pt x="2239" y="1236"/>
                    <a:pt x="1703" y="593"/>
                  </a:cubicBezTo>
                  <a:cubicBezTo>
                    <a:pt x="1451" y="301"/>
                    <a:pt x="111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6492585" y="1547373"/>
              <a:ext cx="217680" cy="246462"/>
            </a:xfrm>
            <a:custGeom>
              <a:avLst/>
              <a:gdLst/>
              <a:ahLst/>
              <a:cxnLst/>
              <a:rect l="l" t="t" r="r" b="b"/>
              <a:pathLst>
                <a:path w="3237" h="3665" extrusionOk="0">
                  <a:moveTo>
                    <a:pt x="1631" y="1"/>
                  </a:moveTo>
                  <a:cubicBezTo>
                    <a:pt x="1165" y="1"/>
                    <a:pt x="774" y="142"/>
                    <a:pt x="774" y="142"/>
                  </a:cubicBezTo>
                  <a:cubicBezTo>
                    <a:pt x="774" y="142"/>
                    <a:pt x="1" y="1975"/>
                    <a:pt x="72" y="2618"/>
                  </a:cubicBezTo>
                  <a:cubicBezTo>
                    <a:pt x="142" y="3313"/>
                    <a:pt x="720" y="3664"/>
                    <a:pt x="1359" y="3664"/>
                  </a:cubicBezTo>
                  <a:cubicBezTo>
                    <a:pt x="2240" y="3664"/>
                    <a:pt x="3237" y="2995"/>
                    <a:pt x="3168" y="1642"/>
                  </a:cubicBezTo>
                  <a:cubicBezTo>
                    <a:pt x="3098" y="282"/>
                    <a:pt x="2289" y="1"/>
                    <a:pt x="1631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6511818" y="1596329"/>
              <a:ext cx="169800" cy="135974"/>
            </a:xfrm>
            <a:custGeom>
              <a:avLst/>
              <a:gdLst/>
              <a:ahLst/>
              <a:cxnLst/>
              <a:rect l="l" t="t" r="r" b="b"/>
              <a:pathLst>
                <a:path w="2525" h="2022" extrusionOk="0">
                  <a:moveTo>
                    <a:pt x="1528" y="1"/>
                  </a:moveTo>
                  <a:cubicBezTo>
                    <a:pt x="1304" y="1"/>
                    <a:pt x="1075" y="77"/>
                    <a:pt x="846" y="223"/>
                  </a:cubicBezTo>
                  <a:cubicBezTo>
                    <a:pt x="0" y="795"/>
                    <a:pt x="536" y="1986"/>
                    <a:pt x="536" y="1998"/>
                  </a:cubicBezTo>
                  <a:cubicBezTo>
                    <a:pt x="548" y="2009"/>
                    <a:pt x="560" y="2021"/>
                    <a:pt x="584" y="2021"/>
                  </a:cubicBezTo>
                  <a:lnTo>
                    <a:pt x="596" y="2021"/>
                  </a:lnTo>
                  <a:cubicBezTo>
                    <a:pt x="619" y="2009"/>
                    <a:pt x="631" y="1986"/>
                    <a:pt x="619" y="1962"/>
                  </a:cubicBezTo>
                  <a:cubicBezTo>
                    <a:pt x="619" y="1950"/>
                    <a:pt x="119" y="831"/>
                    <a:pt x="905" y="307"/>
                  </a:cubicBezTo>
                  <a:cubicBezTo>
                    <a:pt x="1115" y="170"/>
                    <a:pt x="1319" y="96"/>
                    <a:pt x="1520" y="96"/>
                  </a:cubicBezTo>
                  <a:cubicBezTo>
                    <a:pt x="1581" y="96"/>
                    <a:pt x="1642" y="102"/>
                    <a:pt x="1703" y="116"/>
                  </a:cubicBezTo>
                  <a:cubicBezTo>
                    <a:pt x="2155" y="212"/>
                    <a:pt x="2429" y="640"/>
                    <a:pt x="2429" y="640"/>
                  </a:cubicBezTo>
                  <a:cubicBezTo>
                    <a:pt x="2438" y="658"/>
                    <a:pt x="2453" y="669"/>
                    <a:pt x="2470" y="669"/>
                  </a:cubicBezTo>
                  <a:cubicBezTo>
                    <a:pt x="2476" y="669"/>
                    <a:pt x="2482" y="667"/>
                    <a:pt x="2489" y="664"/>
                  </a:cubicBezTo>
                  <a:cubicBezTo>
                    <a:pt x="2512" y="652"/>
                    <a:pt x="2524" y="616"/>
                    <a:pt x="2501" y="593"/>
                  </a:cubicBezTo>
                  <a:cubicBezTo>
                    <a:pt x="2489" y="581"/>
                    <a:pt x="2215" y="128"/>
                    <a:pt x="1727" y="21"/>
                  </a:cubicBezTo>
                  <a:cubicBezTo>
                    <a:pt x="1661" y="7"/>
                    <a:pt x="1595" y="1"/>
                    <a:pt x="1528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6536632" y="1648110"/>
              <a:ext cx="95357" cy="23335"/>
            </a:xfrm>
            <a:custGeom>
              <a:avLst/>
              <a:gdLst/>
              <a:ahLst/>
              <a:cxnLst/>
              <a:rect l="l" t="t" r="r" b="b"/>
              <a:pathLst>
                <a:path w="1418" h="347" extrusionOk="0">
                  <a:moveTo>
                    <a:pt x="635" y="1"/>
                  </a:moveTo>
                  <a:cubicBezTo>
                    <a:pt x="430" y="1"/>
                    <a:pt x="209" y="66"/>
                    <a:pt x="12" y="263"/>
                  </a:cubicBezTo>
                  <a:cubicBezTo>
                    <a:pt x="0" y="275"/>
                    <a:pt x="0" y="311"/>
                    <a:pt x="12" y="323"/>
                  </a:cubicBezTo>
                  <a:cubicBezTo>
                    <a:pt x="24" y="335"/>
                    <a:pt x="36" y="340"/>
                    <a:pt x="48" y="340"/>
                  </a:cubicBezTo>
                  <a:cubicBezTo>
                    <a:pt x="60" y="340"/>
                    <a:pt x="72" y="335"/>
                    <a:pt x="84" y="323"/>
                  </a:cubicBezTo>
                  <a:cubicBezTo>
                    <a:pt x="258" y="149"/>
                    <a:pt x="453" y="90"/>
                    <a:pt x="636" y="90"/>
                  </a:cubicBezTo>
                  <a:cubicBezTo>
                    <a:pt x="1005" y="90"/>
                    <a:pt x="1326" y="327"/>
                    <a:pt x="1334" y="335"/>
                  </a:cubicBezTo>
                  <a:cubicBezTo>
                    <a:pt x="1346" y="335"/>
                    <a:pt x="1346" y="346"/>
                    <a:pt x="1358" y="346"/>
                  </a:cubicBezTo>
                  <a:cubicBezTo>
                    <a:pt x="1370" y="346"/>
                    <a:pt x="1393" y="335"/>
                    <a:pt x="1393" y="323"/>
                  </a:cubicBezTo>
                  <a:cubicBezTo>
                    <a:pt x="1417" y="299"/>
                    <a:pt x="1405" y="275"/>
                    <a:pt x="1393" y="251"/>
                  </a:cubicBezTo>
                  <a:cubicBezTo>
                    <a:pt x="1386" y="251"/>
                    <a:pt x="1038" y="1"/>
                    <a:pt x="63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5805585" y="1532041"/>
              <a:ext cx="926469" cy="541342"/>
            </a:xfrm>
            <a:custGeom>
              <a:avLst/>
              <a:gdLst/>
              <a:ahLst/>
              <a:cxnLst/>
              <a:rect l="l" t="t" r="r" b="b"/>
              <a:pathLst>
                <a:path w="13777" h="8050" extrusionOk="0">
                  <a:moveTo>
                    <a:pt x="11788" y="1"/>
                  </a:moveTo>
                  <a:cubicBezTo>
                    <a:pt x="11788" y="1"/>
                    <a:pt x="11669" y="453"/>
                    <a:pt x="10026" y="2275"/>
                  </a:cubicBezTo>
                  <a:cubicBezTo>
                    <a:pt x="9729" y="2604"/>
                    <a:pt x="9418" y="2711"/>
                    <a:pt x="9091" y="2711"/>
                  </a:cubicBezTo>
                  <a:cubicBezTo>
                    <a:pt x="8477" y="2711"/>
                    <a:pt x="7811" y="2332"/>
                    <a:pt x="7093" y="2332"/>
                  </a:cubicBezTo>
                  <a:cubicBezTo>
                    <a:pt x="7058" y="2332"/>
                    <a:pt x="7024" y="2333"/>
                    <a:pt x="6990" y="2334"/>
                  </a:cubicBezTo>
                  <a:cubicBezTo>
                    <a:pt x="5835" y="2394"/>
                    <a:pt x="5335" y="2620"/>
                    <a:pt x="4073" y="2656"/>
                  </a:cubicBezTo>
                  <a:cubicBezTo>
                    <a:pt x="4066" y="2656"/>
                    <a:pt x="4060" y="2656"/>
                    <a:pt x="4053" y="2656"/>
                  </a:cubicBezTo>
                  <a:cubicBezTo>
                    <a:pt x="2805" y="2656"/>
                    <a:pt x="2450" y="405"/>
                    <a:pt x="697" y="405"/>
                  </a:cubicBezTo>
                  <a:cubicBezTo>
                    <a:pt x="683" y="405"/>
                    <a:pt x="670" y="405"/>
                    <a:pt x="656" y="406"/>
                  </a:cubicBezTo>
                  <a:cubicBezTo>
                    <a:pt x="656" y="406"/>
                    <a:pt x="1" y="8049"/>
                    <a:pt x="6752" y="8049"/>
                  </a:cubicBezTo>
                  <a:cubicBezTo>
                    <a:pt x="13776" y="8049"/>
                    <a:pt x="11788" y="1"/>
                    <a:pt x="117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6254798" y="1751200"/>
              <a:ext cx="65701" cy="43509"/>
            </a:xfrm>
            <a:custGeom>
              <a:avLst/>
              <a:gdLst/>
              <a:ahLst/>
              <a:cxnLst/>
              <a:rect l="l" t="t" r="r" b="b"/>
              <a:pathLst>
                <a:path w="977" h="647" extrusionOk="0">
                  <a:moveTo>
                    <a:pt x="50" y="1"/>
                  </a:moveTo>
                  <a:cubicBezTo>
                    <a:pt x="45" y="1"/>
                    <a:pt x="40" y="2"/>
                    <a:pt x="36" y="4"/>
                  </a:cubicBezTo>
                  <a:cubicBezTo>
                    <a:pt x="12" y="4"/>
                    <a:pt x="0" y="28"/>
                    <a:pt x="0" y="52"/>
                  </a:cubicBezTo>
                  <a:cubicBezTo>
                    <a:pt x="0" y="52"/>
                    <a:pt x="84" y="647"/>
                    <a:pt x="798" y="647"/>
                  </a:cubicBezTo>
                  <a:cubicBezTo>
                    <a:pt x="846" y="647"/>
                    <a:pt x="893" y="647"/>
                    <a:pt x="941" y="635"/>
                  </a:cubicBezTo>
                  <a:cubicBezTo>
                    <a:pt x="965" y="635"/>
                    <a:pt x="977" y="611"/>
                    <a:pt x="977" y="587"/>
                  </a:cubicBezTo>
                  <a:cubicBezTo>
                    <a:pt x="977" y="564"/>
                    <a:pt x="953" y="552"/>
                    <a:pt x="929" y="552"/>
                  </a:cubicBezTo>
                  <a:cubicBezTo>
                    <a:pt x="884" y="556"/>
                    <a:pt x="842" y="558"/>
                    <a:pt x="801" y="558"/>
                  </a:cubicBezTo>
                  <a:cubicBezTo>
                    <a:pt x="169" y="558"/>
                    <a:pt x="96" y="62"/>
                    <a:pt x="96" y="40"/>
                  </a:cubicBezTo>
                  <a:cubicBezTo>
                    <a:pt x="96" y="20"/>
                    <a:pt x="72" y="1"/>
                    <a:pt x="50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5989775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2051" y="0"/>
                  </a:moveTo>
                  <a:cubicBezTo>
                    <a:pt x="1822" y="0"/>
                    <a:pt x="1488" y="100"/>
                    <a:pt x="989" y="362"/>
                  </a:cubicBezTo>
                  <a:cubicBezTo>
                    <a:pt x="0" y="874"/>
                    <a:pt x="465" y="1291"/>
                    <a:pt x="465" y="1291"/>
                  </a:cubicBezTo>
                  <a:cubicBezTo>
                    <a:pt x="557" y="1378"/>
                    <a:pt x="676" y="1419"/>
                    <a:pt x="824" y="1419"/>
                  </a:cubicBezTo>
                  <a:cubicBezTo>
                    <a:pt x="1077" y="1419"/>
                    <a:pt x="1413" y="1299"/>
                    <a:pt x="1834" y="1088"/>
                  </a:cubicBezTo>
                  <a:cubicBezTo>
                    <a:pt x="2394" y="803"/>
                    <a:pt x="2620" y="457"/>
                    <a:pt x="2465" y="219"/>
                  </a:cubicBezTo>
                  <a:cubicBezTo>
                    <a:pt x="2389" y="91"/>
                    <a:pt x="2268" y="0"/>
                    <a:pt x="2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6105845" y="1568892"/>
              <a:ext cx="64154" cy="76931"/>
            </a:xfrm>
            <a:custGeom>
              <a:avLst/>
              <a:gdLst/>
              <a:ahLst/>
              <a:cxnLst/>
              <a:rect l="l" t="t" r="r" b="b"/>
              <a:pathLst>
                <a:path w="954" h="1144" extrusionOk="0">
                  <a:moveTo>
                    <a:pt x="477" y="0"/>
                  </a:moveTo>
                  <a:cubicBezTo>
                    <a:pt x="215" y="0"/>
                    <a:pt x="1" y="250"/>
                    <a:pt x="1" y="572"/>
                  </a:cubicBezTo>
                  <a:cubicBezTo>
                    <a:pt x="1" y="893"/>
                    <a:pt x="215" y="1143"/>
                    <a:pt x="477" y="1143"/>
                  </a:cubicBezTo>
                  <a:cubicBezTo>
                    <a:pt x="739" y="1143"/>
                    <a:pt x="953" y="893"/>
                    <a:pt x="953" y="572"/>
                  </a:cubicBezTo>
                  <a:cubicBezTo>
                    <a:pt x="953" y="250"/>
                    <a:pt x="739" y="0"/>
                    <a:pt x="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6415721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568" y="0"/>
                  </a:moveTo>
                  <a:cubicBezTo>
                    <a:pt x="349" y="0"/>
                    <a:pt x="225" y="91"/>
                    <a:pt x="143" y="219"/>
                  </a:cubicBezTo>
                  <a:cubicBezTo>
                    <a:pt x="1" y="457"/>
                    <a:pt x="227" y="803"/>
                    <a:pt x="786" y="1088"/>
                  </a:cubicBezTo>
                  <a:cubicBezTo>
                    <a:pt x="1208" y="1299"/>
                    <a:pt x="1539" y="1419"/>
                    <a:pt x="1791" y="1419"/>
                  </a:cubicBezTo>
                  <a:cubicBezTo>
                    <a:pt x="1938" y="1419"/>
                    <a:pt x="2059" y="1378"/>
                    <a:pt x="2156" y="1291"/>
                  </a:cubicBezTo>
                  <a:cubicBezTo>
                    <a:pt x="2156" y="1291"/>
                    <a:pt x="2620" y="874"/>
                    <a:pt x="1632" y="362"/>
                  </a:cubicBezTo>
                  <a:cubicBezTo>
                    <a:pt x="1132" y="100"/>
                    <a:pt x="798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6418949" y="1580123"/>
              <a:ext cx="63280" cy="76931"/>
            </a:xfrm>
            <a:custGeom>
              <a:avLst/>
              <a:gdLst/>
              <a:ahLst/>
              <a:cxnLst/>
              <a:rect l="l" t="t" r="r" b="b"/>
              <a:pathLst>
                <a:path w="941" h="1144" extrusionOk="0">
                  <a:moveTo>
                    <a:pt x="464" y="0"/>
                  </a:moveTo>
                  <a:cubicBezTo>
                    <a:pt x="214" y="0"/>
                    <a:pt x="0" y="250"/>
                    <a:pt x="0" y="572"/>
                  </a:cubicBezTo>
                  <a:cubicBezTo>
                    <a:pt x="0" y="893"/>
                    <a:pt x="214" y="1143"/>
                    <a:pt x="464" y="1143"/>
                  </a:cubicBezTo>
                  <a:cubicBezTo>
                    <a:pt x="726" y="1143"/>
                    <a:pt x="941" y="893"/>
                    <a:pt x="941" y="572"/>
                  </a:cubicBezTo>
                  <a:cubicBezTo>
                    <a:pt x="941" y="250"/>
                    <a:pt x="726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5751316" y="1580795"/>
              <a:ext cx="216873" cy="246664"/>
            </a:xfrm>
            <a:custGeom>
              <a:avLst/>
              <a:gdLst/>
              <a:ahLst/>
              <a:cxnLst/>
              <a:rect l="l" t="t" r="r" b="b"/>
              <a:pathLst>
                <a:path w="3225" h="3668" extrusionOk="0">
                  <a:moveTo>
                    <a:pt x="1588" y="0"/>
                  </a:moveTo>
                  <a:cubicBezTo>
                    <a:pt x="932" y="0"/>
                    <a:pt x="132" y="284"/>
                    <a:pt x="70" y="1645"/>
                  </a:cubicBezTo>
                  <a:cubicBezTo>
                    <a:pt x="1" y="2999"/>
                    <a:pt x="993" y="3667"/>
                    <a:pt x="1871" y="3667"/>
                  </a:cubicBezTo>
                  <a:cubicBezTo>
                    <a:pt x="2507" y="3667"/>
                    <a:pt x="3083" y="3317"/>
                    <a:pt x="3153" y="2621"/>
                  </a:cubicBezTo>
                  <a:cubicBezTo>
                    <a:pt x="3225" y="1978"/>
                    <a:pt x="2451" y="145"/>
                    <a:pt x="2451" y="145"/>
                  </a:cubicBezTo>
                  <a:cubicBezTo>
                    <a:pt x="2451" y="145"/>
                    <a:pt x="2056" y="0"/>
                    <a:pt x="1588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5779963" y="1629953"/>
              <a:ext cx="169060" cy="135974"/>
            </a:xfrm>
            <a:custGeom>
              <a:avLst/>
              <a:gdLst/>
              <a:ahLst/>
              <a:cxnLst/>
              <a:rect l="l" t="t" r="r" b="b"/>
              <a:pathLst>
                <a:path w="2514" h="2022" extrusionOk="0">
                  <a:moveTo>
                    <a:pt x="985" y="1"/>
                  </a:moveTo>
                  <a:cubicBezTo>
                    <a:pt x="919" y="1"/>
                    <a:pt x="852" y="7"/>
                    <a:pt x="787" y="21"/>
                  </a:cubicBezTo>
                  <a:cubicBezTo>
                    <a:pt x="299" y="128"/>
                    <a:pt x="25" y="569"/>
                    <a:pt x="13" y="593"/>
                  </a:cubicBezTo>
                  <a:cubicBezTo>
                    <a:pt x="1" y="616"/>
                    <a:pt x="1" y="640"/>
                    <a:pt x="25" y="652"/>
                  </a:cubicBezTo>
                  <a:cubicBezTo>
                    <a:pt x="34" y="661"/>
                    <a:pt x="43" y="665"/>
                    <a:pt x="51" y="665"/>
                  </a:cubicBezTo>
                  <a:cubicBezTo>
                    <a:pt x="65" y="665"/>
                    <a:pt x="77" y="655"/>
                    <a:pt x="84" y="640"/>
                  </a:cubicBezTo>
                  <a:cubicBezTo>
                    <a:pt x="96" y="640"/>
                    <a:pt x="358" y="212"/>
                    <a:pt x="811" y="116"/>
                  </a:cubicBezTo>
                  <a:cubicBezTo>
                    <a:pt x="875" y="102"/>
                    <a:pt x="941" y="94"/>
                    <a:pt x="1007" y="94"/>
                  </a:cubicBezTo>
                  <a:cubicBezTo>
                    <a:pt x="1208" y="94"/>
                    <a:pt x="1414" y="163"/>
                    <a:pt x="1620" y="307"/>
                  </a:cubicBezTo>
                  <a:cubicBezTo>
                    <a:pt x="2394" y="819"/>
                    <a:pt x="1894" y="1938"/>
                    <a:pt x="1894" y="1950"/>
                  </a:cubicBezTo>
                  <a:cubicBezTo>
                    <a:pt x="1882" y="1974"/>
                    <a:pt x="1894" y="2009"/>
                    <a:pt x="1918" y="2021"/>
                  </a:cubicBezTo>
                  <a:lnTo>
                    <a:pt x="1942" y="2021"/>
                  </a:lnTo>
                  <a:cubicBezTo>
                    <a:pt x="1954" y="2021"/>
                    <a:pt x="1965" y="2009"/>
                    <a:pt x="1977" y="1998"/>
                  </a:cubicBezTo>
                  <a:cubicBezTo>
                    <a:pt x="1989" y="1986"/>
                    <a:pt x="2513" y="795"/>
                    <a:pt x="1668" y="224"/>
                  </a:cubicBezTo>
                  <a:cubicBezTo>
                    <a:pt x="1439" y="77"/>
                    <a:pt x="1209" y="1"/>
                    <a:pt x="98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5829659" y="1681734"/>
              <a:ext cx="94550" cy="22931"/>
            </a:xfrm>
            <a:custGeom>
              <a:avLst/>
              <a:gdLst/>
              <a:ahLst/>
              <a:cxnLst/>
              <a:rect l="l" t="t" r="r" b="b"/>
              <a:pathLst>
                <a:path w="1406" h="341" extrusionOk="0">
                  <a:moveTo>
                    <a:pt x="771" y="1"/>
                  </a:moveTo>
                  <a:cubicBezTo>
                    <a:pt x="368" y="1"/>
                    <a:pt x="24" y="251"/>
                    <a:pt x="24" y="251"/>
                  </a:cubicBezTo>
                  <a:cubicBezTo>
                    <a:pt x="0" y="275"/>
                    <a:pt x="0" y="299"/>
                    <a:pt x="12" y="323"/>
                  </a:cubicBezTo>
                  <a:cubicBezTo>
                    <a:pt x="24" y="335"/>
                    <a:pt x="36" y="335"/>
                    <a:pt x="48" y="335"/>
                  </a:cubicBezTo>
                  <a:cubicBezTo>
                    <a:pt x="60" y="335"/>
                    <a:pt x="72" y="335"/>
                    <a:pt x="72" y="323"/>
                  </a:cubicBezTo>
                  <a:cubicBezTo>
                    <a:pt x="80" y="323"/>
                    <a:pt x="400" y="90"/>
                    <a:pt x="767" y="90"/>
                  </a:cubicBezTo>
                  <a:cubicBezTo>
                    <a:pt x="951" y="90"/>
                    <a:pt x="1147" y="148"/>
                    <a:pt x="1322" y="323"/>
                  </a:cubicBezTo>
                  <a:cubicBezTo>
                    <a:pt x="1334" y="335"/>
                    <a:pt x="1346" y="341"/>
                    <a:pt x="1357" y="341"/>
                  </a:cubicBezTo>
                  <a:cubicBezTo>
                    <a:pt x="1369" y="341"/>
                    <a:pt x="1381" y="335"/>
                    <a:pt x="1393" y="323"/>
                  </a:cubicBezTo>
                  <a:cubicBezTo>
                    <a:pt x="1405" y="311"/>
                    <a:pt x="1405" y="275"/>
                    <a:pt x="1393" y="263"/>
                  </a:cubicBezTo>
                  <a:cubicBezTo>
                    <a:pt x="1196" y="66"/>
                    <a:pt x="976" y="1"/>
                    <a:pt x="771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6241147" y="1367890"/>
              <a:ext cx="128981" cy="322788"/>
            </a:xfrm>
            <a:custGeom>
              <a:avLst/>
              <a:gdLst/>
              <a:ahLst/>
              <a:cxnLst/>
              <a:rect l="l" t="t" r="r" b="b"/>
              <a:pathLst>
                <a:path w="1918" h="4800" extrusionOk="0">
                  <a:moveTo>
                    <a:pt x="263" y="1"/>
                  </a:moveTo>
                  <a:cubicBezTo>
                    <a:pt x="227" y="1"/>
                    <a:pt x="203" y="13"/>
                    <a:pt x="203" y="49"/>
                  </a:cubicBezTo>
                  <a:cubicBezTo>
                    <a:pt x="191" y="346"/>
                    <a:pt x="1" y="3025"/>
                    <a:pt x="215" y="3359"/>
                  </a:cubicBezTo>
                  <a:cubicBezTo>
                    <a:pt x="282" y="3466"/>
                    <a:pt x="392" y="3559"/>
                    <a:pt x="579" y="3559"/>
                  </a:cubicBezTo>
                  <a:cubicBezTo>
                    <a:pt x="723" y="3559"/>
                    <a:pt x="914" y="3504"/>
                    <a:pt x="1168" y="3359"/>
                  </a:cubicBezTo>
                  <a:cubicBezTo>
                    <a:pt x="1168" y="3359"/>
                    <a:pt x="1180" y="3347"/>
                    <a:pt x="1192" y="3347"/>
                  </a:cubicBezTo>
                  <a:cubicBezTo>
                    <a:pt x="1261" y="3309"/>
                    <a:pt x="1329" y="3291"/>
                    <a:pt x="1391" y="3291"/>
                  </a:cubicBezTo>
                  <a:cubicBezTo>
                    <a:pt x="1468" y="3291"/>
                    <a:pt x="1537" y="3318"/>
                    <a:pt x="1596" y="3370"/>
                  </a:cubicBezTo>
                  <a:cubicBezTo>
                    <a:pt x="1775" y="3549"/>
                    <a:pt x="1811" y="3942"/>
                    <a:pt x="1680" y="4204"/>
                  </a:cubicBezTo>
                  <a:cubicBezTo>
                    <a:pt x="1513" y="4537"/>
                    <a:pt x="1144" y="4704"/>
                    <a:pt x="1144" y="4716"/>
                  </a:cubicBezTo>
                  <a:cubicBezTo>
                    <a:pt x="1120" y="4728"/>
                    <a:pt x="1108" y="4752"/>
                    <a:pt x="1120" y="4775"/>
                  </a:cubicBezTo>
                  <a:cubicBezTo>
                    <a:pt x="1120" y="4787"/>
                    <a:pt x="1144" y="4799"/>
                    <a:pt x="1156" y="4799"/>
                  </a:cubicBezTo>
                  <a:lnTo>
                    <a:pt x="1180" y="4799"/>
                  </a:lnTo>
                  <a:cubicBezTo>
                    <a:pt x="1192" y="4787"/>
                    <a:pt x="1584" y="4609"/>
                    <a:pt x="1763" y="4240"/>
                  </a:cubicBezTo>
                  <a:cubicBezTo>
                    <a:pt x="1918" y="3942"/>
                    <a:pt x="1870" y="3501"/>
                    <a:pt x="1668" y="3311"/>
                  </a:cubicBezTo>
                  <a:cubicBezTo>
                    <a:pt x="1593" y="3236"/>
                    <a:pt x="1498" y="3196"/>
                    <a:pt x="1392" y="3196"/>
                  </a:cubicBezTo>
                  <a:cubicBezTo>
                    <a:pt x="1314" y="3196"/>
                    <a:pt x="1230" y="3218"/>
                    <a:pt x="1144" y="3263"/>
                  </a:cubicBezTo>
                  <a:cubicBezTo>
                    <a:pt x="1144" y="3263"/>
                    <a:pt x="1132" y="3275"/>
                    <a:pt x="1120" y="3287"/>
                  </a:cubicBezTo>
                  <a:cubicBezTo>
                    <a:pt x="906" y="3409"/>
                    <a:pt x="730" y="3469"/>
                    <a:pt x="591" y="3469"/>
                  </a:cubicBezTo>
                  <a:cubicBezTo>
                    <a:pt x="460" y="3469"/>
                    <a:pt x="362" y="3415"/>
                    <a:pt x="299" y="3311"/>
                  </a:cubicBezTo>
                  <a:cubicBezTo>
                    <a:pt x="132" y="3049"/>
                    <a:pt x="239" y="870"/>
                    <a:pt x="299" y="49"/>
                  </a:cubicBezTo>
                  <a:cubicBezTo>
                    <a:pt x="299" y="25"/>
                    <a:pt x="287" y="1"/>
                    <a:pt x="26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5747146" y="1451949"/>
              <a:ext cx="913625" cy="303622"/>
            </a:xfrm>
            <a:custGeom>
              <a:avLst/>
              <a:gdLst/>
              <a:ahLst/>
              <a:cxnLst/>
              <a:rect l="l" t="t" r="r" b="b"/>
              <a:pathLst>
                <a:path w="13586" h="4515" extrusionOk="0">
                  <a:moveTo>
                    <a:pt x="5412" y="119"/>
                  </a:moveTo>
                  <a:cubicBezTo>
                    <a:pt x="5434" y="119"/>
                    <a:pt x="5456" y="120"/>
                    <a:pt x="5478" y="120"/>
                  </a:cubicBezTo>
                  <a:cubicBezTo>
                    <a:pt x="6609" y="144"/>
                    <a:pt x="7514" y="1097"/>
                    <a:pt x="7478" y="2228"/>
                  </a:cubicBezTo>
                  <a:cubicBezTo>
                    <a:pt x="7455" y="3349"/>
                    <a:pt x="6538" y="4241"/>
                    <a:pt x="5435" y="4241"/>
                  </a:cubicBezTo>
                  <a:cubicBezTo>
                    <a:pt x="5414" y="4241"/>
                    <a:pt x="5392" y="4240"/>
                    <a:pt x="5371" y="4240"/>
                  </a:cubicBezTo>
                  <a:cubicBezTo>
                    <a:pt x="4228" y="4204"/>
                    <a:pt x="3323" y="3263"/>
                    <a:pt x="3358" y="2120"/>
                  </a:cubicBezTo>
                  <a:cubicBezTo>
                    <a:pt x="3382" y="1011"/>
                    <a:pt x="4299" y="119"/>
                    <a:pt x="5412" y="119"/>
                  </a:cubicBezTo>
                  <a:close/>
                  <a:moveTo>
                    <a:pt x="11387" y="263"/>
                  </a:moveTo>
                  <a:cubicBezTo>
                    <a:pt x="11401" y="263"/>
                    <a:pt x="11416" y="263"/>
                    <a:pt x="11431" y="263"/>
                  </a:cubicBezTo>
                  <a:cubicBezTo>
                    <a:pt x="12562" y="299"/>
                    <a:pt x="13467" y="1251"/>
                    <a:pt x="13443" y="2382"/>
                  </a:cubicBezTo>
                  <a:cubicBezTo>
                    <a:pt x="13408" y="3504"/>
                    <a:pt x="12491" y="4396"/>
                    <a:pt x="11388" y="4396"/>
                  </a:cubicBezTo>
                  <a:cubicBezTo>
                    <a:pt x="11367" y="4396"/>
                    <a:pt x="11345" y="4395"/>
                    <a:pt x="11324" y="4395"/>
                  </a:cubicBezTo>
                  <a:cubicBezTo>
                    <a:pt x="10181" y="4359"/>
                    <a:pt x="9276" y="3418"/>
                    <a:pt x="9311" y="2275"/>
                  </a:cubicBezTo>
                  <a:cubicBezTo>
                    <a:pt x="9347" y="1159"/>
                    <a:pt x="10264" y="263"/>
                    <a:pt x="11387" y="263"/>
                  </a:cubicBezTo>
                  <a:close/>
                  <a:moveTo>
                    <a:pt x="5411" y="0"/>
                  </a:moveTo>
                  <a:cubicBezTo>
                    <a:pt x="4250" y="0"/>
                    <a:pt x="3298" y="916"/>
                    <a:pt x="3239" y="2061"/>
                  </a:cubicBezTo>
                  <a:lnTo>
                    <a:pt x="632" y="2001"/>
                  </a:lnTo>
                  <a:cubicBezTo>
                    <a:pt x="620" y="2001"/>
                    <a:pt x="620" y="2001"/>
                    <a:pt x="608" y="2013"/>
                  </a:cubicBezTo>
                  <a:cubicBezTo>
                    <a:pt x="584" y="2013"/>
                    <a:pt x="37" y="2216"/>
                    <a:pt x="1" y="2740"/>
                  </a:cubicBezTo>
                  <a:cubicBezTo>
                    <a:pt x="1" y="2763"/>
                    <a:pt x="25" y="2799"/>
                    <a:pt x="48" y="2799"/>
                  </a:cubicBezTo>
                  <a:lnTo>
                    <a:pt x="60" y="2799"/>
                  </a:lnTo>
                  <a:cubicBezTo>
                    <a:pt x="84" y="2799"/>
                    <a:pt x="108" y="2775"/>
                    <a:pt x="120" y="2740"/>
                  </a:cubicBezTo>
                  <a:cubicBezTo>
                    <a:pt x="144" y="2335"/>
                    <a:pt x="572" y="2144"/>
                    <a:pt x="632" y="2120"/>
                  </a:cubicBezTo>
                  <a:lnTo>
                    <a:pt x="3239" y="2180"/>
                  </a:lnTo>
                  <a:cubicBezTo>
                    <a:pt x="3239" y="3359"/>
                    <a:pt x="4180" y="4323"/>
                    <a:pt x="5359" y="4359"/>
                  </a:cubicBezTo>
                  <a:cubicBezTo>
                    <a:pt x="5373" y="4359"/>
                    <a:pt x="5388" y="4359"/>
                    <a:pt x="5403" y="4359"/>
                  </a:cubicBezTo>
                  <a:cubicBezTo>
                    <a:pt x="6585" y="4359"/>
                    <a:pt x="7562" y="3415"/>
                    <a:pt x="7597" y="2228"/>
                  </a:cubicBezTo>
                  <a:cubicBezTo>
                    <a:pt x="7597" y="2144"/>
                    <a:pt x="7597" y="2049"/>
                    <a:pt x="7585" y="1966"/>
                  </a:cubicBezTo>
                  <a:cubicBezTo>
                    <a:pt x="7679" y="1915"/>
                    <a:pt x="7990" y="1782"/>
                    <a:pt x="8382" y="1782"/>
                  </a:cubicBezTo>
                  <a:cubicBezTo>
                    <a:pt x="8638" y="1782"/>
                    <a:pt x="8929" y="1839"/>
                    <a:pt x="9216" y="2013"/>
                  </a:cubicBezTo>
                  <a:cubicBezTo>
                    <a:pt x="9204" y="2097"/>
                    <a:pt x="9192" y="2180"/>
                    <a:pt x="9192" y="2275"/>
                  </a:cubicBezTo>
                  <a:cubicBezTo>
                    <a:pt x="9157" y="3478"/>
                    <a:pt x="10121" y="4478"/>
                    <a:pt x="11312" y="4514"/>
                  </a:cubicBezTo>
                  <a:cubicBezTo>
                    <a:pt x="11326" y="4514"/>
                    <a:pt x="11341" y="4514"/>
                    <a:pt x="11356" y="4514"/>
                  </a:cubicBezTo>
                  <a:cubicBezTo>
                    <a:pt x="12539" y="4514"/>
                    <a:pt x="13515" y="3570"/>
                    <a:pt x="13550" y="2382"/>
                  </a:cubicBezTo>
                  <a:cubicBezTo>
                    <a:pt x="13586" y="1192"/>
                    <a:pt x="12633" y="180"/>
                    <a:pt x="11431" y="156"/>
                  </a:cubicBezTo>
                  <a:cubicBezTo>
                    <a:pt x="11407" y="155"/>
                    <a:pt x="11383" y="155"/>
                    <a:pt x="11359" y="155"/>
                  </a:cubicBezTo>
                  <a:cubicBezTo>
                    <a:pt x="10319" y="155"/>
                    <a:pt x="9450" y="905"/>
                    <a:pt x="9240" y="1894"/>
                  </a:cubicBezTo>
                  <a:cubicBezTo>
                    <a:pt x="8945" y="1727"/>
                    <a:pt x="8648" y="1672"/>
                    <a:pt x="8385" y="1672"/>
                  </a:cubicBezTo>
                  <a:cubicBezTo>
                    <a:pt x="8011" y="1672"/>
                    <a:pt x="7706" y="1784"/>
                    <a:pt x="7573" y="1847"/>
                  </a:cubicBezTo>
                  <a:cubicBezTo>
                    <a:pt x="7418" y="823"/>
                    <a:pt x="6549" y="25"/>
                    <a:pt x="5478" y="1"/>
                  </a:cubicBezTo>
                  <a:cubicBezTo>
                    <a:pt x="5455" y="0"/>
                    <a:pt x="5433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6081837" y="1265472"/>
              <a:ext cx="418010" cy="30463"/>
            </a:xfrm>
            <a:custGeom>
              <a:avLst/>
              <a:gdLst/>
              <a:ahLst/>
              <a:cxnLst/>
              <a:rect l="l" t="t" r="r" b="b"/>
              <a:pathLst>
                <a:path w="6216" h="453" extrusionOk="0">
                  <a:moveTo>
                    <a:pt x="2978" y="1"/>
                  </a:moveTo>
                  <a:cubicBezTo>
                    <a:pt x="1986" y="1"/>
                    <a:pt x="993" y="111"/>
                    <a:pt x="24" y="333"/>
                  </a:cubicBezTo>
                  <a:cubicBezTo>
                    <a:pt x="1" y="333"/>
                    <a:pt x="1" y="345"/>
                    <a:pt x="1" y="369"/>
                  </a:cubicBezTo>
                  <a:cubicBezTo>
                    <a:pt x="1" y="381"/>
                    <a:pt x="24" y="393"/>
                    <a:pt x="36" y="393"/>
                  </a:cubicBezTo>
                  <a:cubicBezTo>
                    <a:pt x="999" y="171"/>
                    <a:pt x="1986" y="60"/>
                    <a:pt x="2974" y="60"/>
                  </a:cubicBezTo>
                  <a:cubicBezTo>
                    <a:pt x="4052" y="60"/>
                    <a:pt x="5130" y="192"/>
                    <a:pt x="6180" y="452"/>
                  </a:cubicBezTo>
                  <a:cubicBezTo>
                    <a:pt x="6192" y="452"/>
                    <a:pt x="6204" y="441"/>
                    <a:pt x="6204" y="429"/>
                  </a:cubicBezTo>
                  <a:cubicBezTo>
                    <a:pt x="6216" y="417"/>
                    <a:pt x="6204" y="393"/>
                    <a:pt x="6192" y="393"/>
                  </a:cubicBezTo>
                  <a:cubicBezTo>
                    <a:pt x="5142" y="132"/>
                    <a:pt x="4060" y="1"/>
                    <a:pt x="2978" y="1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6118689" y="1163659"/>
              <a:ext cx="343567" cy="44989"/>
            </a:xfrm>
            <a:custGeom>
              <a:avLst/>
              <a:gdLst/>
              <a:ahLst/>
              <a:cxnLst/>
              <a:rect l="l" t="t" r="r" b="b"/>
              <a:pathLst>
                <a:path w="5109" h="669" extrusionOk="0">
                  <a:moveTo>
                    <a:pt x="2030" y="0"/>
                  </a:moveTo>
                  <a:cubicBezTo>
                    <a:pt x="1356" y="0"/>
                    <a:pt x="681" y="84"/>
                    <a:pt x="24" y="252"/>
                  </a:cubicBezTo>
                  <a:cubicBezTo>
                    <a:pt x="12" y="252"/>
                    <a:pt x="0" y="276"/>
                    <a:pt x="12" y="288"/>
                  </a:cubicBezTo>
                  <a:cubicBezTo>
                    <a:pt x="12" y="300"/>
                    <a:pt x="24" y="311"/>
                    <a:pt x="48" y="311"/>
                  </a:cubicBezTo>
                  <a:cubicBezTo>
                    <a:pt x="698" y="143"/>
                    <a:pt x="1369" y="59"/>
                    <a:pt x="2039" y="59"/>
                  </a:cubicBezTo>
                  <a:cubicBezTo>
                    <a:pt x="3075" y="59"/>
                    <a:pt x="4111" y="259"/>
                    <a:pt x="5072" y="657"/>
                  </a:cubicBezTo>
                  <a:cubicBezTo>
                    <a:pt x="5072" y="669"/>
                    <a:pt x="5072" y="669"/>
                    <a:pt x="5084" y="669"/>
                  </a:cubicBezTo>
                  <a:cubicBezTo>
                    <a:pt x="5096" y="669"/>
                    <a:pt x="5108" y="657"/>
                    <a:pt x="5108" y="645"/>
                  </a:cubicBezTo>
                  <a:cubicBezTo>
                    <a:pt x="5108" y="633"/>
                    <a:pt x="5108" y="609"/>
                    <a:pt x="5096" y="609"/>
                  </a:cubicBezTo>
                  <a:cubicBezTo>
                    <a:pt x="4125" y="203"/>
                    <a:pt x="3079" y="0"/>
                    <a:pt x="2030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6357283" y="4131829"/>
              <a:ext cx="582162" cy="463739"/>
            </a:xfrm>
            <a:custGeom>
              <a:avLst/>
              <a:gdLst/>
              <a:ahLst/>
              <a:cxnLst/>
              <a:rect l="l" t="t" r="r" b="b"/>
              <a:pathLst>
                <a:path w="8657" h="6896" extrusionOk="0">
                  <a:moveTo>
                    <a:pt x="4965" y="0"/>
                  </a:moveTo>
                  <a:cubicBezTo>
                    <a:pt x="4965" y="0"/>
                    <a:pt x="3765" y="410"/>
                    <a:pt x="2197" y="410"/>
                  </a:cubicBezTo>
                  <a:cubicBezTo>
                    <a:pt x="1512" y="410"/>
                    <a:pt x="757" y="332"/>
                    <a:pt x="0" y="107"/>
                  </a:cubicBezTo>
                  <a:lnTo>
                    <a:pt x="0" y="107"/>
                  </a:lnTo>
                  <a:cubicBezTo>
                    <a:pt x="0" y="108"/>
                    <a:pt x="286" y="5287"/>
                    <a:pt x="584" y="6001"/>
                  </a:cubicBezTo>
                  <a:cubicBezTo>
                    <a:pt x="584" y="6001"/>
                    <a:pt x="2084" y="6692"/>
                    <a:pt x="5918" y="6882"/>
                  </a:cubicBezTo>
                  <a:cubicBezTo>
                    <a:pt x="6119" y="6892"/>
                    <a:pt x="6307" y="6896"/>
                    <a:pt x="6483" y="6896"/>
                  </a:cubicBezTo>
                  <a:cubicBezTo>
                    <a:pt x="8068" y="6896"/>
                    <a:pt x="8656" y="6549"/>
                    <a:pt x="8656" y="6549"/>
                  </a:cubicBezTo>
                  <a:cubicBezTo>
                    <a:pt x="8656" y="6549"/>
                    <a:pt x="8632" y="5775"/>
                    <a:pt x="7251" y="5001"/>
                  </a:cubicBezTo>
                  <a:cubicBezTo>
                    <a:pt x="6763" y="4727"/>
                    <a:pt x="5025" y="4215"/>
                    <a:pt x="5025" y="4215"/>
                  </a:cubicBezTo>
                  <a:lnTo>
                    <a:pt x="4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5575800" y="4126987"/>
              <a:ext cx="586196" cy="468581"/>
            </a:xfrm>
            <a:custGeom>
              <a:avLst/>
              <a:gdLst/>
              <a:ahLst/>
              <a:cxnLst/>
              <a:rect l="l" t="t" r="r" b="b"/>
              <a:pathLst>
                <a:path w="8717" h="6968" extrusionOk="0">
                  <a:moveTo>
                    <a:pt x="3382" y="1"/>
                  </a:moveTo>
                  <a:lnTo>
                    <a:pt x="3358" y="4251"/>
                  </a:lnTo>
                  <a:cubicBezTo>
                    <a:pt x="3358" y="4251"/>
                    <a:pt x="1894" y="4799"/>
                    <a:pt x="1406" y="5073"/>
                  </a:cubicBezTo>
                  <a:cubicBezTo>
                    <a:pt x="25" y="5847"/>
                    <a:pt x="1" y="6609"/>
                    <a:pt x="1" y="6609"/>
                  </a:cubicBezTo>
                  <a:cubicBezTo>
                    <a:pt x="1" y="6609"/>
                    <a:pt x="592" y="6968"/>
                    <a:pt x="2187" y="6968"/>
                  </a:cubicBezTo>
                  <a:cubicBezTo>
                    <a:pt x="2359" y="6968"/>
                    <a:pt x="2543" y="6963"/>
                    <a:pt x="2739" y="6954"/>
                  </a:cubicBezTo>
                  <a:cubicBezTo>
                    <a:pt x="6573" y="6764"/>
                    <a:pt x="8061" y="6073"/>
                    <a:pt x="8061" y="6073"/>
                  </a:cubicBezTo>
                  <a:cubicBezTo>
                    <a:pt x="8371" y="5359"/>
                    <a:pt x="8716" y="168"/>
                    <a:pt x="8716" y="168"/>
                  </a:cubicBezTo>
                  <a:lnTo>
                    <a:pt x="8716" y="168"/>
                  </a:lnTo>
                  <a:cubicBezTo>
                    <a:pt x="7990" y="385"/>
                    <a:pt x="7236" y="463"/>
                    <a:pt x="6532" y="463"/>
                  </a:cubicBezTo>
                  <a:cubicBezTo>
                    <a:pt x="4809" y="463"/>
                    <a:pt x="3382" y="1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5795228" y="2978871"/>
              <a:ext cx="910397" cy="1447637"/>
            </a:xfrm>
            <a:custGeom>
              <a:avLst/>
              <a:gdLst/>
              <a:ahLst/>
              <a:cxnLst/>
              <a:rect l="l" t="t" r="r" b="b"/>
              <a:pathLst>
                <a:path w="13538" h="21527" extrusionOk="0">
                  <a:moveTo>
                    <a:pt x="167" y="0"/>
                  </a:moveTo>
                  <a:cubicBezTo>
                    <a:pt x="0" y="6382"/>
                    <a:pt x="12" y="16371"/>
                    <a:pt x="72" y="21324"/>
                  </a:cubicBezTo>
                  <a:lnTo>
                    <a:pt x="5048" y="21467"/>
                  </a:lnTo>
                  <a:lnTo>
                    <a:pt x="7096" y="6025"/>
                  </a:lnTo>
                  <a:lnTo>
                    <a:pt x="8680" y="21527"/>
                  </a:lnTo>
                  <a:lnTo>
                    <a:pt x="13395" y="21396"/>
                  </a:lnTo>
                  <a:lnTo>
                    <a:pt x="13538" y="119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5832013" y="3110138"/>
              <a:ext cx="24142" cy="1291555"/>
            </a:xfrm>
            <a:custGeom>
              <a:avLst/>
              <a:gdLst/>
              <a:ahLst/>
              <a:cxnLst/>
              <a:rect l="l" t="t" r="r" b="b"/>
              <a:pathLst>
                <a:path w="359" h="19206" extrusionOk="0">
                  <a:moveTo>
                    <a:pt x="310" y="1"/>
                  </a:moveTo>
                  <a:cubicBezTo>
                    <a:pt x="287" y="1"/>
                    <a:pt x="263" y="25"/>
                    <a:pt x="263" y="49"/>
                  </a:cubicBezTo>
                  <a:lnTo>
                    <a:pt x="1" y="19206"/>
                  </a:lnTo>
                  <a:lnTo>
                    <a:pt x="96" y="19206"/>
                  </a:lnTo>
                  <a:lnTo>
                    <a:pt x="358" y="49"/>
                  </a:lnTo>
                  <a:cubicBezTo>
                    <a:pt x="358" y="13"/>
                    <a:pt x="334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6334083" y="3385584"/>
              <a:ext cx="92129" cy="1026533"/>
            </a:xfrm>
            <a:custGeom>
              <a:avLst/>
              <a:gdLst/>
              <a:ahLst/>
              <a:cxnLst/>
              <a:rect l="l" t="t" r="r" b="b"/>
              <a:pathLst>
                <a:path w="1370" h="15265" extrusionOk="0">
                  <a:moveTo>
                    <a:pt x="36" y="1"/>
                  </a:moveTo>
                  <a:cubicBezTo>
                    <a:pt x="12" y="1"/>
                    <a:pt x="0" y="24"/>
                    <a:pt x="0" y="48"/>
                  </a:cubicBezTo>
                  <a:lnTo>
                    <a:pt x="1286" y="15264"/>
                  </a:lnTo>
                  <a:lnTo>
                    <a:pt x="1369" y="15264"/>
                  </a:lnTo>
                  <a:lnTo>
                    <a:pt x="83" y="48"/>
                  </a:lnTo>
                  <a:cubicBezTo>
                    <a:pt x="83" y="24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6098649" y="3356465"/>
              <a:ext cx="341954" cy="64423"/>
            </a:xfrm>
            <a:custGeom>
              <a:avLst/>
              <a:gdLst/>
              <a:ahLst/>
              <a:cxnLst/>
              <a:rect l="l" t="t" r="r" b="b"/>
              <a:pathLst>
                <a:path w="5085" h="958" extrusionOk="0">
                  <a:moveTo>
                    <a:pt x="5043" y="1"/>
                  </a:moveTo>
                  <a:cubicBezTo>
                    <a:pt x="5037" y="1"/>
                    <a:pt x="5031" y="2"/>
                    <a:pt x="5025" y="5"/>
                  </a:cubicBezTo>
                  <a:cubicBezTo>
                    <a:pt x="5001" y="5"/>
                    <a:pt x="2096" y="743"/>
                    <a:pt x="36" y="862"/>
                  </a:cubicBezTo>
                  <a:cubicBezTo>
                    <a:pt x="13" y="862"/>
                    <a:pt x="1" y="886"/>
                    <a:pt x="1" y="910"/>
                  </a:cubicBezTo>
                  <a:cubicBezTo>
                    <a:pt x="1" y="946"/>
                    <a:pt x="24" y="958"/>
                    <a:pt x="48" y="958"/>
                  </a:cubicBezTo>
                  <a:cubicBezTo>
                    <a:pt x="2108" y="838"/>
                    <a:pt x="5013" y="100"/>
                    <a:pt x="5049" y="100"/>
                  </a:cubicBezTo>
                  <a:cubicBezTo>
                    <a:pt x="5073" y="88"/>
                    <a:pt x="5085" y="65"/>
                    <a:pt x="5073" y="41"/>
                  </a:cubicBezTo>
                  <a:cubicBezTo>
                    <a:pt x="5073" y="14"/>
                    <a:pt x="5059" y="1"/>
                    <a:pt x="5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6296424" y="3075707"/>
              <a:ext cx="5649" cy="249892"/>
            </a:xfrm>
            <a:custGeom>
              <a:avLst/>
              <a:gdLst/>
              <a:ahLst/>
              <a:cxnLst/>
              <a:rect l="l" t="t" r="r" b="b"/>
              <a:pathLst>
                <a:path w="84" h="3716" extrusionOk="0">
                  <a:moveTo>
                    <a:pt x="36" y="1"/>
                  </a:moveTo>
                  <a:cubicBezTo>
                    <a:pt x="12" y="1"/>
                    <a:pt x="0" y="25"/>
                    <a:pt x="0" y="49"/>
                  </a:cubicBezTo>
                  <a:lnTo>
                    <a:pt x="0" y="3668"/>
                  </a:lnTo>
                  <a:cubicBezTo>
                    <a:pt x="0" y="3692"/>
                    <a:pt x="12" y="3716"/>
                    <a:pt x="36" y="3716"/>
                  </a:cubicBezTo>
                  <a:cubicBezTo>
                    <a:pt x="60" y="3716"/>
                    <a:pt x="84" y="3692"/>
                    <a:pt x="84" y="3668"/>
                  </a:cubicBezTo>
                  <a:lnTo>
                    <a:pt x="84" y="49"/>
                  </a:lnTo>
                  <a:cubicBezTo>
                    <a:pt x="84" y="25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5862476" y="3079742"/>
              <a:ext cx="116136" cy="253052"/>
            </a:xfrm>
            <a:custGeom>
              <a:avLst/>
              <a:gdLst/>
              <a:ahLst/>
              <a:cxnLst/>
              <a:rect l="l" t="t" r="r" b="b"/>
              <a:pathLst>
                <a:path w="1727" h="3763" extrusionOk="0">
                  <a:moveTo>
                    <a:pt x="1655" y="0"/>
                  </a:moveTo>
                  <a:cubicBezTo>
                    <a:pt x="1453" y="1370"/>
                    <a:pt x="881" y="2679"/>
                    <a:pt x="12" y="3680"/>
                  </a:cubicBezTo>
                  <a:cubicBezTo>
                    <a:pt x="0" y="3703"/>
                    <a:pt x="0" y="3727"/>
                    <a:pt x="12" y="3751"/>
                  </a:cubicBezTo>
                  <a:cubicBezTo>
                    <a:pt x="24" y="3751"/>
                    <a:pt x="36" y="3763"/>
                    <a:pt x="48" y="3763"/>
                  </a:cubicBezTo>
                  <a:cubicBezTo>
                    <a:pt x="60" y="3763"/>
                    <a:pt x="72" y="3751"/>
                    <a:pt x="72" y="3751"/>
                  </a:cubicBezTo>
                  <a:cubicBezTo>
                    <a:pt x="941" y="2751"/>
                    <a:pt x="1524" y="1453"/>
                    <a:pt x="1727" y="84"/>
                  </a:cubicBezTo>
                  <a:cubicBezTo>
                    <a:pt x="1703" y="72"/>
                    <a:pt x="1691" y="48"/>
                    <a:pt x="1679" y="24"/>
                  </a:cubicBezTo>
                  <a:cubicBezTo>
                    <a:pt x="1667" y="24"/>
                    <a:pt x="1655" y="12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6591035" y="2999448"/>
              <a:ext cx="97778" cy="286138"/>
            </a:xfrm>
            <a:custGeom>
              <a:avLst/>
              <a:gdLst/>
              <a:ahLst/>
              <a:cxnLst/>
              <a:rect l="l" t="t" r="r" b="b"/>
              <a:pathLst>
                <a:path w="1454" h="4255" extrusionOk="0">
                  <a:moveTo>
                    <a:pt x="202" y="1"/>
                  </a:moveTo>
                  <a:cubicBezTo>
                    <a:pt x="184" y="1"/>
                    <a:pt x="168" y="20"/>
                    <a:pt x="168" y="40"/>
                  </a:cubicBezTo>
                  <a:cubicBezTo>
                    <a:pt x="84" y="706"/>
                    <a:pt x="1" y="1695"/>
                    <a:pt x="275" y="2611"/>
                  </a:cubicBezTo>
                  <a:cubicBezTo>
                    <a:pt x="489" y="3338"/>
                    <a:pt x="906" y="3921"/>
                    <a:pt x="1418" y="4254"/>
                  </a:cubicBezTo>
                  <a:cubicBezTo>
                    <a:pt x="1430" y="4231"/>
                    <a:pt x="1442" y="4195"/>
                    <a:pt x="1454" y="4171"/>
                  </a:cubicBezTo>
                  <a:cubicBezTo>
                    <a:pt x="965" y="3850"/>
                    <a:pt x="561" y="3278"/>
                    <a:pt x="358" y="2588"/>
                  </a:cubicBezTo>
                  <a:cubicBezTo>
                    <a:pt x="96" y="1695"/>
                    <a:pt x="168" y="706"/>
                    <a:pt x="251" y="51"/>
                  </a:cubicBezTo>
                  <a:cubicBezTo>
                    <a:pt x="251" y="28"/>
                    <a:pt x="239" y="4"/>
                    <a:pt x="215" y="4"/>
                  </a:cubicBezTo>
                  <a:cubicBezTo>
                    <a:pt x="211" y="2"/>
                    <a:pt x="207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6237986" y="3022111"/>
              <a:ext cx="64087" cy="291518"/>
            </a:xfrm>
            <a:custGeom>
              <a:avLst/>
              <a:gdLst/>
              <a:ahLst/>
              <a:cxnLst/>
              <a:rect l="l" t="t" r="r" b="b"/>
              <a:pathLst>
                <a:path w="953" h="4335" extrusionOk="0">
                  <a:moveTo>
                    <a:pt x="36" y="0"/>
                  </a:moveTo>
                  <a:cubicBezTo>
                    <a:pt x="12" y="0"/>
                    <a:pt x="0" y="24"/>
                    <a:pt x="0" y="48"/>
                  </a:cubicBezTo>
                  <a:cubicBezTo>
                    <a:pt x="0" y="72"/>
                    <a:pt x="24" y="1762"/>
                    <a:pt x="167" y="3024"/>
                  </a:cubicBezTo>
                  <a:cubicBezTo>
                    <a:pt x="310" y="4310"/>
                    <a:pt x="881" y="4334"/>
                    <a:pt x="905" y="4334"/>
                  </a:cubicBezTo>
                  <a:cubicBezTo>
                    <a:pt x="929" y="4334"/>
                    <a:pt x="953" y="4310"/>
                    <a:pt x="953" y="4275"/>
                  </a:cubicBezTo>
                  <a:cubicBezTo>
                    <a:pt x="953" y="4251"/>
                    <a:pt x="941" y="4227"/>
                    <a:pt x="917" y="4227"/>
                  </a:cubicBezTo>
                  <a:cubicBezTo>
                    <a:pt x="905" y="4227"/>
                    <a:pt x="381" y="4203"/>
                    <a:pt x="250" y="3013"/>
                  </a:cubicBezTo>
                  <a:cubicBezTo>
                    <a:pt x="119" y="1762"/>
                    <a:pt x="84" y="72"/>
                    <a:pt x="84" y="48"/>
                  </a:cubicBezTo>
                  <a:cubicBezTo>
                    <a:pt x="84" y="24"/>
                    <a:pt x="7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6392521" y="4514535"/>
              <a:ext cx="550085" cy="99661"/>
            </a:xfrm>
            <a:custGeom>
              <a:avLst/>
              <a:gdLst/>
              <a:ahLst/>
              <a:cxnLst/>
              <a:rect l="l" t="t" r="r" b="b"/>
              <a:pathLst>
                <a:path w="8180" h="1482" extrusionOk="0">
                  <a:moveTo>
                    <a:pt x="36" y="0"/>
                  </a:moveTo>
                  <a:cubicBezTo>
                    <a:pt x="36" y="191"/>
                    <a:pt x="0" y="393"/>
                    <a:pt x="12" y="620"/>
                  </a:cubicBezTo>
                  <a:cubicBezTo>
                    <a:pt x="12" y="620"/>
                    <a:pt x="1155" y="1108"/>
                    <a:pt x="4227" y="1370"/>
                  </a:cubicBezTo>
                  <a:cubicBezTo>
                    <a:pt x="5172" y="1451"/>
                    <a:pt x="5896" y="1481"/>
                    <a:pt x="6450" y="1481"/>
                  </a:cubicBezTo>
                  <a:cubicBezTo>
                    <a:pt x="7911" y="1481"/>
                    <a:pt x="8180" y="1274"/>
                    <a:pt x="8180" y="1274"/>
                  </a:cubicBezTo>
                  <a:cubicBezTo>
                    <a:pt x="8180" y="1274"/>
                    <a:pt x="8180" y="1108"/>
                    <a:pt x="8132" y="846"/>
                  </a:cubicBezTo>
                  <a:cubicBezTo>
                    <a:pt x="7387" y="925"/>
                    <a:pt x="6676" y="959"/>
                    <a:pt x="6002" y="959"/>
                  </a:cubicBezTo>
                  <a:cubicBezTo>
                    <a:pt x="3326" y="959"/>
                    <a:pt x="1244" y="419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5571832" y="4514535"/>
              <a:ext cx="550892" cy="99661"/>
            </a:xfrm>
            <a:custGeom>
              <a:avLst/>
              <a:gdLst/>
              <a:ahLst/>
              <a:cxnLst/>
              <a:rect l="l" t="t" r="r" b="b"/>
              <a:pathLst>
                <a:path w="8192" h="1482" extrusionOk="0">
                  <a:moveTo>
                    <a:pt x="8156" y="0"/>
                  </a:moveTo>
                  <a:cubicBezTo>
                    <a:pt x="6948" y="419"/>
                    <a:pt x="4866" y="959"/>
                    <a:pt x="2190" y="959"/>
                  </a:cubicBezTo>
                  <a:cubicBezTo>
                    <a:pt x="1516" y="959"/>
                    <a:pt x="805" y="925"/>
                    <a:pt x="60" y="846"/>
                  </a:cubicBezTo>
                  <a:cubicBezTo>
                    <a:pt x="12" y="1108"/>
                    <a:pt x="0" y="1274"/>
                    <a:pt x="0" y="1274"/>
                  </a:cubicBezTo>
                  <a:cubicBezTo>
                    <a:pt x="0" y="1274"/>
                    <a:pt x="276" y="1481"/>
                    <a:pt x="1736" y="1481"/>
                  </a:cubicBezTo>
                  <a:cubicBezTo>
                    <a:pt x="2288" y="1481"/>
                    <a:pt x="3011" y="1451"/>
                    <a:pt x="3953" y="1370"/>
                  </a:cubicBezTo>
                  <a:cubicBezTo>
                    <a:pt x="7037" y="1108"/>
                    <a:pt x="8168" y="620"/>
                    <a:pt x="8168" y="620"/>
                  </a:cubicBezTo>
                  <a:cubicBezTo>
                    <a:pt x="8192" y="393"/>
                    <a:pt x="8156" y="191"/>
                    <a:pt x="8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269958" y="2073518"/>
              <a:ext cx="1482135" cy="1138702"/>
            </a:xfrm>
            <a:custGeom>
              <a:avLst/>
              <a:gdLst/>
              <a:ahLst/>
              <a:cxnLst/>
              <a:rect l="l" t="t" r="r" b="b"/>
              <a:pathLst>
                <a:path w="22040" h="16933" extrusionOk="0">
                  <a:moveTo>
                    <a:pt x="11826" y="0"/>
                  </a:moveTo>
                  <a:cubicBezTo>
                    <a:pt x="10877" y="0"/>
                    <a:pt x="9432" y="336"/>
                    <a:pt x="7859" y="1902"/>
                  </a:cubicBezTo>
                  <a:cubicBezTo>
                    <a:pt x="6930" y="2831"/>
                    <a:pt x="5954" y="4188"/>
                    <a:pt x="5013" y="6165"/>
                  </a:cubicBezTo>
                  <a:cubicBezTo>
                    <a:pt x="5013" y="6165"/>
                    <a:pt x="4323" y="3926"/>
                    <a:pt x="3025" y="2414"/>
                  </a:cubicBezTo>
                  <a:cubicBezTo>
                    <a:pt x="2084" y="2688"/>
                    <a:pt x="941" y="2962"/>
                    <a:pt x="60" y="3450"/>
                  </a:cubicBezTo>
                  <a:cubicBezTo>
                    <a:pt x="1" y="4819"/>
                    <a:pt x="929" y="9499"/>
                    <a:pt x="2513" y="11511"/>
                  </a:cubicBezTo>
                  <a:cubicBezTo>
                    <a:pt x="3492" y="12755"/>
                    <a:pt x="4312" y="13210"/>
                    <a:pt x="5032" y="13210"/>
                  </a:cubicBezTo>
                  <a:cubicBezTo>
                    <a:pt x="5896" y="13210"/>
                    <a:pt x="6617" y="12554"/>
                    <a:pt x="7299" y="11820"/>
                  </a:cubicBezTo>
                  <a:lnTo>
                    <a:pt x="7299" y="11820"/>
                  </a:lnTo>
                  <a:cubicBezTo>
                    <a:pt x="7240" y="12499"/>
                    <a:pt x="7180" y="13225"/>
                    <a:pt x="7109" y="13999"/>
                  </a:cubicBezTo>
                  <a:cubicBezTo>
                    <a:pt x="7002" y="15297"/>
                    <a:pt x="7299" y="16261"/>
                    <a:pt x="8073" y="16523"/>
                  </a:cubicBezTo>
                  <a:cubicBezTo>
                    <a:pt x="8483" y="16656"/>
                    <a:pt x="13698" y="16933"/>
                    <a:pt x="14458" y="16933"/>
                  </a:cubicBezTo>
                  <a:cubicBezTo>
                    <a:pt x="14516" y="16933"/>
                    <a:pt x="14548" y="16931"/>
                    <a:pt x="14550" y="16928"/>
                  </a:cubicBezTo>
                  <a:cubicBezTo>
                    <a:pt x="14555" y="16924"/>
                    <a:pt x="14605" y="16923"/>
                    <a:pt x="14691" y="16923"/>
                  </a:cubicBezTo>
                  <a:cubicBezTo>
                    <a:pt x="14917" y="16923"/>
                    <a:pt x="15395" y="16932"/>
                    <a:pt x="15995" y="16932"/>
                  </a:cubicBezTo>
                  <a:cubicBezTo>
                    <a:pt x="17870" y="16932"/>
                    <a:pt x="20940" y="16835"/>
                    <a:pt x="21253" y="16035"/>
                  </a:cubicBezTo>
                  <a:cubicBezTo>
                    <a:pt x="21265" y="16023"/>
                    <a:pt x="22039" y="14999"/>
                    <a:pt x="21503" y="12808"/>
                  </a:cubicBezTo>
                  <a:cubicBezTo>
                    <a:pt x="21456" y="12582"/>
                    <a:pt x="21456" y="12356"/>
                    <a:pt x="21432" y="12130"/>
                  </a:cubicBezTo>
                  <a:lnTo>
                    <a:pt x="21861" y="2093"/>
                  </a:lnTo>
                  <a:cubicBezTo>
                    <a:pt x="21039" y="1057"/>
                    <a:pt x="19979" y="676"/>
                    <a:pt x="17896" y="319"/>
                  </a:cubicBezTo>
                  <a:cubicBezTo>
                    <a:pt x="17896" y="319"/>
                    <a:pt x="15800" y="795"/>
                    <a:pt x="15288" y="819"/>
                  </a:cubicBezTo>
                  <a:lnTo>
                    <a:pt x="13812" y="819"/>
                  </a:lnTo>
                  <a:cubicBezTo>
                    <a:pt x="13742" y="829"/>
                    <a:pt x="13670" y="834"/>
                    <a:pt x="13597" y="834"/>
                  </a:cubicBezTo>
                  <a:cubicBezTo>
                    <a:pt x="13324" y="834"/>
                    <a:pt x="13037" y="767"/>
                    <a:pt x="12764" y="664"/>
                  </a:cubicBezTo>
                  <a:cubicBezTo>
                    <a:pt x="12895" y="366"/>
                    <a:pt x="12967" y="188"/>
                    <a:pt x="12967" y="188"/>
                  </a:cubicBezTo>
                  <a:cubicBezTo>
                    <a:pt x="12967" y="188"/>
                    <a:pt x="12535" y="0"/>
                    <a:pt x="11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148278" y="2189385"/>
              <a:ext cx="211493" cy="46535"/>
            </a:xfrm>
            <a:custGeom>
              <a:avLst/>
              <a:gdLst/>
              <a:ahLst/>
              <a:cxnLst/>
              <a:rect l="l" t="t" r="r" b="b"/>
              <a:pathLst>
                <a:path w="3145" h="692" extrusionOk="0">
                  <a:moveTo>
                    <a:pt x="3077" y="0"/>
                  </a:moveTo>
                  <a:cubicBezTo>
                    <a:pt x="3067" y="0"/>
                    <a:pt x="3057" y="4"/>
                    <a:pt x="3049" y="13"/>
                  </a:cubicBezTo>
                  <a:cubicBezTo>
                    <a:pt x="2185" y="447"/>
                    <a:pt x="1503" y="567"/>
                    <a:pt x="1013" y="567"/>
                  </a:cubicBezTo>
                  <a:cubicBezTo>
                    <a:pt x="415" y="567"/>
                    <a:pt x="103" y="388"/>
                    <a:pt x="96" y="382"/>
                  </a:cubicBezTo>
                  <a:cubicBezTo>
                    <a:pt x="87" y="377"/>
                    <a:pt x="77" y="375"/>
                    <a:pt x="66" y="375"/>
                  </a:cubicBezTo>
                  <a:cubicBezTo>
                    <a:pt x="48" y="375"/>
                    <a:pt x="28" y="383"/>
                    <a:pt x="13" y="406"/>
                  </a:cubicBezTo>
                  <a:cubicBezTo>
                    <a:pt x="1" y="429"/>
                    <a:pt x="1" y="465"/>
                    <a:pt x="37" y="477"/>
                  </a:cubicBezTo>
                  <a:cubicBezTo>
                    <a:pt x="60" y="501"/>
                    <a:pt x="394" y="691"/>
                    <a:pt x="1013" y="691"/>
                  </a:cubicBezTo>
                  <a:cubicBezTo>
                    <a:pt x="1513" y="691"/>
                    <a:pt x="2215" y="560"/>
                    <a:pt x="3096" y="108"/>
                  </a:cubicBezTo>
                  <a:cubicBezTo>
                    <a:pt x="3132" y="96"/>
                    <a:pt x="3144" y="60"/>
                    <a:pt x="3120" y="36"/>
                  </a:cubicBezTo>
                  <a:cubicBezTo>
                    <a:pt x="3113" y="13"/>
                    <a:pt x="3095" y="0"/>
                    <a:pt x="3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6240407" y="2126979"/>
              <a:ext cx="12037" cy="1089746"/>
            </a:xfrm>
            <a:custGeom>
              <a:avLst/>
              <a:gdLst/>
              <a:ahLst/>
              <a:cxnLst/>
              <a:rect l="l" t="t" r="r" b="b"/>
              <a:pathLst>
                <a:path w="179" h="16205" extrusionOk="0">
                  <a:moveTo>
                    <a:pt x="60" y="0"/>
                  </a:moveTo>
                  <a:cubicBezTo>
                    <a:pt x="24" y="0"/>
                    <a:pt x="0" y="24"/>
                    <a:pt x="0" y="60"/>
                  </a:cubicBezTo>
                  <a:lnTo>
                    <a:pt x="60" y="16145"/>
                  </a:lnTo>
                  <a:cubicBezTo>
                    <a:pt x="60" y="16169"/>
                    <a:pt x="83" y="16204"/>
                    <a:pt x="119" y="16204"/>
                  </a:cubicBezTo>
                  <a:cubicBezTo>
                    <a:pt x="155" y="16204"/>
                    <a:pt x="179" y="16169"/>
                    <a:pt x="179" y="16145"/>
                  </a:cubicBezTo>
                  <a:lnTo>
                    <a:pt x="119" y="60"/>
                  </a:lnTo>
                  <a:cubicBezTo>
                    <a:pt x="107" y="24"/>
                    <a:pt x="83" y="0"/>
                    <a:pt x="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5998585" y="2044467"/>
              <a:ext cx="252245" cy="213376"/>
            </a:xfrm>
            <a:custGeom>
              <a:avLst/>
              <a:gdLst/>
              <a:ahLst/>
              <a:cxnLst/>
              <a:rect l="l" t="t" r="r" b="b"/>
              <a:pathLst>
                <a:path w="3751" h="3173" extrusionOk="0">
                  <a:moveTo>
                    <a:pt x="953" y="1"/>
                  </a:moveTo>
                  <a:cubicBezTo>
                    <a:pt x="953" y="1"/>
                    <a:pt x="524" y="632"/>
                    <a:pt x="262" y="1215"/>
                  </a:cubicBezTo>
                  <a:cubicBezTo>
                    <a:pt x="0" y="1799"/>
                    <a:pt x="1917" y="2858"/>
                    <a:pt x="2798" y="3168"/>
                  </a:cubicBezTo>
                  <a:cubicBezTo>
                    <a:pt x="2811" y="3171"/>
                    <a:pt x="2824" y="3173"/>
                    <a:pt x="2837" y="3173"/>
                  </a:cubicBezTo>
                  <a:cubicBezTo>
                    <a:pt x="3279" y="3173"/>
                    <a:pt x="3751" y="1263"/>
                    <a:pt x="3751" y="1263"/>
                  </a:cubicBezTo>
                  <a:cubicBezTo>
                    <a:pt x="3751" y="1263"/>
                    <a:pt x="2024" y="810"/>
                    <a:pt x="9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6244374" y="2044467"/>
              <a:ext cx="252313" cy="210216"/>
            </a:xfrm>
            <a:custGeom>
              <a:avLst/>
              <a:gdLst/>
              <a:ahLst/>
              <a:cxnLst/>
              <a:rect l="l" t="t" r="r" b="b"/>
              <a:pathLst>
                <a:path w="3752" h="3126" extrusionOk="0">
                  <a:moveTo>
                    <a:pt x="2822" y="1"/>
                  </a:moveTo>
                  <a:cubicBezTo>
                    <a:pt x="1834" y="858"/>
                    <a:pt x="1" y="1287"/>
                    <a:pt x="1" y="1287"/>
                  </a:cubicBezTo>
                  <a:cubicBezTo>
                    <a:pt x="1" y="1287"/>
                    <a:pt x="662" y="3125"/>
                    <a:pt x="1126" y="3125"/>
                  </a:cubicBezTo>
                  <a:cubicBezTo>
                    <a:pt x="1140" y="3125"/>
                    <a:pt x="1154" y="3124"/>
                    <a:pt x="1167" y="3120"/>
                  </a:cubicBezTo>
                  <a:cubicBezTo>
                    <a:pt x="2060" y="2811"/>
                    <a:pt x="3751" y="1834"/>
                    <a:pt x="3489" y="1251"/>
                  </a:cubicBezTo>
                  <a:cubicBezTo>
                    <a:pt x="3215" y="667"/>
                    <a:pt x="282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5269151" y="2194227"/>
              <a:ext cx="256280" cy="180223"/>
            </a:xfrm>
            <a:custGeom>
              <a:avLst/>
              <a:gdLst/>
              <a:ahLst/>
              <a:cxnLst/>
              <a:rect l="l" t="t" r="r" b="b"/>
              <a:pathLst>
                <a:path w="3811" h="2680" extrusionOk="0">
                  <a:moveTo>
                    <a:pt x="2965" y="0"/>
                  </a:moveTo>
                  <a:lnTo>
                    <a:pt x="1" y="1096"/>
                  </a:lnTo>
                  <a:lnTo>
                    <a:pt x="144" y="2679"/>
                  </a:lnTo>
                  <a:lnTo>
                    <a:pt x="3811" y="1631"/>
                  </a:lnTo>
                  <a:cubicBezTo>
                    <a:pt x="3811" y="1631"/>
                    <a:pt x="3311" y="298"/>
                    <a:pt x="2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6595877" y="2463217"/>
              <a:ext cx="120171" cy="430048"/>
            </a:xfrm>
            <a:custGeom>
              <a:avLst/>
              <a:gdLst/>
              <a:ahLst/>
              <a:cxnLst/>
              <a:rect l="l" t="t" r="r" b="b"/>
              <a:pathLst>
                <a:path w="1787" h="6395" extrusionOk="0">
                  <a:moveTo>
                    <a:pt x="60" y="1"/>
                  </a:moveTo>
                  <a:cubicBezTo>
                    <a:pt x="24" y="1"/>
                    <a:pt x="0" y="36"/>
                    <a:pt x="12" y="72"/>
                  </a:cubicBezTo>
                  <a:cubicBezTo>
                    <a:pt x="203" y="1977"/>
                    <a:pt x="1655" y="6311"/>
                    <a:pt x="1667" y="6359"/>
                  </a:cubicBezTo>
                  <a:cubicBezTo>
                    <a:pt x="1667" y="6382"/>
                    <a:pt x="1691" y="6394"/>
                    <a:pt x="1715" y="6394"/>
                  </a:cubicBezTo>
                  <a:lnTo>
                    <a:pt x="1739" y="6394"/>
                  </a:lnTo>
                  <a:cubicBezTo>
                    <a:pt x="1774" y="6382"/>
                    <a:pt x="1786" y="6347"/>
                    <a:pt x="1774" y="6323"/>
                  </a:cubicBezTo>
                  <a:cubicBezTo>
                    <a:pt x="1763" y="6275"/>
                    <a:pt x="322" y="1953"/>
                    <a:pt x="119" y="60"/>
                  </a:cubicBezTo>
                  <a:cubicBezTo>
                    <a:pt x="119" y="25"/>
                    <a:pt x="96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5751181" y="2293215"/>
              <a:ext cx="104973" cy="569586"/>
            </a:xfrm>
            <a:custGeom>
              <a:avLst/>
              <a:gdLst/>
              <a:ahLst/>
              <a:cxnLst/>
              <a:rect l="l" t="t" r="r" b="b"/>
              <a:pathLst>
                <a:path w="1561" h="8470" extrusionOk="0">
                  <a:moveTo>
                    <a:pt x="1493" y="0"/>
                  </a:moveTo>
                  <a:cubicBezTo>
                    <a:pt x="1472" y="0"/>
                    <a:pt x="1450" y="14"/>
                    <a:pt x="1441" y="40"/>
                  </a:cubicBezTo>
                  <a:cubicBezTo>
                    <a:pt x="1429" y="40"/>
                    <a:pt x="989" y="957"/>
                    <a:pt x="488" y="3124"/>
                  </a:cubicBezTo>
                  <a:cubicBezTo>
                    <a:pt x="0" y="5279"/>
                    <a:pt x="215" y="8375"/>
                    <a:pt x="227" y="8410"/>
                  </a:cubicBezTo>
                  <a:cubicBezTo>
                    <a:pt x="227" y="8446"/>
                    <a:pt x="250" y="8470"/>
                    <a:pt x="274" y="8470"/>
                  </a:cubicBezTo>
                  <a:cubicBezTo>
                    <a:pt x="286" y="8470"/>
                    <a:pt x="286" y="8470"/>
                    <a:pt x="286" y="8458"/>
                  </a:cubicBezTo>
                  <a:cubicBezTo>
                    <a:pt x="322" y="8458"/>
                    <a:pt x="346" y="8434"/>
                    <a:pt x="334" y="8398"/>
                  </a:cubicBezTo>
                  <a:cubicBezTo>
                    <a:pt x="334" y="8375"/>
                    <a:pt x="119" y="5291"/>
                    <a:pt x="608" y="3148"/>
                  </a:cubicBezTo>
                  <a:cubicBezTo>
                    <a:pt x="1096" y="1005"/>
                    <a:pt x="1536" y="100"/>
                    <a:pt x="1548" y="88"/>
                  </a:cubicBezTo>
                  <a:cubicBezTo>
                    <a:pt x="1560" y="64"/>
                    <a:pt x="1548" y="28"/>
                    <a:pt x="1512" y="5"/>
                  </a:cubicBezTo>
                  <a:cubicBezTo>
                    <a:pt x="1506" y="2"/>
                    <a:pt x="1500" y="0"/>
                    <a:pt x="14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6073028" y="2660118"/>
              <a:ext cx="543696" cy="373224"/>
            </a:xfrm>
            <a:custGeom>
              <a:avLst/>
              <a:gdLst/>
              <a:ahLst/>
              <a:cxnLst/>
              <a:rect l="l" t="t" r="r" b="b"/>
              <a:pathLst>
                <a:path w="8085" h="5550" extrusionOk="0">
                  <a:moveTo>
                    <a:pt x="8018" y="1"/>
                  </a:moveTo>
                  <a:cubicBezTo>
                    <a:pt x="8000" y="1"/>
                    <a:pt x="7981" y="11"/>
                    <a:pt x="7966" y="25"/>
                  </a:cubicBezTo>
                  <a:cubicBezTo>
                    <a:pt x="7073" y="1430"/>
                    <a:pt x="5525" y="2252"/>
                    <a:pt x="4156" y="2907"/>
                  </a:cubicBezTo>
                  <a:cubicBezTo>
                    <a:pt x="4013" y="2978"/>
                    <a:pt x="3870" y="3050"/>
                    <a:pt x="3715" y="3121"/>
                  </a:cubicBezTo>
                  <a:cubicBezTo>
                    <a:pt x="2406" y="3752"/>
                    <a:pt x="1036" y="4395"/>
                    <a:pt x="24" y="5455"/>
                  </a:cubicBezTo>
                  <a:cubicBezTo>
                    <a:pt x="1" y="5478"/>
                    <a:pt x="1" y="5514"/>
                    <a:pt x="24" y="5538"/>
                  </a:cubicBezTo>
                  <a:cubicBezTo>
                    <a:pt x="36" y="5550"/>
                    <a:pt x="48" y="5550"/>
                    <a:pt x="60" y="5550"/>
                  </a:cubicBezTo>
                  <a:cubicBezTo>
                    <a:pt x="72" y="5550"/>
                    <a:pt x="96" y="5550"/>
                    <a:pt x="108" y="5538"/>
                  </a:cubicBezTo>
                  <a:cubicBezTo>
                    <a:pt x="1108" y="4490"/>
                    <a:pt x="2465" y="3847"/>
                    <a:pt x="3775" y="3228"/>
                  </a:cubicBezTo>
                  <a:cubicBezTo>
                    <a:pt x="3918" y="3157"/>
                    <a:pt x="4061" y="3085"/>
                    <a:pt x="4215" y="3014"/>
                  </a:cubicBezTo>
                  <a:cubicBezTo>
                    <a:pt x="5597" y="2347"/>
                    <a:pt x="7144" y="1514"/>
                    <a:pt x="8073" y="85"/>
                  </a:cubicBezTo>
                  <a:cubicBezTo>
                    <a:pt x="8085" y="61"/>
                    <a:pt x="8073" y="25"/>
                    <a:pt x="8049" y="14"/>
                  </a:cubicBezTo>
                  <a:cubicBezTo>
                    <a:pt x="8040" y="4"/>
                    <a:pt x="8029" y="1"/>
                    <a:pt x="8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6089840" y="2842762"/>
              <a:ext cx="492453" cy="273899"/>
            </a:xfrm>
            <a:custGeom>
              <a:avLst/>
              <a:gdLst/>
              <a:ahLst/>
              <a:cxnLst/>
              <a:rect l="l" t="t" r="r" b="b"/>
              <a:pathLst>
                <a:path w="7323" h="4073" extrusionOk="0">
                  <a:moveTo>
                    <a:pt x="7275" y="0"/>
                  </a:moveTo>
                  <a:cubicBezTo>
                    <a:pt x="7240" y="0"/>
                    <a:pt x="7216" y="24"/>
                    <a:pt x="7204" y="48"/>
                  </a:cubicBezTo>
                  <a:cubicBezTo>
                    <a:pt x="7168" y="250"/>
                    <a:pt x="6978" y="393"/>
                    <a:pt x="6811" y="512"/>
                  </a:cubicBezTo>
                  <a:cubicBezTo>
                    <a:pt x="4704" y="1929"/>
                    <a:pt x="2430" y="3084"/>
                    <a:pt x="48" y="3953"/>
                  </a:cubicBezTo>
                  <a:cubicBezTo>
                    <a:pt x="13" y="3965"/>
                    <a:pt x="1" y="4001"/>
                    <a:pt x="13" y="4036"/>
                  </a:cubicBezTo>
                  <a:cubicBezTo>
                    <a:pt x="24" y="4060"/>
                    <a:pt x="36" y="4072"/>
                    <a:pt x="60" y="4072"/>
                  </a:cubicBezTo>
                  <a:lnTo>
                    <a:pt x="84" y="4072"/>
                  </a:lnTo>
                  <a:cubicBezTo>
                    <a:pt x="2477" y="3203"/>
                    <a:pt x="4763" y="2036"/>
                    <a:pt x="6871" y="607"/>
                  </a:cubicBezTo>
                  <a:cubicBezTo>
                    <a:pt x="7073" y="477"/>
                    <a:pt x="7275" y="322"/>
                    <a:pt x="7323" y="72"/>
                  </a:cubicBezTo>
                  <a:cubicBezTo>
                    <a:pt x="7323" y="36"/>
                    <a:pt x="7311" y="12"/>
                    <a:pt x="7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6290036" y="2157375"/>
              <a:ext cx="17686" cy="1049733"/>
            </a:xfrm>
            <a:custGeom>
              <a:avLst/>
              <a:gdLst/>
              <a:ahLst/>
              <a:cxnLst/>
              <a:rect l="l" t="t" r="r" b="b"/>
              <a:pathLst>
                <a:path w="263" h="15610" extrusionOk="0">
                  <a:moveTo>
                    <a:pt x="60" y="1"/>
                  </a:moveTo>
                  <a:cubicBezTo>
                    <a:pt x="24" y="1"/>
                    <a:pt x="0" y="24"/>
                    <a:pt x="0" y="60"/>
                  </a:cubicBezTo>
                  <a:lnTo>
                    <a:pt x="155" y="15550"/>
                  </a:lnTo>
                  <a:cubicBezTo>
                    <a:pt x="155" y="15586"/>
                    <a:pt x="179" y="15610"/>
                    <a:pt x="215" y="15610"/>
                  </a:cubicBezTo>
                  <a:cubicBezTo>
                    <a:pt x="238" y="15610"/>
                    <a:pt x="262" y="15574"/>
                    <a:pt x="262" y="15550"/>
                  </a:cubicBezTo>
                  <a:lnTo>
                    <a:pt x="119" y="48"/>
                  </a:lnTo>
                  <a:cubicBezTo>
                    <a:pt x="119" y="24"/>
                    <a:pt x="95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41444" y="2682646"/>
              <a:ext cx="36919" cy="155342"/>
            </a:xfrm>
            <a:custGeom>
              <a:avLst/>
              <a:gdLst/>
              <a:ahLst/>
              <a:cxnLst/>
              <a:rect l="l" t="t" r="r" b="b"/>
              <a:pathLst>
                <a:path w="549" h="2310" extrusionOk="0">
                  <a:moveTo>
                    <a:pt x="1" y="0"/>
                  </a:moveTo>
                  <a:lnTo>
                    <a:pt x="1" y="0"/>
                  </a:lnTo>
                  <a:cubicBezTo>
                    <a:pt x="96" y="500"/>
                    <a:pt x="227" y="1191"/>
                    <a:pt x="548" y="231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053833" y="2029269"/>
              <a:ext cx="229852" cy="92936"/>
            </a:xfrm>
            <a:custGeom>
              <a:avLst/>
              <a:gdLst/>
              <a:ahLst/>
              <a:cxnLst/>
              <a:rect l="l" t="t" r="r" b="b"/>
              <a:pathLst>
                <a:path w="3418" h="1382" extrusionOk="0">
                  <a:moveTo>
                    <a:pt x="3418" y="1"/>
                  </a:moveTo>
                  <a:lnTo>
                    <a:pt x="72" y="167"/>
                  </a:lnTo>
                  <a:lnTo>
                    <a:pt x="1" y="1382"/>
                  </a:lnTo>
                  <a:cubicBezTo>
                    <a:pt x="1132" y="1298"/>
                    <a:pt x="2311" y="1274"/>
                    <a:pt x="3394" y="1048"/>
                  </a:cubicBezTo>
                  <a:lnTo>
                    <a:pt x="3418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6917724" y="2099744"/>
              <a:ext cx="860028" cy="915844"/>
            </a:xfrm>
            <a:custGeom>
              <a:avLst/>
              <a:gdLst/>
              <a:ahLst/>
              <a:cxnLst/>
              <a:rect l="l" t="t" r="r" b="b"/>
              <a:pathLst>
                <a:path w="12789" h="13619" extrusionOk="0">
                  <a:moveTo>
                    <a:pt x="9038" y="7680"/>
                  </a:moveTo>
                  <a:cubicBezTo>
                    <a:pt x="9145" y="7966"/>
                    <a:pt x="9192" y="8251"/>
                    <a:pt x="9276" y="8668"/>
                  </a:cubicBezTo>
                  <a:lnTo>
                    <a:pt x="9038" y="7680"/>
                  </a:lnTo>
                  <a:close/>
                  <a:moveTo>
                    <a:pt x="5418" y="0"/>
                  </a:moveTo>
                  <a:lnTo>
                    <a:pt x="5418" y="0"/>
                  </a:lnTo>
                  <a:cubicBezTo>
                    <a:pt x="4335" y="226"/>
                    <a:pt x="3156" y="250"/>
                    <a:pt x="2025" y="334"/>
                  </a:cubicBezTo>
                  <a:lnTo>
                    <a:pt x="2001" y="869"/>
                  </a:lnTo>
                  <a:cubicBezTo>
                    <a:pt x="2001" y="869"/>
                    <a:pt x="1144" y="1036"/>
                    <a:pt x="739" y="1143"/>
                  </a:cubicBezTo>
                  <a:cubicBezTo>
                    <a:pt x="751" y="2953"/>
                    <a:pt x="1" y="9811"/>
                    <a:pt x="215" y="11633"/>
                  </a:cubicBezTo>
                  <a:lnTo>
                    <a:pt x="5585" y="12145"/>
                  </a:lnTo>
                  <a:lnTo>
                    <a:pt x="9811" y="10978"/>
                  </a:lnTo>
                  <a:cubicBezTo>
                    <a:pt x="9502" y="9859"/>
                    <a:pt x="9371" y="9168"/>
                    <a:pt x="9276" y="8668"/>
                  </a:cubicBezTo>
                  <a:lnTo>
                    <a:pt x="9276" y="8668"/>
                  </a:lnTo>
                  <a:lnTo>
                    <a:pt x="9811" y="10978"/>
                  </a:lnTo>
                  <a:cubicBezTo>
                    <a:pt x="9839" y="10973"/>
                    <a:pt x="9865" y="10971"/>
                    <a:pt x="9891" y="10971"/>
                  </a:cubicBezTo>
                  <a:cubicBezTo>
                    <a:pt x="10790" y="10971"/>
                    <a:pt x="10991" y="13619"/>
                    <a:pt x="11851" y="13619"/>
                  </a:cubicBezTo>
                  <a:cubicBezTo>
                    <a:pt x="11881" y="13619"/>
                    <a:pt x="11911" y="13616"/>
                    <a:pt x="11943" y="13609"/>
                  </a:cubicBezTo>
                  <a:cubicBezTo>
                    <a:pt x="12645" y="12776"/>
                    <a:pt x="12788" y="9216"/>
                    <a:pt x="12431" y="8251"/>
                  </a:cubicBezTo>
                  <a:cubicBezTo>
                    <a:pt x="11347" y="4179"/>
                    <a:pt x="10228" y="2870"/>
                    <a:pt x="9633" y="2286"/>
                  </a:cubicBezTo>
                  <a:cubicBezTo>
                    <a:pt x="8752" y="1393"/>
                    <a:pt x="6859" y="1000"/>
                    <a:pt x="6859" y="1000"/>
                  </a:cubicBezTo>
                  <a:lnTo>
                    <a:pt x="5406" y="869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6267575" y="2170152"/>
              <a:ext cx="787132" cy="801052"/>
            </a:xfrm>
            <a:custGeom>
              <a:avLst/>
              <a:gdLst/>
              <a:ahLst/>
              <a:cxnLst/>
              <a:rect l="l" t="t" r="r" b="b"/>
              <a:pathLst>
                <a:path w="11705" h="11912" extrusionOk="0">
                  <a:moveTo>
                    <a:pt x="10742" y="1"/>
                  </a:moveTo>
                  <a:cubicBezTo>
                    <a:pt x="10741" y="1"/>
                    <a:pt x="10740" y="1"/>
                    <a:pt x="10740" y="1"/>
                  </a:cubicBezTo>
                  <a:cubicBezTo>
                    <a:pt x="10740" y="1"/>
                    <a:pt x="8347" y="358"/>
                    <a:pt x="7835" y="3668"/>
                  </a:cubicBezTo>
                  <a:cubicBezTo>
                    <a:pt x="7728" y="5883"/>
                    <a:pt x="7442" y="7621"/>
                    <a:pt x="7442" y="7621"/>
                  </a:cubicBezTo>
                  <a:lnTo>
                    <a:pt x="3966" y="5752"/>
                  </a:lnTo>
                  <a:cubicBezTo>
                    <a:pt x="3966" y="5752"/>
                    <a:pt x="3668" y="3573"/>
                    <a:pt x="3251" y="3442"/>
                  </a:cubicBezTo>
                  <a:cubicBezTo>
                    <a:pt x="3224" y="3433"/>
                    <a:pt x="3200" y="3429"/>
                    <a:pt x="3178" y="3429"/>
                  </a:cubicBezTo>
                  <a:cubicBezTo>
                    <a:pt x="2873" y="3429"/>
                    <a:pt x="3049" y="4228"/>
                    <a:pt x="3049" y="4228"/>
                  </a:cubicBezTo>
                  <a:cubicBezTo>
                    <a:pt x="3049" y="4228"/>
                    <a:pt x="2110" y="2625"/>
                    <a:pt x="1771" y="2625"/>
                  </a:cubicBezTo>
                  <a:cubicBezTo>
                    <a:pt x="1750" y="2625"/>
                    <a:pt x="1731" y="2631"/>
                    <a:pt x="1715" y="2644"/>
                  </a:cubicBezTo>
                  <a:cubicBezTo>
                    <a:pt x="1442" y="2870"/>
                    <a:pt x="2287" y="4240"/>
                    <a:pt x="2287" y="4240"/>
                  </a:cubicBezTo>
                  <a:cubicBezTo>
                    <a:pt x="2287" y="4240"/>
                    <a:pt x="1317" y="3018"/>
                    <a:pt x="904" y="3018"/>
                  </a:cubicBezTo>
                  <a:cubicBezTo>
                    <a:pt x="850" y="3018"/>
                    <a:pt x="806" y="3038"/>
                    <a:pt x="775" y="3085"/>
                  </a:cubicBezTo>
                  <a:cubicBezTo>
                    <a:pt x="620" y="3323"/>
                    <a:pt x="1811" y="4537"/>
                    <a:pt x="1811" y="4537"/>
                  </a:cubicBezTo>
                  <a:cubicBezTo>
                    <a:pt x="1811" y="4537"/>
                    <a:pt x="778" y="3620"/>
                    <a:pt x="442" y="3620"/>
                  </a:cubicBezTo>
                  <a:cubicBezTo>
                    <a:pt x="404" y="3620"/>
                    <a:pt x="376" y="3631"/>
                    <a:pt x="358" y="3656"/>
                  </a:cubicBezTo>
                  <a:cubicBezTo>
                    <a:pt x="179" y="3906"/>
                    <a:pt x="1453" y="4942"/>
                    <a:pt x="1453" y="4942"/>
                  </a:cubicBezTo>
                  <a:cubicBezTo>
                    <a:pt x="1453" y="4942"/>
                    <a:pt x="642" y="4372"/>
                    <a:pt x="298" y="4372"/>
                  </a:cubicBezTo>
                  <a:cubicBezTo>
                    <a:pt x="238" y="4372"/>
                    <a:pt x="192" y="4390"/>
                    <a:pt x="168" y="4430"/>
                  </a:cubicBezTo>
                  <a:cubicBezTo>
                    <a:pt x="1" y="4692"/>
                    <a:pt x="1668" y="6180"/>
                    <a:pt x="2275" y="6549"/>
                  </a:cubicBezTo>
                  <a:cubicBezTo>
                    <a:pt x="2275" y="6549"/>
                    <a:pt x="5642" y="11911"/>
                    <a:pt x="8541" y="11911"/>
                  </a:cubicBezTo>
                  <a:cubicBezTo>
                    <a:pt x="8587" y="11911"/>
                    <a:pt x="8634" y="11910"/>
                    <a:pt x="8681" y="11907"/>
                  </a:cubicBezTo>
                  <a:cubicBezTo>
                    <a:pt x="11217" y="11752"/>
                    <a:pt x="10978" y="6609"/>
                    <a:pt x="10859" y="5240"/>
                  </a:cubicBezTo>
                  <a:lnTo>
                    <a:pt x="10859" y="5240"/>
                  </a:lnTo>
                  <a:lnTo>
                    <a:pt x="11693" y="5359"/>
                  </a:lnTo>
                  <a:cubicBezTo>
                    <a:pt x="11490" y="3525"/>
                    <a:pt x="11705" y="2013"/>
                    <a:pt x="11693" y="203"/>
                  </a:cubicBezTo>
                  <a:lnTo>
                    <a:pt x="11693" y="203"/>
                  </a:lnTo>
                  <a:cubicBezTo>
                    <a:pt x="11685" y="206"/>
                    <a:pt x="11674" y="207"/>
                    <a:pt x="11660" y="207"/>
                  </a:cubicBezTo>
                  <a:cubicBezTo>
                    <a:pt x="11471" y="207"/>
                    <a:pt x="10776" y="1"/>
                    <a:pt x="1074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6453380" y="2563281"/>
              <a:ext cx="124139" cy="141825"/>
            </a:xfrm>
            <a:custGeom>
              <a:avLst/>
              <a:gdLst/>
              <a:ahLst/>
              <a:cxnLst/>
              <a:rect l="l" t="t" r="r" b="b"/>
              <a:pathLst>
                <a:path w="1846" h="2109" extrusionOk="0">
                  <a:moveTo>
                    <a:pt x="1393" y="1"/>
                  </a:moveTo>
                  <a:cubicBezTo>
                    <a:pt x="1393" y="1"/>
                    <a:pt x="310" y="632"/>
                    <a:pt x="0" y="1418"/>
                  </a:cubicBezTo>
                  <a:cubicBezTo>
                    <a:pt x="0" y="1418"/>
                    <a:pt x="107" y="1692"/>
                    <a:pt x="322" y="2108"/>
                  </a:cubicBezTo>
                  <a:cubicBezTo>
                    <a:pt x="750" y="1382"/>
                    <a:pt x="1274" y="739"/>
                    <a:pt x="1846" y="144"/>
                  </a:cubicBezTo>
                  <a:cubicBezTo>
                    <a:pt x="1703" y="96"/>
                    <a:pt x="1548" y="49"/>
                    <a:pt x="1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6474966" y="2170220"/>
              <a:ext cx="514914" cy="829431"/>
            </a:xfrm>
            <a:custGeom>
              <a:avLst/>
              <a:gdLst/>
              <a:ahLst/>
              <a:cxnLst/>
              <a:rect l="l" t="t" r="r" b="b"/>
              <a:pathLst>
                <a:path w="7657" h="12334" extrusionOk="0">
                  <a:moveTo>
                    <a:pt x="7656" y="0"/>
                  </a:moveTo>
                  <a:cubicBezTo>
                    <a:pt x="7656" y="0"/>
                    <a:pt x="5525" y="226"/>
                    <a:pt x="4656" y="3358"/>
                  </a:cubicBezTo>
                  <a:cubicBezTo>
                    <a:pt x="4370" y="4417"/>
                    <a:pt x="4227" y="5798"/>
                    <a:pt x="4358" y="7620"/>
                  </a:cubicBezTo>
                  <a:cubicBezTo>
                    <a:pt x="4358" y="7620"/>
                    <a:pt x="3096" y="6560"/>
                    <a:pt x="1525" y="5989"/>
                  </a:cubicBezTo>
                  <a:cubicBezTo>
                    <a:pt x="953" y="6584"/>
                    <a:pt x="429" y="7227"/>
                    <a:pt x="1" y="7953"/>
                  </a:cubicBezTo>
                  <a:cubicBezTo>
                    <a:pt x="524" y="8977"/>
                    <a:pt x="1715" y="10859"/>
                    <a:pt x="3703" y="11668"/>
                  </a:cubicBezTo>
                  <a:cubicBezTo>
                    <a:pt x="4814" y="12117"/>
                    <a:pt x="5522" y="12334"/>
                    <a:pt x="5992" y="12334"/>
                  </a:cubicBezTo>
                  <a:cubicBezTo>
                    <a:pt x="6707" y="12334"/>
                    <a:pt x="6877" y="11835"/>
                    <a:pt x="7085" y="10894"/>
                  </a:cubicBezTo>
                  <a:cubicBezTo>
                    <a:pt x="7418" y="9346"/>
                    <a:pt x="7656" y="0"/>
                    <a:pt x="7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6700783" y="4315953"/>
              <a:ext cx="505298" cy="350359"/>
            </a:xfrm>
            <a:custGeom>
              <a:avLst/>
              <a:gdLst/>
              <a:ahLst/>
              <a:cxnLst/>
              <a:rect l="l" t="t" r="r" b="b"/>
              <a:pathLst>
                <a:path w="7514" h="5210" extrusionOk="0">
                  <a:moveTo>
                    <a:pt x="7025" y="1"/>
                  </a:moveTo>
                  <a:cubicBezTo>
                    <a:pt x="5989" y="36"/>
                    <a:pt x="4953" y="84"/>
                    <a:pt x="3905" y="191"/>
                  </a:cubicBezTo>
                  <a:cubicBezTo>
                    <a:pt x="3989" y="1048"/>
                    <a:pt x="4084" y="1810"/>
                    <a:pt x="4191" y="2465"/>
                  </a:cubicBezTo>
                  <a:cubicBezTo>
                    <a:pt x="4191" y="2465"/>
                    <a:pt x="0" y="4025"/>
                    <a:pt x="24" y="4823"/>
                  </a:cubicBezTo>
                  <a:cubicBezTo>
                    <a:pt x="33" y="5117"/>
                    <a:pt x="718" y="5209"/>
                    <a:pt x="1571" y="5209"/>
                  </a:cubicBezTo>
                  <a:cubicBezTo>
                    <a:pt x="2993" y="5209"/>
                    <a:pt x="4882" y="4954"/>
                    <a:pt x="4882" y="4954"/>
                  </a:cubicBezTo>
                  <a:cubicBezTo>
                    <a:pt x="4882" y="4954"/>
                    <a:pt x="5254" y="5042"/>
                    <a:pt x="5693" y="5042"/>
                  </a:cubicBezTo>
                  <a:cubicBezTo>
                    <a:pt x="6492" y="5042"/>
                    <a:pt x="7513" y="4749"/>
                    <a:pt x="6906" y="3096"/>
                  </a:cubicBezTo>
                  <a:lnTo>
                    <a:pt x="7025" y="1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6920952" y="3173418"/>
              <a:ext cx="293132" cy="1155447"/>
            </a:xfrm>
            <a:custGeom>
              <a:avLst/>
              <a:gdLst/>
              <a:ahLst/>
              <a:cxnLst/>
              <a:rect l="l" t="t" r="r" b="b"/>
              <a:pathLst>
                <a:path w="4359" h="17182" extrusionOk="0">
                  <a:moveTo>
                    <a:pt x="0" y="1"/>
                  </a:moveTo>
                  <a:cubicBezTo>
                    <a:pt x="0" y="1"/>
                    <a:pt x="48" y="10895"/>
                    <a:pt x="643" y="17181"/>
                  </a:cubicBezTo>
                  <a:cubicBezTo>
                    <a:pt x="1679" y="17074"/>
                    <a:pt x="2715" y="17026"/>
                    <a:pt x="3751" y="16991"/>
                  </a:cubicBezTo>
                  <a:lnTo>
                    <a:pt x="4358" y="12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7282810" y="3163801"/>
              <a:ext cx="394272" cy="1137828"/>
            </a:xfrm>
            <a:custGeom>
              <a:avLst/>
              <a:gdLst/>
              <a:ahLst/>
              <a:cxnLst/>
              <a:rect l="l" t="t" r="r" b="b"/>
              <a:pathLst>
                <a:path w="5863" h="16920" extrusionOk="0">
                  <a:moveTo>
                    <a:pt x="4222" y="1"/>
                  </a:moveTo>
                  <a:cubicBezTo>
                    <a:pt x="2489" y="1"/>
                    <a:pt x="1" y="632"/>
                    <a:pt x="1" y="632"/>
                  </a:cubicBezTo>
                  <a:cubicBezTo>
                    <a:pt x="1" y="632"/>
                    <a:pt x="1204" y="10561"/>
                    <a:pt x="2096" y="16919"/>
                  </a:cubicBezTo>
                  <a:cubicBezTo>
                    <a:pt x="2227" y="16907"/>
                    <a:pt x="2370" y="16896"/>
                    <a:pt x="2513" y="16872"/>
                  </a:cubicBezTo>
                  <a:cubicBezTo>
                    <a:pt x="3537" y="16812"/>
                    <a:pt x="4513" y="16646"/>
                    <a:pt x="5466" y="16407"/>
                  </a:cubicBezTo>
                  <a:cubicBezTo>
                    <a:pt x="5609" y="12693"/>
                    <a:pt x="5799" y="6942"/>
                    <a:pt x="5859" y="739"/>
                  </a:cubicBezTo>
                  <a:cubicBezTo>
                    <a:pt x="5863" y="182"/>
                    <a:pt x="5151" y="1"/>
                    <a:pt x="4222" y="1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7182746" y="4267131"/>
              <a:ext cx="495749" cy="430182"/>
            </a:xfrm>
            <a:custGeom>
              <a:avLst/>
              <a:gdLst/>
              <a:ahLst/>
              <a:cxnLst/>
              <a:rect l="l" t="t" r="r" b="b"/>
              <a:pathLst>
                <a:path w="7372" h="6397" extrusionOk="0">
                  <a:moveTo>
                    <a:pt x="6954" y="0"/>
                  </a:moveTo>
                  <a:lnTo>
                    <a:pt x="6954" y="0"/>
                  </a:lnTo>
                  <a:cubicBezTo>
                    <a:pt x="6001" y="239"/>
                    <a:pt x="5025" y="405"/>
                    <a:pt x="4001" y="465"/>
                  </a:cubicBezTo>
                  <a:cubicBezTo>
                    <a:pt x="3858" y="489"/>
                    <a:pt x="3727" y="500"/>
                    <a:pt x="3584" y="512"/>
                  </a:cubicBezTo>
                  <a:cubicBezTo>
                    <a:pt x="3751" y="1727"/>
                    <a:pt x="3906" y="2810"/>
                    <a:pt x="4049" y="3668"/>
                  </a:cubicBezTo>
                  <a:cubicBezTo>
                    <a:pt x="4049" y="3668"/>
                    <a:pt x="1" y="5203"/>
                    <a:pt x="25" y="5989"/>
                  </a:cubicBezTo>
                  <a:cubicBezTo>
                    <a:pt x="34" y="6302"/>
                    <a:pt x="760" y="6397"/>
                    <a:pt x="1639" y="6397"/>
                  </a:cubicBezTo>
                  <a:cubicBezTo>
                    <a:pt x="3004" y="6397"/>
                    <a:pt x="4739" y="6168"/>
                    <a:pt x="4739" y="6168"/>
                  </a:cubicBezTo>
                  <a:cubicBezTo>
                    <a:pt x="4739" y="6168"/>
                    <a:pt x="5109" y="6256"/>
                    <a:pt x="5547" y="6256"/>
                  </a:cubicBezTo>
                  <a:cubicBezTo>
                    <a:pt x="6347" y="6256"/>
                    <a:pt x="7372" y="5962"/>
                    <a:pt x="6763" y="4299"/>
                  </a:cubicBezTo>
                  <a:cubicBezTo>
                    <a:pt x="6763" y="4299"/>
                    <a:pt x="6847" y="2679"/>
                    <a:pt x="6954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6721563" y="2832338"/>
              <a:ext cx="1147444" cy="1383550"/>
            </a:xfrm>
            <a:custGeom>
              <a:avLst/>
              <a:gdLst/>
              <a:ahLst/>
              <a:cxnLst/>
              <a:rect l="l" t="t" r="r" b="b"/>
              <a:pathLst>
                <a:path w="17063" h="20574" extrusionOk="0">
                  <a:moveTo>
                    <a:pt x="12740" y="0"/>
                  </a:moveTo>
                  <a:cubicBezTo>
                    <a:pt x="10655" y="581"/>
                    <a:pt x="8453" y="753"/>
                    <a:pt x="6294" y="753"/>
                  </a:cubicBezTo>
                  <a:cubicBezTo>
                    <a:pt x="5223" y="753"/>
                    <a:pt x="4163" y="711"/>
                    <a:pt x="3132" y="655"/>
                  </a:cubicBezTo>
                  <a:cubicBezTo>
                    <a:pt x="2953" y="1179"/>
                    <a:pt x="1" y="5073"/>
                    <a:pt x="989" y="19812"/>
                  </a:cubicBezTo>
                  <a:cubicBezTo>
                    <a:pt x="989" y="19812"/>
                    <a:pt x="4303" y="20574"/>
                    <a:pt x="8105" y="20574"/>
                  </a:cubicBezTo>
                  <a:cubicBezTo>
                    <a:pt x="10647" y="20574"/>
                    <a:pt x="13406" y="20233"/>
                    <a:pt x="15538" y="19098"/>
                  </a:cubicBezTo>
                  <a:cubicBezTo>
                    <a:pt x="17062" y="2060"/>
                    <a:pt x="12943" y="334"/>
                    <a:pt x="12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6375709" y="2450911"/>
              <a:ext cx="84934" cy="91658"/>
            </a:xfrm>
            <a:custGeom>
              <a:avLst/>
              <a:gdLst/>
              <a:ahLst/>
              <a:cxnLst/>
              <a:rect l="l" t="t" r="r" b="b"/>
              <a:pathLst>
                <a:path w="1263" h="1363" extrusionOk="0">
                  <a:moveTo>
                    <a:pt x="1221" y="0"/>
                  </a:moveTo>
                  <a:cubicBezTo>
                    <a:pt x="1215" y="0"/>
                    <a:pt x="1209" y="2"/>
                    <a:pt x="1203" y="5"/>
                  </a:cubicBezTo>
                  <a:cubicBezTo>
                    <a:pt x="1191" y="5"/>
                    <a:pt x="0" y="398"/>
                    <a:pt x="48" y="1327"/>
                  </a:cubicBezTo>
                  <a:cubicBezTo>
                    <a:pt x="48" y="1351"/>
                    <a:pt x="60" y="1362"/>
                    <a:pt x="84" y="1362"/>
                  </a:cubicBezTo>
                  <a:cubicBezTo>
                    <a:pt x="107" y="1362"/>
                    <a:pt x="119" y="1339"/>
                    <a:pt x="119" y="1315"/>
                  </a:cubicBezTo>
                  <a:cubicBezTo>
                    <a:pt x="84" y="446"/>
                    <a:pt x="1215" y="77"/>
                    <a:pt x="1227" y="77"/>
                  </a:cubicBezTo>
                  <a:cubicBezTo>
                    <a:pt x="1250" y="65"/>
                    <a:pt x="1262" y="41"/>
                    <a:pt x="1250" y="29"/>
                  </a:cubicBezTo>
                  <a:cubicBezTo>
                    <a:pt x="1250" y="11"/>
                    <a:pt x="1238" y="0"/>
                    <a:pt x="1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6754380" y="2680225"/>
              <a:ext cx="16072" cy="191386"/>
            </a:xfrm>
            <a:custGeom>
              <a:avLst/>
              <a:gdLst/>
              <a:ahLst/>
              <a:cxnLst/>
              <a:rect l="l" t="t" r="r" b="b"/>
              <a:pathLst>
                <a:path w="239" h="2846" extrusionOk="0">
                  <a:moveTo>
                    <a:pt x="203" y="0"/>
                  </a:moveTo>
                  <a:cubicBezTo>
                    <a:pt x="179" y="0"/>
                    <a:pt x="168" y="12"/>
                    <a:pt x="168" y="36"/>
                  </a:cubicBezTo>
                  <a:cubicBezTo>
                    <a:pt x="168" y="48"/>
                    <a:pt x="1" y="1715"/>
                    <a:pt x="1" y="2810"/>
                  </a:cubicBezTo>
                  <a:cubicBezTo>
                    <a:pt x="1" y="2822"/>
                    <a:pt x="13" y="2846"/>
                    <a:pt x="37" y="2846"/>
                  </a:cubicBezTo>
                  <a:cubicBezTo>
                    <a:pt x="60" y="2846"/>
                    <a:pt x="72" y="2822"/>
                    <a:pt x="72" y="2810"/>
                  </a:cubicBezTo>
                  <a:cubicBezTo>
                    <a:pt x="72" y="1715"/>
                    <a:pt x="239" y="60"/>
                    <a:pt x="239" y="48"/>
                  </a:cubicBezTo>
                  <a:cubicBezTo>
                    <a:pt x="239" y="24"/>
                    <a:pt x="227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7183553" y="4643448"/>
              <a:ext cx="461251" cy="60119"/>
            </a:xfrm>
            <a:custGeom>
              <a:avLst/>
              <a:gdLst/>
              <a:ahLst/>
              <a:cxnLst/>
              <a:rect l="l" t="t" r="r" b="b"/>
              <a:pathLst>
                <a:path w="6859" h="894" extrusionOk="0">
                  <a:moveTo>
                    <a:pt x="6859" y="0"/>
                  </a:moveTo>
                  <a:cubicBezTo>
                    <a:pt x="6050" y="215"/>
                    <a:pt x="4798" y="458"/>
                    <a:pt x="3229" y="458"/>
                  </a:cubicBezTo>
                  <a:cubicBezTo>
                    <a:pt x="2280" y="458"/>
                    <a:pt x="1214" y="369"/>
                    <a:pt x="60" y="131"/>
                  </a:cubicBezTo>
                  <a:cubicBezTo>
                    <a:pt x="1" y="358"/>
                    <a:pt x="13" y="500"/>
                    <a:pt x="13" y="500"/>
                  </a:cubicBezTo>
                  <a:cubicBezTo>
                    <a:pt x="13" y="500"/>
                    <a:pt x="382" y="893"/>
                    <a:pt x="3263" y="893"/>
                  </a:cubicBezTo>
                  <a:cubicBezTo>
                    <a:pt x="5847" y="893"/>
                    <a:pt x="6799" y="548"/>
                    <a:pt x="6799" y="548"/>
                  </a:cubicBezTo>
                  <a:cubicBezTo>
                    <a:pt x="6823" y="358"/>
                    <a:pt x="6847" y="179"/>
                    <a:pt x="6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7187588" y="4529733"/>
              <a:ext cx="301067" cy="160116"/>
            </a:xfrm>
            <a:custGeom>
              <a:avLst/>
              <a:gdLst/>
              <a:ahLst/>
              <a:cxnLst/>
              <a:rect l="l" t="t" r="r" b="b"/>
              <a:pathLst>
                <a:path w="4477" h="2381" extrusionOk="0">
                  <a:moveTo>
                    <a:pt x="3382" y="1"/>
                  </a:moveTo>
                  <a:cubicBezTo>
                    <a:pt x="3382" y="1"/>
                    <a:pt x="0" y="870"/>
                    <a:pt x="0" y="1822"/>
                  </a:cubicBezTo>
                  <a:cubicBezTo>
                    <a:pt x="0" y="2211"/>
                    <a:pt x="533" y="2380"/>
                    <a:pt x="1785" y="2380"/>
                  </a:cubicBezTo>
                  <a:cubicBezTo>
                    <a:pt x="2259" y="2380"/>
                    <a:pt x="2835" y="2356"/>
                    <a:pt x="3524" y="2310"/>
                  </a:cubicBezTo>
                  <a:lnTo>
                    <a:pt x="4477" y="2287"/>
                  </a:lnTo>
                  <a:cubicBezTo>
                    <a:pt x="4477" y="2287"/>
                    <a:pt x="4013" y="620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6701590" y="4608210"/>
              <a:ext cx="474028" cy="64894"/>
            </a:xfrm>
            <a:custGeom>
              <a:avLst/>
              <a:gdLst/>
              <a:ahLst/>
              <a:cxnLst/>
              <a:rect l="l" t="t" r="r" b="b"/>
              <a:pathLst>
                <a:path w="7049" h="965" extrusionOk="0">
                  <a:moveTo>
                    <a:pt x="7049" y="0"/>
                  </a:moveTo>
                  <a:lnTo>
                    <a:pt x="7049" y="0"/>
                  </a:lnTo>
                  <a:cubicBezTo>
                    <a:pt x="6202" y="226"/>
                    <a:pt x="4789" y="512"/>
                    <a:pt x="3059" y="512"/>
                  </a:cubicBezTo>
                  <a:cubicBezTo>
                    <a:pt x="2137" y="512"/>
                    <a:pt x="1124" y="430"/>
                    <a:pt x="60" y="215"/>
                  </a:cubicBezTo>
                  <a:cubicBezTo>
                    <a:pt x="0" y="429"/>
                    <a:pt x="12" y="572"/>
                    <a:pt x="12" y="572"/>
                  </a:cubicBezTo>
                  <a:cubicBezTo>
                    <a:pt x="12" y="572"/>
                    <a:pt x="381" y="965"/>
                    <a:pt x="3274" y="965"/>
                  </a:cubicBezTo>
                  <a:cubicBezTo>
                    <a:pt x="5846" y="965"/>
                    <a:pt x="6989" y="548"/>
                    <a:pt x="6989" y="548"/>
                  </a:cubicBezTo>
                  <a:cubicBezTo>
                    <a:pt x="7025" y="358"/>
                    <a:pt x="7037" y="179"/>
                    <a:pt x="7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6705558" y="4499337"/>
              <a:ext cx="301134" cy="160385"/>
            </a:xfrm>
            <a:custGeom>
              <a:avLst/>
              <a:gdLst/>
              <a:ahLst/>
              <a:cxnLst/>
              <a:rect l="l" t="t" r="r" b="b"/>
              <a:pathLst>
                <a:path w="4478" h="2385" extrusionOk="0">
                  <a:moveTo>
                    <a:pt x="3382" y="0"/>
                  </a:moveTo>
                  <a:cubicBezTo>
                    <a:pt x="3382" y="0"/>
                    <a:pt x="1" y="869"/>
                    <a:pt x="1" y="1834"/>
                  </a:cubicBezTo>
                  <a:cubicBezTo>
                    <a:pt x="1" y="2218"/>
                    <a:pt x="546" y="2385"/>
                    <a:pt x="1831" y="2385"/>
                  </a:cubicBezTo>
                  <a:cubicBezTo>
                    <a:pt x="2296" y="2385"/>
                    <a:pt x="2857" y="2363"/>
                    <a:pt x="3525" y="2322"/>
                  </a:cubicBezTo>
                  <a:lnTo>
                    <a:pt x="4477" y="2286"/>
                  </a:lnTo>
                  <a:cubicBezTo>
                    <a:pt x="4477" y="2286"/>
                    <a:pt x="4013" y="631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6948994" y="3223517"/>
              <a:ext cx="489226" cy="1513674"/>
            </a:xfrm>
            <a:custGeom>
              <a:avLst/>
              <a:gdLst/>
              <a:ahLst/>
              <a:cxnLst/>
              <a:rect l="l" t="t" r="r" b="b"/>
              <a:pathLst>
                <a:path w="7275" h="22509" extrusionOk="0">
                  <a:moveTo>
                    <a:pt x="3049" y="0"/>
                  </a:moveTo>
                  <a:cubicBezTo>
                    <a:pt x="2982" y="0"/>
                    <a:pt x="2915" y="2"/>
                    <a:pt x="2846" y="6"/>
                  </a:cubicBezTo>
                  <a:cubicBezTo>
                    <a:pt x="2024" y="41"/>
                    <a:pt x="1381" y="351"/>
                    <a:pt x="929" y="910"/>
                  </a:cubicBezTo>
                  <a:cubicBezTo>
                    <a:pt x="0" y="2089"/>
                    <a:pt x="322" y="3958"/>
                    <a:pt x="345" y="4030"/>
                  </a:cubicBezTo>
                  <a:cubicBezTo>
                    <a:pt x="388" y="4274"/>
                    <a:pt x="601" y="4442"/>
                    <a:pt x="832" y="4442"/>
                  </a:cubicBezTo>
                  <a:cubicBezTo>
                    <a:pt x="860" y="4442"/>
                    <a:pt x="888" y="4440"/>
                    <a:pt x="917" y="4435"/>
                  </a:cubicBezTo>
                  <a:cubicBezTo>
                    <a:pt x="1191" y="4387"/>
                    <a:pt x="1381" y="4125"/>
                    <a:pt x="1322" y="3851"/>
                  </a:cubicBezTo>
                  <a:cubicBezTo>
                    <a:pt x="1322" y="3839"/>
                    <a:pt x="1072" y="2351"/>
                    <a:pt x="1715" y="1530"/>
                  </a:cubicBezTo>
                  <a:cubicBezTo>
                    <a:pt x="1988" y="1196"/>
                    <a:pt x="2369" y="1030"/>
                    <a:pt x="2893" y="1006"/>
                  </a:cubicBezTo>
                  <a:cubicBezTo>
                    <a:pt x="2950" y="1002"/>
                    <a:pt x="3006" y="1001"/>
                    <a:pt x="3060" y="1001"/>
                  </a:cubicBezTo>
                  <a:cubicBezTo>
                    <a:pt x="3586" y="1001"/>
                    <a:pt x="3996" y="1157"/>
                    <a:pt x="4298" y="1470"/>
                  </a:cubicBezTo>
                  <a:cubicBezTo>
                    <a:pt x="5060" y="2232"/>
                    <a:pt x="4989" y="3673"/>
                    <a:pt x="4989" y="3685"/>
                  </a:cubicBezTo>
                  <a:cubicBezTo>
                    <a:pt x="4989" y="3708"/>
                    <a:pt x="4989" y="3732"/>
                    <a:pt x="4989" y="3756"/>
                  </a:cubicBezTo>
                  <a:lnTo>
                    <a:pt x="6251" y="22044"/>
                  </a:lnTo>
                  <a:cubicBezTo>
                    <a:pt x="6275" y="22306"/>
                    <a:pt x="6489" y="22508"/>
                    <a:pt x="6751" y="22508"/>
                  </a:cubicBezTo>
                  <a:lnTo>
                    <a:pt x="6787" y="22508"/>
                  </a:lnTo>
                  <a:cubicBezTo>
                    <a:pt x="7060" y="22496"/>
                    <a:pt x="7275" y="22258"/>
                    <a:pt x="7251" y="21973"/>
                  </a:cubicBezTo>
                  <a:lnTo>
                    <a:pt x="6001" y="3708"/>
                  </a:lnTo>
                  <a:cubicBezTo>
                    <a:pt x="6001" y="3447"/>
                    <a:pt x="6025" y="1780"/>
                    <a:pt x="5013" y="768"/>
                  </a:cubicBezTo>
                  <a:cubicBezTo>
                    <a:pt x="4507" y="262"/>
                    <a:pt x="3850" y="0"/>
                    <a:pt x="30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7111531" y="2823798"/>
              <a:ext cx="640465" cy="553581"/>
            </a:xfrm>
            <a:custGeom>
              <a:avLst/>
              <a:gdLst/>
              <a:ahLst/>
              <a:cxnLst/>
              <a:rect l="l" t="t" r="r" b="b"/>
              <a:pathLst>
                <a:path w="9524" h="8232" extrusionOk="0">
                  <a:moveTo>
                    <a:pt x="7622" y="1"/>
                  </a:moveTo>
                  <a:cubicBezTo>
                    <a:pt x="7398" y="1"/>
                    <a:pt x="7164" y="43"/>
                    <a:pt x="6929" y="127"/>
                  </a:cubicBezTo>
                  <a:cubicBezTo>
                    <a:pt x="4751" y="2032"/>
                    <a:pt x="2191" y="5176"/>
                    <a:pt x="2191" y="5176"/>
                  </a:cubicBezTo>
                  <a:cubicBezTo>
                    <a:pt x="2191" y="5176"/>
                    <a:pt x="583" y="5319"/>
                    <a:pt x="405" y="5723"/>
                  </a:cubicBezTo>
                  <a:cubicBezTo>
                    <a:pt x="301" y="5968"/>
                    <a:pt x="627" y="6014"/>
                    <a:pt x="887" y="6014"/>
                  </a:cubicBezTo>
                  <a:cubicBezTo>
                    <a:pt x="1045" y="6014"/>
                    <a:pt x="1179" y="5997"/>
                    <a:pt x="1179" y="5997"/>
                  </a:cubicBezTo>
                  <a:lnTo>
                    <a:pt x="1179" y="5997"/>
                  </a:lnTo>
                  <a:cubicBezTo>
                    <a:pt x="1179" y="5997"/>
                    <a:pt x="0" y="6581"/>
                    <a:pt x="191" y="6878"/>
                  </a:cubicBezTo>
                  <a:cubicBezTo>
                    <a:pt x="283" y="7014"/>
                    <a:pt x="416" y="7050"/>
                    <a:pt x="535" y="7050"/>
                  </a:cubicBezTo>
                  <a:cubicBezTo>
                    <a:pt x="677" y="7050"/>
                    <a:pt x="798" y="6997"/>
                    <a:pt x="798" y="6997"/>
                  </a:cubicBezTo>
                  <a:lnTo>
                    <a:pt x="798" y="6997"/>
                  </a:lnTo>
                  <a:cubicBezTo>
                    <a:pt x="797" y="6998"/>
                    <a:pt x="322" y="7224"/>
                    <a:pt x="703" y="7545"/>
                  </a:cubicBezTo>
                  <a:cubicBezTo>
                    <a:pt x="763" y="7590"/>
                    <a:pt x="819" y="7606"/>
                    <a:pt x="868" y="7606"/>
                  </a:cubicBezTo>
                  <a:cubicBezTo>
                    <a:pt x="970" y="7606"/>
                    <a:pt x="1043" y="7535"/>
                    <a:pt x="1071" y="7502"/>
                  </a:cubicBezTo>
                  <a:lnTo>
                    <a:pt x="1071" y="7502"/>
                  </a:lnTo>
                  <a:cubicBezTo>
                    <a:pt x="1026" y="7562"/>
                    <a:pt x="891" y="7776"/>
                    <a:pt x="1084" y="7938"/>
                  </a:cubicBezTo>
                  <a:cubicBezTo>
                    <a:pt x="1143" y="7991"/>
                    <a:pt x="1201" y="8010"/>
                    <a:pt x="1255" y="8010"/>
                  </a:cubicBezTo>
                  <a:cubicBezTo>
                    <a:pt x="1395" y="8010"/>
                    <a:pt x="1506" y="7878"/>
                    <a:pt x="1522" y="7857"/>
                  </a:cubicBezTo>
                  <a:lnTo>
                    <a:pt x="1522" y="7857"/>
                  </a:lnTo>
                  <a:cubicBezTo>
                    <a:pt x="1506" y="7879"/>
                    <a:pt x="1412" y="8024"/>
                    <a:pt x="1643" y="8200"/>
                  </a:cubicBezTo>
                  <a:cubicBezTo>
                    <a:pt x="1673" y="8222"/>
                    <a:pt x="1711" y="8232"/>
                    <a:pt x="1755" y="8232"/>
                  </a:cubicBezTo>
                  <a:cubicBezTo>
                    <a:pt x="2096" y="8232"/>
                    <a:pt x="2820" y="7621"/>
                    <a:pt x="3358" y="7009"/>
                  </a:cubicBezTo>
                  <a:cubicBezTo>
                    <a:pt x="3358" y="7009"/>
                    <a:pt x="6620" y="4628"/>
                    <a:pt x="9061" y="2842"/>
                  </a:cubicBezTo>
                  <a:cubicBezTo>
                    <a:pt x="9523" y="961"/>
                    <a:pt x="8692" y="1"/>
                    <a:pt x="762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316501" y="1829544"/>
              <a:ext cx="353991" cy="270469"/>
            </a:xfrm>
            <a:custGeom>
              <a:avLst/>
              <a:gdLst/>
              <a:ahLst/>
              <a:cxnLst/>
              <a:rect l="l" t="t" r="r" b="b"/>
              <a:pathLst>
                <a:path w="5264" h="4022" extrusionOk="0">
                  <a:moveTo>
                    <a:pt x="4268" y="0"/>
                  </a:moveTo>
                  <a:cubicBezTo>
                    <a:pt x="4243" y="0"/>
                    <a:pt x="4217" y="2"/>
                    <a:pt x="4191" y="6"/>
                  </a:cubicBezTo>
                  <a:cubicBezTo>
                    <a:pt x="3453" y="113"/>
                    <a:pt x="786" y="1196"/>
                    <a:pt x="857" y="1732"/>
                  </a:cubicBezTo>
                  <a:cubicBezTo>
                    <a:pt x="857" y="1732"/>
                    <a:pt x="0" y="3173"/>
                    <a:pt x="1345" y="3792"/>
                  </a:cubicBezTo>
                  <a:cubicBezTo>
                    <a:pt x="1691" y="3950"/>
                    <a:pt x="2078" y="4022"/>
                    <a:pt x="2467" y="4022"/>
                  </a:cubicBezTo>
                  <a:cubicBezTo>
                    <a:pt x="3605" y="4022"/>
                    <a:pt x="4764" y="3405"/>
                    <a:pt x="4977" y="2518"/>
                  </a:cubicBezTo>
                  <a:cubicBezTo>
                    <a:pt x="5264" y="1370"/>
                    <a:pt x="4953" y="0"/>
                    <a:pt x="42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6699976" y="1326263"/>
              <a:ext cx="1020077" cy="735620"/>
            </a:xfrm>
            <a:custGeom>
              <a:avLst/>
              <a:gdLst/>
              <a:ahLst/>
              <a:cxnLst/>
              <a:rect l="l" t="t" r="r" b="b"/>
              <a:pathLst>
                <a:path w="15169" h="10939" extrusionOk="0">
                  <a:moveTo>
                    <a:pt x="6717" y="1"/>
                  </a:moveTo>
                  <a:cubicBezTo>
                    <a:pt x="4563" y="1"/>
                    <a:pt x="2535" y="259"/>
                    <a:pt x="1465" y="858"/>
                  </a:cubicBezTo>
                  <a:cubicBezTo>
                    <a:pt x="1465" y="858"/>
                    <a:pt x="774" y="2870"/>
                    <a:pt x="393" y="4263"/>
                  </a:cubicBezTo>
                  <a:cubicBezTo>
                    <a:pt x="0" y="5668"/>
                    <a:pt x="2084" y="8680"/>
                    <a:pt x="2810" y="9240"/>
                  </a:cubicBezTo>
                  <a:cubicBezTo>
                    <a:pt x="3361" y="9663"/>
                    <a:pt x="6113" y="10938"/>
                    <a:pt x="8852" y="10938"/>
                  </a:cubicBezTo>
                  <a:cubicBezTo>
                    <a:pt x="11440" y="10938"/>
                    <a:pt x="14016" y="9800"/>
                    <a:pt x="14716" y="5728"/>
                  </a:cubicBezTo>
                  <a:cubicBezTo>
                    <a:pt x="14966" y="4275"/>
                    <a:pt x="15169" y="3477"/>
                    <a:pt x="14728" y="1846"/>
                  </a:cubicBezTo>
                  <a:cubicBezTo>
                    <a:pt x="14428" y="751"/>
                    <a:pt x="10389" y="1"/>
                    <a:pt x="671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444608" y="1747636"/>
              <a:ext cx="187284" cy="212031"/>
            </a:xfrm>
            <a:custGeom>
              <a:avLst/>
              <a:gdLst/>
              <a:ahLst/>
              <a:cxnLst/>
              <a:rect l="l" t="t" r="r" b="b"/>
              <a:pathLst>
                <a:path w="2785" h="3153" extrusionOk="0">
                  <a:moveTo>
                    <a:pt x="1383" y="0"/>
                  </a:moveTo>
                  <a:cubicBezTo>
                    <a:pt x="1037" y="0"/>
                    <a:pt x="762" y="81"/>
                    <a:pt x="762" y="81"/>
                  </a:cubicBezTo>
                  <a:lnTo>
                    <a:pt x="0" y="2212"/>
                  </a:lnTo>
                  <a:cubicBezTo>
                    <a:pt x="264" y="2815"/>
                    <a:pt x="848" y="3152"/>
                    <a:pt x="1412" y="3152"/>
                  </a:cubicBezTo>
                  <a:cubicBezTo>
                    <a:pt x="2096" y="3152"/>
                    <a:pt x="2749" y="2656"/>
                    <a:pt x="2762" y="1533"/>
                  </a:cubicBezTo>
                  <a:cubicBezTo>
                    <a:pt x="2785" y="238"/>
                    <a:pt x="1979" y="0"/>
                    <a:pt x="1383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6789617" y="1225123"/>
              <a:ext cx="815174" cy="858616"/>
            </a:xfrm>
            <a:custGeom>
              <a:avLst/>
              <a:gdLst/>
              <a:ahLst/>
              <a:cxnLst/>
              <a:rect l="l" t="t" r="r" b="b"/>
              <a:pathLst>
                <a:path w="12122" h="12768" extrusionOk="0">
                  <a:moveTo>
                    <a:pt x="4638" y="0"/>
                  </a:moveTo>
                  <a:cubicBezTo>
                    <a:pt x="2804" y="0"/>
                    <a:pt x="1287" y="638"/>
                    <a:pt x="620" y="2350"/>
                  </a:cubicBezTo>
                  <a:cubicBezTo>
                    <a:pt x="620" y="2350"/>
                    <a:pt x="346" y="4755"/>
                    <a:pt x="156" y="7613"/>
                  </a:cubicBezTo>
                  <a:cubicBezTo>
                    <a:pt x="1" y="9923"/>
                    <a:pt x="1060" y="12268"/>
                    <a:pt x="4513" y="12673"/>
                  </a:cubicBezTo>
                  <a:cubicBezTo>
                    <a:pt x="5023" y="12735"/>
                    <a:pt x="5499" y="12767"/>
                    <a:pt x="5944" y="12767"/>
                  </a:cubicBezTo>
                  <a:cubicBezTo>
                    <a:pt x="8587" y="12767"/>
                    <a:pt x="10133" y="11609"/>
                    <a:pt x="11050" y="8470"/>
                  </a:cubicBezTo>
                  <a:cubicBezTo>
                    <a:pt x="12121" y="4803"/>
                    <a:pt x="11740" y="1719"/>
                    <a:pt x="8418" y="671"/>
                  </a:cubicBezTo>
                  <a:cubicBezTo>
                    <a:pt x="7121" y="262"/>
                    <a:pt x="5814" y="0"/>
                    <a:pt x="4638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7084296" y="1817372"/>
              <a:ext cx="88901" cy="39004"/>
            </a:xfrm>
            <a:custGeom>
              <a:avLst/>
              <a:gdLst/>
              <a:ahLst/>
              <a:cxnLst/>
              <a:rect l="l" t="t" r="r" b="b"/>
              <a:pathLst>
                <a:path w="1322" h="580" extrusionOk="0">
                  <a:moveTo>
                    <a:pt x="1269" y="0"/>
                  </a:moveTo>
                  <a:cubicBezTo>
                    <a:pt x="1257" y="0"/>
                    <a:pt x="1245" y="6"/>
                    <a:pt x="1238" y="20"/>
                  </a:cubicBezTo>
                  <a:cubicBezTo>
                    <a:pt x="1020" y="407"/>
                    <a:pt x="719" y="503"/>
                    <a:pt x="478" y="503"/>
                  </a:cubicBezTo>
                  <a:cubicBezTo>
                    <a:pt x="259" y="503"/>
                    <a:pt x="89" y="424"/>
                    <a:pt x="72" y="413"/>
                  </a:cubicBezTo>
                  <a:cubicBezTo>
                    <a:pt x="68" y="410"/>
                    <a:pt x="64" y="408"/>
                    <a:pt x="58" y="408"/>
                  </a:cubicBezTo>
                  <a:cubicBezTo>
                    <a:pt x="42" y="408"/>
                    <a:pt x="21" y="419"/>
                    <a:pt x="12" y="437"/>
                  </a:cubicBezTo>
                  <a:cubicBezTo>
                    <a:pt x="0" y="461"/>
                    <a:pt x="12" y="485"/>
                    <a:pt x="36" y="496"/>
                  </a:cubicBezTo>
                  <a:cubicBezTo>
                    <a:pt x="36" y="496"/>
                    <a:pt x="238" y="580"/>
                    <a:pt x="476" y="580"/>
                  </a:cubicBezTo>
                  <a:cubicBezTo>
                    <a:pt x="750" y="580"/>
                    <a:pt x="1084" y="485"/>
                    <a:pt x="1310" y="68"/>
                  </a:cubicBezTo>
                  <a:cubicBezTo>
                    <a:pt x="1322" y="44"/>
                    <a:pt x="1310" y="20"/>
                    <a:pt x="1298" y="8"/>
                  </a:cubicBezTo>
                  <a:cubicBezTo>
                    <a:pt x="1288" y="3"/>
                    <a:pt x="1278" y="0"/>
                    <a:pt x="1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7097880" y="1345496"/>
              <a:ext cx="1681" cy="2488"/>
            </a:xfrm>
            <a:custGeom>
              <a:avLst/>
              <a:gdLst/>
              <a:ahLst/>
              <a:cxnLst/>
              <a:rect l="l" t="t" r="r" b="b"/>
              <a:pathLst>
                <a:path w="25" h="37" extrusionOk="0">
                  <a:moveTo>
                    <a:pt x="1" y="36"/>
                  </a:moveTo>
                  <a:cubicBezTo>
                    <a:pt x="13" y="13"/>
                    <a:pt x="24" y="1"/>
                    <a:pt x="24" y="1"/>
                  </a:cubicBezTo>
                  <a:cubicBezTo>
                    <a:pt x="24" y="1"/>
                    <a:pt x="13" y="13"/>
                    <a:pt x="1" y="36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274808" y="1541388"/>
              <a:ext cx="169060" cy="125080"/>
            </a:xfrm>
            <a:custGeom>
              <a:avLst/>
              <a:gdLst/>
              <a:ahLst/>
              <a:cxnLst/>
              <a:rect l="l" t="t" r="r" b="b"/>
              <a:pathLst>
                <a:path w="2514" h="1860" extrusionOk="0">
                  <a:moveTo>
                    <a:pt x="550" y="1"/>
                  </a:moveTo>
                  <a:cubicBezTo>
                    <a:pt x="356" y="1"/>
                    <a:pt x="238" y="106"/>
                    <a:pt x="156" y="255"/>
                  </a:cubicBezTo>
                  <a:cubicBezTo>
                    <a:pt x="1" y="540"/>
                    <a:pt x="191" y="993"/>
                    <a:pt x="703" y="1374"/>
                  </a:cubicBezTo>
                  <a:cubicBezTo>
                    <a:pt x="1123" y="1683"/>
                    <a:pt x="1448" y="1860"/>
                    <a:pt x="1699" y="1860"/>
                  </a:cubicBezTo>
                  <a:cubicBezTo>
                    <a:pt x="1825" y="1860"/>
                    <a:pt x="1933" y="1815"/>
                    <a:pt x="2025" y="1719"/>
                  </a:cubicBezTo>
                  <a:cubicBezTo>
                    <a:pt x="2025" y="1719"/>
                    <a:pt x="2513" y="1231"/>
                    <a:pt x="1596" y="529"/>
                  </a:cubicBezTo>
                  <a:cubicBezTo>
                    <a:pt x="1103" y="144"/>
                    <a:pt x="775" y="1"/>
                    <a:pt x="55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6864127" y="1500703"/>
              <a:ext cx="175381" cy="98249"/>
            </a:xfrm>
            <a:custGeom>
              <a:avLst/>
              <a:gdLst/>
              <a:ahLst/>
              <a:cxnLst/>
              <a:rect l="l" t="t" r="r" b="b"/>
              <a:pathLst>
                <a:path w="2608" h="1461" extrusionOk="0">
                  <a:moveTo>
                    <a:pt x="2004" y="1"/>
                  </a:moveTo>
                  <a:cubicBezTo>
                    <a:pt x="1791" y="1"/>
                    <a:pt x="1498" y="57"/>
                    <a:pt x="1095" y="193"/>
                  </a:cubicBezTo>
                  <a:cubicBezTo>
                    <a:pt x="0" y="574"/>
                    <a:pt x="310" y="1193"/>
                    <a:pt x="310" y="1193"/>
                  </a:cubicBezTo>
                  <a:cubicBezTo>
                    <a:pt x="393" y="1378"/>
                    <a:pt x="564" y="1461"/>
                    <a:pt x="820" y="1461"/>
                  </a:cubicBezTo>
                  <a:cubicBezTo>
                    <a:pt x="1041" y="1461"/>
                    <a:pt x="1324" y="1399"/>
                    <a:pt x="1667" y="1288"/>
                  </a:cubicBezTo>
                  <a:cubicBezTo>
                    <a:pt x="2274" y="1086"/>
                    <a:pt x="2607" y="717"/>
                    <a:pt x="2548" y="395"/>
                  </a:cubicBezTo>
                  <a:cubicBezTo>
                    <a:pt x="2503" y="169"/>
                    <a:pt x="2372" y="1"/>
                    <a:pt x="2004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461420" y="1787514"/>
              <a:ext cx="149760" cy="115329"/>
            </a:xfrm>
            <a:custGeom>
              <a:avLst/>
              <a:gdLst/>
              <a:ahLst/>
              <a:cxnLst/>
              <a:rect l="l" t="t" r="r" b="b"/>
              <a:pathLst>
                <a:path w="2227" h="1715" extrusionOk="0">
                  <a:moveTo>
                    <a:pt x="1315" y="1"/>
                  </a:moveTo>
                  <a:cubicBezTo>
                    <a:pt x="1140" y="1"/>
                    <a:pt x="960" y="53"/>
                    <a:pt x="774" y="167"/>
                  </a:cubicBezTo>
                  <a:cubicBezTo>
                    <a:pt x="0" y="607"/>
                    <a:pt x="405" y="1679"/>
                    <a:pt x="405" y="1691"/>
                  </a:cubicBezTo>
                  <a:cubicBezTo>
                    <a:pt x="417" y="1714"/>
                    <a:pt x="429" y="1714"/>
                    <a:pt x="441" y="1714"/>
                  </a:cubicBezTo>
                  <a:lnTo>
                    <a:pt x="464" y="1714"/>
                  </a:lnTo>
                  <a:cubicBezTo>
                    <a:pt x="476" y="1714"/>
                    <a:pt x="488" y="1691"/>
                    <a:pt x="488" y="1667"/>
                  </a:cubicBezTo>
                  <a:cubicBezTo>
                    <a:pt x="476" y="1655"/>
                    <a:pt x="107" y="643"/>
                    <a:pt x="822" y="238"/>
                  </a:cubicBezTo>
                  <a:cubicBezTo>
                    <a:pt x="996" y="130"/>
                    <a:pt x="1165" y="80"/>
                    <a:pt x="1328" y="80"/>
                  </a:cubicBezTo>
                  <a:cubicBezTo>
                    <a:pt x="1399" y="80"/>
                    <a:pt x="1468" y="89"/>
                    <a:pt x="1536" y="107"/>
                  </a:cubicBezTo>
                  <a:cubicBezTo>
                    <a:pt x="1929" y="226"/>
                    <a:pt x="2143" y="619"/>
                    <a:pt x="2143" y="619"/>
                  </a:cubicBezTo>
                  <a:cubicBezTo>
                    <a:pt x="2150" y="633"/>
                    <a:pt x="2161" y="639"/>
                    <a:pt x="2172" y="639"/>
                  </a:cubicBezTo>
                  <a:cubicBezTo>
                    <a:pt x="2179" y="639"/>
                    <a:pt x="2186" y="636"/>
                    <a:pt x="2191" y="631"/>
                  </a:cubicBezTo>
                  <a:cubicBezTo>
                    <a:pt x="2215" y="619"/>
                    <a:pt x="2227" y="595"/>
                    <a:pt x="2215" y="583"/>
                  </a:cubicBezTo>
                  <a:cubicBezTo>
                    <a:pt x="2203" y="559"/>
                    <a:pt x="1988" y="155"/>
                    <a:pt x="1560" y="36"/>
                  </a:cubicBezTo>
                  <a:cubicBezTo>
                    <a:pt x="1479" y="13"/>
                    <a:pt x="1398" y="1"/>
                    <a:pt x="13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482199" y="1830418"/>
              <a:ext cx="83320" cy="23604"/>
            </a:xfrm>
            <a:custGeom>
              <a:avLst/>
              <a:gdLst/>
              <a:ahLst/>
              <a:cxnLst/>
              <a:rect l="l" t="t" r="r" b="b"/>
              <a:pathLst>
                <a:path w="1239" h="351" extrusionOk="0">
                  <a:moveTo>
                    <a:pt x="522" y="1"/>
                  </a:moveTo>
                  <a:cubicBezTo>
                    <a:pt x="359" y="1"/>
                    <a:pt x="186" y="51"/>
                    <a:pt x="24" y="195"/>
                  </a:cubicBezTo>
                  <a:cubicBezTo>
                    <a:pt x="1" y="219"/>
                    <a:pt x="1" y="243"/>
                    <a:pt x="13" y="255"/>
                  </a:cubicBezTo>
                  <a:cubicBezTo>
                    <a:pt x="24" y="267"/>
                    <a:pt x="36" y="273"/>
                    <a:pt x="47" y="273"/>
                  </a:cubicBezTo>
                  <a:cubicBezTo>
                    <a:pt x="57" y="273"/>
                    <a:pt x="66" y="267"/>
                    <a:pt x="72" y="255"/>
                  </a:cubicBezTo>
                  <a:cubicBezTo>
                    <a:pt x="218" y="127"/>
                    <a:pt x="375" y="82"/>
                    <a:pt x="522" y="82"/>
                  </a:cubicBezTo>
                  <a:cubicBezTo>
                    <a:pt x="869" y="82"/>
                    <a:pt x="1167" y="330"/>
                    <a:pt x="1167" y="338"/>
                  </a:cubicBezTo>
                  <a:cubicBezTo>
                    <a:pt x="1179" y="350"/>
                    <a:pt x="1191" y="350"/>
                    <a:pt x="1191" y="350"/>
                  </a:cubicBezTo>
                  <a:cubicBezTo>
                    <a:pt x="1203" y="350"/>
                    <a:pt x="1215" y="338"/>
                    <a:pt x="1227" y="326"/>
                  </a:cubicBezTo>
                  <a:cubicBezTo>
                    <a:pt x="1239" y="314"/>
                    <a:pt x="1239" y="291"/>
                    <a:pt x="1227" y="279"/>
                  </a:cubicBezTo>
                  <a:cubicBezTo>
                    <a:pt x="1219" y="270"/>
                    <a:pt x="897" y="1"/>
                    <a:pt x="5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060288" y="1508033"/>
              <a:ext cx="116136" cy="279481"/>
            </a:xfrm>
            <a:custGeom>
              <a:avLst/>
              <a:gdLst/>
              <a:ahLst/>
              <a:cxnLst/>
              <a:rect l="l" t="t" r="r" b="b"/>
              <a:pathLst>
                <a:path w="1727" h="4156" extrusionOk="0">
                  <a:moveTo>
                    <a:pt x="1679" y="1"/>
                  </a:moveTo>
                  <a:cubicBezTo>
                    <a:pt x="1655" y="1"/>
                    <a:pt x="1631" y="24"/>
                    <a:pt x="1631" y="48"/>
                  </a:cubicBezTo>
                  <a:cubicBezTo>
                    <a:pt x="1643" y="763"/>
                    <a:pt x="1619" y="2679"/>
                    <a:pt x="1453" y="2906"/>
                  </a:cubicBezTo>
                  <a:cubicBezTo>
                    <a:pt x="1396" y="2983"/>
                    <a:pt x="1318" y="3023"/>
                    <a:pt x="1220" y="3023"/>
                  </a:cubicBezTo>
                  <a:cubicBezTo>
                    <a:pt x="1094" y="3023"/>
                    <a:pt x="933" y="2957"/>
                    <a:pt x="738" y="2822"/>
                  </a:cubicBezTo>
                  <a:cubicBezTo>
                    <a:pt x="726" y="2822"/>
                    <a:pt x="714" y="2810"/>
                    <a:pt x="714" y="2810"/>
                  </a:cubicBezTo>
                  <a:cubicBezTo>
                    <a:pt x="630" y="2760"/>
                    <a:pt x="551" y="2736"/>
                    <a:pt x="477" y="2736"/>
                  </a:cubicBezTo>
                  <a:cubicBezTo>
                    <a:pt x="395" y="2736"/>
                    <a:pt x="319" y="2766"/>
                    <a:pt x="250" y="2822"/>
                  </a:cubicBezTo>
                  <a:cubicBezTo>
                    <a:pt x="60" y="2977"/>
                    <a:pt x="0" y="3358"/>
                    <a:pt x="107" y="3632"/>
                  </a:cubicBezTo>
                  <a:cubicBezTo>
                    <a:pt x="250" y="3965"/>
                    <a:pt x="572" y="4144"/>
                    <a:pt x="595" y="4156"/>
                  </a:cubicBezTo>
                  <a:lnTo>
                    <a:pt x="607" y="4156"/>
                  </a:lnTo>
                  <a:cubicBezTo>
                    <a:pt x="619" y="4156"/>
                    <a:pt x="643" y="4144"/>
                    <a:pt x="643" y="4132"/>
                  </a:cubicBezTo>
                  <a:cubicBezTo>
                    <a:pt x="655" y="4120"/>
                    <a:pt x="655" y="4084"/>
                    <a:pt x="631" y="4084"/>
                  </a:cubicBezTo>
                  <a:cubicBezTo>
                    <a:pt x="631" y="4073"/>
                    <a:pt x="310" y="3906"/>
                    <a:pt x="179" y="3596"/>
                  </a:cubicBezTo>
                  <a:cubicBezTo>
                    <a:pt x="83" y="3358"/>
                    <a:pt x="143" y="3025"/>
                    <a:pt x="310" y="2882"/>
                  </a:cubicBezTo>
                  <a:cubicBezTo>
                    <a:pt x="357" y="2840"/>
                    <a:pt x="411" y="2819"/>
                    <a:pt x="470" y="2819"/>
                  </a:cubicBezTo>
                  <a:cubicBezTo>
                    <a:pt x="530" y="2819"/>
                    <a:pt x="595" y="2840"/>
                    <a:pt x="667" y="2882"/>
                  </a:cubicBezTo>
                  <a:cubicBezTo>
                    <a:pt x="667" y="2882"/>
                    <a:pt x="679" y="2894"/>
                    <a:pt x="691" y="2894"/>
                  </a:cubicBezTo>
                  <a:cubicBezTo>
                    <a:pt x="915" y="3051"/>
                    <a:pt x="1086" y="3107"/>
                    <a:pt x="1217" y="3107"/>
                  </a:cubicBezTo>
                  <a:cubicBezTo>
                    <a:pt x="1364" y="3107"/>
                    <a:pt x="1461" y="3035"/>
                    <a:pt x="1524" y="2953"/>
                  </a:cubicBezTo>
                  <a:cubicBezTo>
                    <a:pt x="1726" y="2668"/>
                    <a:pt x="1715" y="310"/>
                    <a:pt x="1715" y="48"/>
                  </a:cubicBezTo>
                  <a:cubicBezTo>
                    <a:pt x="1715" y="24"/>
                    <a:pt x="1703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241991" y="1811656"/>
              <a:ext cx="186612" cy="98181"/>
            </a:xfrm>
            <a:custGeom>
              <a:avLst/>
              <a:gdLst/>
              <a:ahLst/>
              <a:cxnLst/>
              <a:rect l="l" t="t" r="r" b="b"/>
              <a:pathLst>
                <a:path w="2775" h="1460" extrusionOk="0">
                  <a:moveTo>
                    <a:pt x="1608" y="1"/>
                  </a:moveTo>
                  <a:cubicBezTo>
                    <a:pt x="1504" y="1"/>
                    <a:pt x="1396" y="8"/>
                    <a:pt x="1287" y="22"/>
                  </a:cubicBezTo>
                  <a:cubicBezTo>
                    <a:pt x="548" y="117"/>
                    <a:pt x="1" y="510"/>
                    <a:pt x="48" y="903"/>
                  </a:cubicBezTo>
                  <a:cubicBezTo>
                    <a:pt x="89" y="1237"/>
                    <a:pt x="561" y="1460"/>
                    <a:pt x="1156" y="1460"/>
                  </a:cubicBezTo>
                  <a:cubicBezTo>
                    <a:pt x="1260" y="1460"/>
                    <a:pt x="1367" y="1453"/>
                    <a:pt x="1477" y="1439"/>
                  </a:cubicBezTo>
                  <a:cubicBezTo>
                    <a:pt x="2215" y="1343"/>
                    <a:pt x="2775" y="951"/>
                    <a:pt x="2715" y="558"/>
                  </a:cubicBezTo>
                  <a:cubicBezTo>
                    <a:pt x="2675" y="223"/>
                    <a:pt x="2203" y="1"/>
                    <a:pt x="1608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6840053" y="1771778"/>
              <a:ext cx="189033" cy="107327"/>
            </a:xfrm>
            <a:custGeom>
              <a:avLst/>
              <a:gdLst/>
              <a:ahLst/>
              <a:cxnLst/>
              <a:rect l="l" t="t" r="r" b="b"/>
              <a:pathLst>
                <a:path w="2811" h="1596" extrusionOk="0">
                  <a:moveTo>
                    <a:pt x="930" y="1"/>
                  </a:moveTo>
                  <a:cubicBezTo>
                    <a:pt x="519" y="1"/>
                    <a:pt x="198" y="138"/>
                    <a:pt x="120" y="389"/>
                  </a:cubicBezTo>
                  <a:cubicBezTo>
                    <a:pt x="1" y="770"/>
                    <a:pt x="477" y="1258"/>
                    <a:pt x="1191" y="1484"/>
                  </a:cubicBezTo>
                  <a:cubicBezTo>
                    <a:pt x="1426" y="1559"/>
                    <a:pt x="1657" y="1595"/>
                    <a:pt x="1866" y="1595"/>
                  </a:cubicBezTo>
                  <a:cubicBezTo>
                    <a:pt x="2284" y="1595"/>
                    <a:pt x="2612" y="1452"/>
                    <a:pt x="2692" y="1198"/>
                  </a:cubicBezTo>
                  <a:cubicBezTo>
                    <a:pt x="2811" y="829"/>
                    <a:pt x="2334" y="341"/>
                    <a:pt x="1620" y="115"/>
                  </a:cubicBezTo>
                  <a:cubicBezTo>
                    <a:pt x="1380" y="37"/>
                    <a:pt x="1143" y="1"/>
                    <a:pt x="930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6723984" y="1180605"/>
              <a:ext cx="976904" cy="570730"/>
            </a:xfrm>
            <a:custGeom>
              <a:avLst/>
              <a:gdLst/>
              <a:ahLst/>
              <a:cxnLst/>
              <a:rect l="l" t="t" r="r" b="b"/>
              <a:pathLst>
                <a:path w="14527" h="8487" extrusionOk="0">
                  <a:moveTo>
                    <a:pt x="6743" y="0"/>
                  </a:moveTo>
                  <a:cubicBezTo>
                    <a:pt x="4581" y="0"/>
                    <a:pt x="2696" y="877"/>
                    <a:pt x="1822" y="1774"/>
                  </a:cubicBezTo>
                  <a:cubicBezTo>
                    <a:pt x="512" y="3119"/>
                    <a:pt x="0" y="7382"/>
                    <a:pt x="620" y="7763"/>
                  </a:cubicBezTo>
                  <a:cubicBezTo>
                    <a:pt x="643" y="7777"/>
                    <a:pt x="677" y="7784"/>
                    <a:pt x="721" y="7784"/>
                  </a:cubicBezTo>
                  <a:cubicBezTo>
                    <a:pt x="1618" y="7784"/>
                    <a:pt x="6619" y="4902"/>
                    <a:pt x="8775" y="3858"/>
                  </a:cubicBezTo>
                  <a:cubicBezTo>
                    <a:pt x="8886" y="3804"/>
                    <a:pt x="9003" y="3778"/>
                    <a:pt x="9117" y="3778"/>
                  </a:cubicBezTo>
                  <a:cubicBezTo>
                    <a:pt x="9456" y="3778"/>
                    <a:pt x="9779" y="4001"/>
                    <a:pt x="9895" y="4358"/>
                  </a:cubicBezTo>
                  <a:cubicBezTo>
                    <a:pt x="10561" y="6477"/>
                    <a:pt x="11514" y="7656"/>
                    <a:pt x="12192" y="8275"/>
                  </a:cubicBezTo>
                  <a:cubicBezTo>
                    <a:pt x="12351" y="8419"/>
                    <a:pt x="12543" y="8487"/>
                    <a:pt x="12734" y="8487"/>
                  </a:cubicBezTo>
                  <a:cubicBezTo>
                    <a:pt x="13031" y="8487"/>
                    <a:pt x="13321" y="8322"/>
                    <a:pt x="13466" y="8025"/>
                  </a:cubicBezTo>
                  <a:cubicBezTo>
                    <a:pt x="13919" y="7048"/>
                    <a:pt x="14526" y="5393"/>
                    <a:pt x="14312" y="3905"/>
                  </a:cubicBezTo>
                  <a:cubicBezTo>
                    <a:pt x="14026" y="1810"/>
                    <a:pt x="10787" y="952"/>
                    <a:pt x="10252" y="821"/>
                  </a:cubicBezTo>
                  <a:cubicBezTo>
                    <a:pt x="10192" y="810"/>
                    <a:pt x="10145" y="786"/>
                    <a:pt x="10097" y="762"/>
                  </a:cubicBezTo>
                  <a:cubicBezTo>
                    <a:pt x="8971" y="219"/>
                    <a:pt x="7822" y="0"/>
                    <a:pt x="674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7378100" y="1137500"/>
              <a:ext cx="164218" cy="154400"/>
            </a:xfrm>
            <a:custGeom>
              <a:avLst/>
              <a:gdLst/>
              <a:ahLst/>
              <a:cxnLst/>
              <a:rect l="l" t="t" r="r" b="b"/>
              <a:pathLst>
                <a:path w="2442" h="2296" extrusionOk="0">
                  <a:moveTo>
                    <a:pt x="825" y="1"/>
                  </a:moveTo>
                  <a:cubicBezTo>
                    <a:pt x="792" y="1"/>
                    <a:pt x="756" y="8"/>
                    <a:pt x="715" y="22"/>
                  </a:cubicBezTo>
                  <a:cubicBezTo>
                    <a:pt x="1" y="260"/>
                    <a:pt x="48" y="1832"/>
                    <a:pt x="560" y="2177"/>
                  </a:cubicBezTo>
                  <a:lnTo>
                    <a:pt x="1168" y="2296"/>
                  </a:lnTo>
                  <a:cubicBezTo>
                    <a:pt x="1168" y="2296"/>
                    <a:pt x="2442" y="1153"/>
                    <a:pt x="1942" y="939"/>
                  </a:cubicBezTo>
                  <a:cubicBezTo>
                    <a:pt x="1899" y="920"/>
                    <a:pt x="1857" y="912"/>
                    <a:pt x="1815" y="912"/>
                  </a:cubicBezTo>
                  <a:cubicBezTo>
                    <a:pt x="1371" y="912"/>
                    <a:pt x="953" y="1855"/>
                    <a:pt x="953" y="1855"/>
                  </a:cubicBezTo>
                  <a:cubicBezTo>
                    <a:pt x="953" y="1855"/>
                    <a:pt x="1377" y="1"/>
                    <a:pt x="82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6949734" y="1698546"/>
              <a:ext cx="50570" cy="60187"/>
            </a:xfrm>
            <a:custGeom>
              <a:avLst/>
              <a:gdLst/>
              <a:ahLst/>
              <a:cxnLst/>
              <a:rect l="l" t="t" r="r" b="b"/>
              <a:pathLst>
                <a:path w="752" h="895" extrusionOk="0">
                  <a:moveTo>
                    <a:pt x="376" y="1"/>
                  </a:moveTo>
                  <a:cubicBezTo>
                    <a:pt x="181" y="1"/>
                    <a:pt x="13" y="187"/>
                    <a:pt x="1" y="430"/>
                  </a:cubicBezTo>
                  <a:cubicBezTo>
                    <a:pt x="1" y="680"/>
                    <a:pt x="156" y="882"/>
                    <a:pt x="358" y="894"/>
                  </a:cubicBezTo>
                  <a:cubicBezTo>
                    <a:pt x="561" y="894"/>
                    <a:pt x="727" y="704"/>
                    <a:pt x="739" y="454"/>
                  </a:cubicBezTo>
                  <a:cubicBezTo>
                    <a:pt x="751" y="204"/>
                    <a:pt x="596" y="1"/>
                    <a:pt x="394" y="1"/>
                  </a:cubicBezTo>
                  <a:cubicBezTo>
                    <a:pt x="388" y="1"/>
                    <a:pt x="38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7252415" y="1726588"/>
              <a:ext cx="50503" cy="60119"/>
            </a:xfrm>
            <a:custGeom>
              <a:avLst/>
              <a:gdLst/>
              <a:ahLst/>
              <a:cxnLst/>
              <a:rect l="l" t="t" r="r" b="b"/>
              <a:pathLst>
                <a:path w="751" h="894" extrusionOk="0">
                  <a:moveTo>
                    <a:pt x="375" y="0"/>
                  </a:moveTo>
                  <a:cubicBezTo>
                    <a:pt x="181" y="0"/>
                    <a:pt x="12" y="187"/>
                    <a:pt x="1" y="430"/>
                  </a:cubicBezTo>
                  <a:cubicBezTo>
                    <a:pt x="1" y="680"/>
                    <a:pt x="155" y="882"/>
                    <a:pt x="358" y="894"/>
                  </a:cubicBezTo>
                  <a:cubicBezTo>
                    <a:pt x="560" y="894"/>
                    <a:pt x="727" y="703"/>
                    <a:pt x="739" y="453"/>
                  </a:cubicBezTo>
                  <a:cubicBezTo>
                    <a:pt x="751" y="203"/>
                    <a:pt x="596" y="1"/>
                    <a:pt x="393" y="1"/>
                  </a:cubicBezTo>
                  <a:cubicBezTo>
                    <a:pt x="387" y="1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6751219" y="1567480"/>
              <a:ext cx="912011" cy="326218"/>
            </a:xfrm>
            <a:custGeom>
              <a:avLst/>
              <a:gdLst/>
              <a:ahLst/>
              <a:cxnLst/>
              <a:rect l="l" t="t" r="r" b="b"/>
              <a:pathLst>
                <a:path w="13562" h="4851" extrusionOk="0">
                  <a:moveTo>
                    <a:pt x="2287" y="111"/>
                  </a:moveTo>
                  <a:cubicBezTo>
                    <a:pt x="2338" y="111"/>
                    <a:pt x="2389" y="113"/>
                    <a:pt x="2441" y="117"/>
                  </a:cubicBezTo>
                  <a:cubicBezTo>
                    <a:pt x="3572" y="212"/>
                    <a:pt x="4417" y="1212"/>
                    <a:pt x="4334" y="2343"/>
                  </a:cubicBezTo>
                  <a:cubicBezTo>
                    <a:pt x="4244" y="3427"/>
                    <a:pt x="3339" y="4244"/>
                    <a:pt x="2281" y="4244"/>
                  </a:cubicBezTo>
                  <a:cubicBezTo>
                    <a:pt x="2224" y="4244"/>
                    <a:pt x="2166" y="4241"/>
                    <a:pt x="2108" y="4236"/>
                  </a:cubicBezTo>
                  <a:cubicBezTo>
                    <a:pt x="965" y="4141"/>
                    <a:pt x="119" y="3141"/>
                    <a:pt x="215" y="2010"/>
                  </a:cubicBezTo>
                  <a:cubicBezTo>
                    <a:pt x="305" y="930"/>
                    <a:pt x="1221" y="111"/>
                    <a:pt x="2287" y="111"/>
                  </a:cubicBezTo>
                  <a:close/>
                  <a:moveTo>
                    <a:pt x="8208" y="609"/>
                  </a:moveTo>
                  <a:cubicBezTo>
                    <a:pt x="8266" y="609"/>
                    <a:pt x="8324" y="612"/>
                    <a:pt x="8382" y="617"/>
                  </a:cubicBezTo>
                  <a:cubicBezTo>
                    <a:pt x="9513" y="712"/>
                    <a:pt x="10359" y="1712"/>
                    <a:pt x="10263" y="2843"/>
                  </a:cubicBezTo>
                  <a:cubicBezTo>
                    <a:pt x="10173" y="3916"/>
                    <a:pt x="9279" y="4732"/>
                    <a:pt x="8212" y="4732"/>
                  </a:cubicBezTo>
                  <a:cubicBezTo>
                    <a:pt x="8154" y="4732"/>
                    <a:pt x="8096" y="4729"/>
                    <a:pt x="8037" y="4724"/>
                  </a:cubicBezTo>
                  <a:cubicBezTo>
                    <a:pt x="6906" y="4629"/>
                    <a:pt x="6061" y="3629"/>
                    <a:pt x="6156" y="2498"/>
                  </a:cubicBezTo>
                  <a:cubicBezTo>
                    <a:pt x="6246" y="1425"/>
                    <a:pt x="7150" y="609"/>
                    <a:pt x="8208" y="609"/>
                  </a:cubicBezTo>
                  <a:close/>
                  <a:moveTo>
                    <a:pt x="2257" y="1"/>
                  </a:moveTo>
                  <a:cubicBezTo>
                    <a:pt x="1139" y="1"/>
                    <a:pt x="197" y="861"/>
                    <a:pt x="95" y="1998"/>
                  </a:cubicBezTo>
                  <a:cubicBezTo>
                    <a:pt x="0" y="3200"/>
                    <a:pt x="893" y="4248"/>
                    <a:pt x="2096" y="4355"/>
                  </a:cubicBezTo>
                  <a:cubicBezTo>
                    <a:pt x="2154" y="4360"/>
                    <a:pt x="2212" y="4362"/>
                    <a:pt x="2270" y="4362"/>
                  </a:cubicBezTo>
                  <a:cubicBezTo>
                    <a:pt x="3388" y="4362"/>
                    <a:pt x="4351" y="3499"/>
                    <a:pt x="4441" y="2355"/>
                  </a:cubicBezTo>
                  <a:cubicBezTo>
                    <a:pt x="4453" y="2272"/>
                    <a:pt x="4453" y="2188"/>
                    <a:pt x="4453" y="2093"/>
                  </a:cubicBezTo>
                  <a:cubicBezTo>
                    <a:pt x="4683" y="1985"/>
                    <a:pt x="4909" y="1946"/>
                    <a:pt x="5116" y="1946"/>
                  </a:cubicBezTo>
                  <a:cubicBezTo>
                    <a:pt x="5595" y="1946"/>
                    <a:pt x="5976" y="2158"/>
                    <a:pt x="6084" y="2224"/>
                  </a:cubicBezTo>
                  <a:cubicBezTo>
                    <a:pt x="6061" y="2307"/>
                    <a:pt x="6049" y="2403"/>
                    <a:pt x="6037" y="2486"/>
                  </a:cubicBezTo>
                  <a:cubicBezTo>
                    <a:pt x="5941" y="3689"/>
                    <a:pt x="6834" y="4736"/>
                    <a:pt x="8037" y="4843"/>
                  </a:cubicBezTo>
                  <a:cubicBezTo>
                    <a:pt x="8096" y="4848"/>
                    <a:pt x="8155" y="4851"/>
                    <a:pt x="8213" y="4851"/>
                  </a:cubicBezTo>
                  <a:cubicBezTo>
                    <a:pt x="9317" y="4851"/>
                    <a:pt x="10257" y="4011"/>
                    <a:pt x="10371" y="2903"/>
                  </a:cubicBezTo>
                  <a:lnTo>
                    <a:pt x="12966" y="3129"/>
                  </a:lnTo>
                  <a:cubicBezTo>
                    <a:pt x="13038" y="3165"/>
                    <a:pt x="13442" y="3391"/>
                    <a:pt x="13419" y="3796"/>
                  </a:cubicBezTo>
                  <a:cubicBezTo>
                    <a:pt x="13419" y="3831"/>
                    <a:pt x="13442" y="3855"/>
                    <a:pt x="13478" y="3867"/>
                  </a:cubicBezTo>
                  <a:cubicBezTo>
                    <a:pt x="13502" y="3867"/>
                    <a:pt x="13538" y="3843"/>
                    <a:pt x="13538" y="3808"/>
                  </a:cubicBezTo>
                  <a:cubicBezTo>
                    <a:pt x="13561" y="3296"/>
                    <a:pt x="13026" y="3034"/>
                    <a:pt x="13014" y="3022"/>
                  </a:cubicBezTo>
                  <a:lnTo>
                    <a:pt x="12990" y="3022"/>
                  </a:lnTo>
                  <a:lnTo>
                    <a:pt x="10382" y="2796"/>
                  </a:lnTo>
                  <a:cubicBezTo>
                    <a:pt x="10454" y="1617"/>
                    <a:pt x="9573" y="593"/>
                    <a:pt x="8394" y="498"/>
                  </a:cubicBezTo>
                  <a:cubicBezTo>
                    <a:pt x="8335" y="493"/>
                    <a:pt x="8277" y="491"/>
                    <a:pt x="8219" y="491"/>
                  </a:cubicBezTo>
                  <a:cubicBezTo>
                    <a:pt x="7220" y="491"/>
                    <a:pt x="6356" y="1160"/>
                    <a:pt x="6108" y="2105"/>
                  </a:cubicBezTo>
                  <a:cubicBezTo>
                    <a:pt x="5960" y="2023"/>
                    <a:pt x="5585" y="1833"/>
                    <a:pt x="5116" y="1833"/>
                  </a:cubicBezTo>
                  <a:cubicBezTo>
                    <a:pt x="4906" y="1833"/>
                    <a:pt x="4677" y="1871"/>
                    <a:pt x="4441" y="1974"/>
                  </a:cubicBezTo>
                  <a:cubicBezTo>
                    <a:pt x="4346" y="938"/>
                    <a:pt x="3524" y="93"/>
                    <a:pt x="2453" y="10"/>
                  </a:cubicBezTo>
                  <a:cubicBezTo>
                    <a:pt x="2387" y="4"/>
                    <a:pt x="2322" y="1"/>
                    <a:pt x="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7481392" y="1912393"/>
              <a:ext cx="56152" cy="77738"/>
            </a:xfrm>
            <a:custGeom>
              <a:avLst/>
              <a:gdLst/>
              <a:ahLst/>
              <a:cxnLst/>
              <a:rect l="l" t="t" r="r" b="b"/>
              <a:pathLst>
                <a:path w="835" h="1156" extrusionOk="0">
                  <a:moveTo>
                    <a:pt x="417" y="0"/>
                  </a:moveTo>
                  <a:cubicBezTo>
                    <a:pt x="191" y="0"/>
                    <a:pt x="1" y="262"/>
                    <a:pt x="1" y="572"/>
                  </a:cubicBezTo>
                  <a:cubicBezTo>
                    <a:pt x="1" y="893"/>
                    <a:pt x="191" y="1155"/>
                    <a:pt x="417" y="1155"/>
                  </a:cubicBezTo>
                  <a:cubicBezTo>
                    <a:pt x="656" y="1155"/>
                    <a:pt x="834" y="893"/>
                    <a:pt x="834" y="572"/>
                  </a:cubicBezTo>
                  <a:cubicBezTo>
                    <a:pt x="834" y="262"/>
                    <a:pt x="656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6988199" y="2159796"/>
              <a:ext cx="388354" cy="119499"/>
            </a:xfrm>
            <a:custGeom>
              <a:avLst/>
              <a:gdLst/>
              <a:ahLst/>
              <a:cxnLst/>
              <a:rect l="l" t="t" r="r" b="b"/>
              <a:pathLst>
                <a:path w="5775" h="1777" extrusionOk="0">
                  <a:moveTo>
                    <a:pt x="5226" y="1"/>
                  </a:moveTo>
                  <a:cubicBezTo>
                    <a:pt x="4979" y="1"/>
                    <a:pt x="4834" y="24"/>
                    <a:pt x="4834" y="24"/>
                  </a:cubicBezTo>
                  <a:cubicBezTo>
                    <a:pt x="4834" y="24"/>
                    <a:pt x="3669" y="1096"/>
                    <a:pt x="2284" y="1096"/>
                  </a:cubicBezTo>
                  <a:cubicBezTo>
                    <a:pt x="2269" y="1096"/>
                    <a:pt x="2254" y="1096"/>
                    <a:pt x="2239" y="1096"/>
                  </a:cubicBezTo>
                  <a:cubicBezTo>
                    <a:pt x="846" y="1072"/>
                    <a:pt x="739" y="24"/>
                    <a:pt x="739" y="24"/>
                  </a:cubicBezTo>
                  <a:cubicBezTo>
                    <a:pt x="700" y="22"/>
                    <a:pt x="661" y="22"/>
                    <a:pt x="624" y="22"/>
                  </a:cubicBezTo>
                  <a:cubicBezTo>
                    <a:pt x="376" y="22"/>
                    <a:pt x="166" y="54"/>
                    <a:pt x="0" y="95"/>
                  </a:cubicBezTo>
                  <a:cubicBezTo>
                    <a:pt x="346" y="929"/>
                    <a:pt x="1001" y="1608"/>
                    <a:pt x="1882" y="1715"/>
                  </a:cubicBezTo>
                  <a:cubicBezTo>
                    <a:pt x="2132" y="1757"/>
                    <a:pt x="2371" y="1777"/>
                    <a:pt x="2600" y="1777"/>
                  </a:cubicBezTo>
                  <a:cubicBezTo>
                    <a:pt x="3989" y="1777"/>
                    <a:pt x="4988" y="1038"/>
                    <a:pt x="5775" y="36"/>
                  </a:cubicBezTo>
                  <a:cubicBezTo>
                    <a:pt x="5561" y="9"/>
                    <a:pt x="5375" y="1"/>
                    <a:pt x="5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7258803" y="3128564"/>
              <a:ext cx="153795" cy="147407"/>
            </a:xfrm>
            <a:custGeom>
              <a:avLst/>
              <a:gdLst/>
              <a:ahLst/>
              <a:cxnLst/>
              <a:rect l="l" t="t" r="r" b="b"/>
              <a:pathLst>
                <a:path w="2287" h="2192" extrusionOk="0">
                  <a:moveTo>
                    <a:pt x="406" y="1"/>
                  </a:moveTo>
                  <a:cubicBezTo>
                    <a:pt x="144" y="394"/>
                    <a:pt x="1" y="644"/>
                    <a:pt x="1" y="644"/>
                  </a:cubicBezTo>
                  <a:lnTo>
                    <a:pt x="1561" y="2192"/>
                  </a:lnTo>
                  <a:cubicBezTo>
                    <a:pt x="1561" y="2192"/>
                    <a:pt x="1882" y="2120"/>
                    <a:pt x="2287" y="1941"/>
                  </a:cubicBezTo>
                  <a:cubicBezTo>
                    <a:pt x="1727" y="1239"/>
                    <a:pt x="1072" y="608"/>
                    <a:pt x="406" y="1"/>
                  </a:cubicBezTo>
                  <a:close/>
                </a:path>
              </a:pathLst>
            </a:custGeom>
            <a:solidFill>
              <a:srgbClr val="E874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6837699" y="2162150"/>
              <a:ext cx="964867" cy="1097008"/>
            </a:xfrm>
            <a:custGeom>
              <a:avLst/>
              <a:gdLst/>
              <a:ahLst/>
              <a:cxnLst/>
              <a:rect l="l" t="t" r="r" b="b"/>
              <a:pathLst>
                <a:path w="14348" h="16313" extrusionOk="0">
                  <a:moveTo>
                    <a:pt x="8013" y="1"/>
                  </a:moveTo>
                  <a:cubicBezTo>
                    <a:pt x="7226" y="1003"/>
                    <a:pt x="6227" y="1742"/>
                    <a:pt x="4838" y="1742"/>
                  </a:cubicBezTo>
                  <a:cubicBezTo>
                    <a:pt x="4609" y="1742"/>
                    <a:pt x="4370" y="1722"/>
                    <a:pt x="4120" y="1680"/>
                  </a:cubicBezTo>
                  <a:cubicBezTo>
                    <a:pt x="3239" y="1573"/>
                    <a:pt x="2584" y="882"/>
                    <a:pt x="2238" y="60"/>
                  </a:cubicBezTo>
                  <a:cubicBezTo>
                    <a:pt x="1798" y="168"/>
                    <a:pt x="1596" y="346"/>
                    <a:pt x="1596" y="346"/>
                  </a:cubicBezTo>
                  <a:cubicBezTo>
                    <a:pt x="1012" y="1608"/>
                    <a:pt x="0" y="4656"/>
                    <a:pt x="36" y="7359"/>
                  </a:cubicBezTo>
                  <a:cubicBezTo>
                    <a:pt x="60" y="10074"/>
                    <a:pt x="1405" y="10705"/>
                    <a:pt x="1405" y="10705"/>
                  </a:cubicBezTo>
                  <a:cubicBezTo>
                    <a:pt x="1405" y="10705"/>
                    <a:pt x="1298" y="10931"/>
                    <a:pt x="4608" y="11014"/>
                  </a:cubicBezTo>
                  <a:cubicBezTo>
                    <a:pt x="4770" y="11018"/>
                    <a:pt x="4930" y="11020"/>
                    <a:pt x="5089" y="11020"/>
                  </a:cubicBezTo>
                  <a:cubicBezTo>
                    <a:pt x="8178" y="11020"/>
                    <a:pt x="10644" y="10288"/>
                    <a:pt x="10644" y="10288"/>
                  </a:cubicBezTo>
                  <a:lnTo>
                    <a:pt x="10644" y="10288"/>
                  </a:lnTo>
                  <a:cubicBezTo>
                    <a:pt x="8715" y="11574"/>
                    <a:pt x="7322" y="13419"/>
                    <a:pt x="6668" y="14372"/>
                  </a:cubicBezTo>
                  <a:cubicBezTo>
                    <a:pt x="7334" y="14967"/>
                    <a:pt x="7989" y="15610"/>
                    <a:pt x="8549" y="16312"/>
                  </a:cubicBezTo>
                  <a:cubicBezTo>
                    <a:pt x="8763" y="16229"/>
                    <a:pt x="9001" y="16110"/>
                    <a:pt x="9227" y="15955"/>
                  </a:cubicBezTo>
                  <a:cubicBezTo>
                    <a:pt x="9918" y="15503"/>
                    <a:pt x="13930" y="13205"/>
                    <a:pt x="14145" y="11538"/>
                  </a:cubicBezTo>
                  <a:cubicBezTo>
                    <a:pt x="14347" y="9883"/>
                    <a:pt x="13907" y="6502"/>
                    <a:pt x="12025" y="3001"/>
                  </a:cubicBezTo>
                  <a:cubicBezTo>
                    <a:pt x="10799" y="715"/>
                    <a:pt x="9073" y="132"/>
                    <a:pt x="8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2"/>
            <p:cNvSpPr/>
            <p:nvPr/>
          </p:nvSpPr>
          <p:spPr>
            <a:xfrm>
              <a:off x="6824855" y="2382856"/>
              <a:ext cx="109748" cy="502406"/>
            </a:xfrm>
            <a:custGeom>
              <a:avLst/>
              <a:gdLst/>
              <a:ahLst/>
              <a:cxnLst/>
              <a:rect l="l" t="t" r="r" b="b"/>
              <a:pathLst>
                <a:path w="1632" h="7471" extrusionOk="0">
                  <a:moveTo>
                    <a:pt x="770" y="0"/>
                  </a:moveTo>
                  <a:cubicBezTo>
                    <a:pt x="756" y="0"/>
                    <a:pt x="748" y="11"/>
                    <a:pt x="739" y="29"/>
                  </a:cubicBezTo>
                  <a:cubicBezTo>
                    <a:pt x="727" y="41"/>
                    <a:pt x="1" y="1672"/>
                    <a:pt x="179" y="4315"/>
                  </a:cubicBezTo>
                  <a:cubicBezTo>
                    <a:pt x="370" y="6982"/>
                    <a:pt x="1525" y="7446"/>
                    <a:pt x="1584" y="7458"/>
                  </a:cubicBezTo>
                  <a:cubicBezTo>
                    <a:pt x="1584" y="7458"/>
                    <a:pt x="1584" y="7470"/>
                    <a:pt x="1596" y="7470"/>
                  </a:cubicBezTo>
                  <a:cubicBezTo>
                    <a:pt x="1608" y="7470"/>
                    <a:pt x="1620" y="7458"/>
                    <a:pt x="1632" y="7446"/>
                  </a:cubicBezTo>
                  <a:cubicBezTo>
                    <a:pt x="1632" y="7423"/>
                    <a:pt x="1620" y="7399"/>
                    <a:pt x="1608" y="7399"/>
                  </a:cubicBezTo>
                  <a:cubicBezTo>
                    <a:pt x="1596" y="7387"/>
                    <a:pt x="441" y="6923"/>
                    <a:pt x="263" y="4315"/>
                  </a:cubicBezTo>
                  <a:cubicBezTo>
                    <a:pt x="72" y="1696"/>
                    <a:pt x="798" y="77"/>
                    <a:pt x="798" y="53"/>
                  </a:cubicBezTo>
                  <a:cubicBezTo>
                    <a:pt x="810" y="41"/>
                    <a:pt x="810" y="17"/>
                    <a:pt x="786" y="5"/>
                  </a:cubicBezTo>
                  <a:cubicBezTo>
                    <a:pt x="780" y="2"/>
                    <a:pt x="775" y="0"/>
                    <a:pt x="7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2"/>
            <p:cNvSpPr/>
            <p:nvPr/>
          </p:nvSpPr>
          <p:spPr>
            <a:xfrm>
              <a:off x="7402175" y="2383192"/>
              <a:ext cx="154535" cy="473221"/>
            </a:xfrm>
            <a:custGeom>
              <a:avLst/>
              <a:gdLst/>
              <a:ahLst/>
              <a:cxnLst/>
              <a:rect l="l" t="t" r="r" b="b"/>
              <a:pathLst>
                <a:path w="2298" h="7037" extrusionOk="0">
                  <a:moveTo>
                    <a:pt x="250" y="0"/>
                  </a:moveTo>
                  <a:cubicBezTo>
                    <a:pt x="226" y="0"/>
                    <a:pt x="214" y="12"/>
                    <a:pt x="202" y="24"/>
                  </a:cubicBezTo>
                  <a:cubicBezTo>
                    <a:pt x="202" y="72"/>
                    <a:pt x="0" y="1072"/>
                    <a:pt x="679" y="3501"/>
                  </a:cubicBezTo>
                  <a:cubicBezTo>
                    <a:pt x="1369" y="5941"/>
                    <a:pt x="2215" y="7013"/>
                    <a:pt x="2226" y="7025"/>
                  </a:cubicBezTo>
                  <a:cubicBezTo>
                    <a:pt x="2226" y="7037"/>
                    <a:pt x="2238" y="7037"/>
                    <a:pt x="2250" y="7037"/>
                  </a:cubicBezTo>
                  <a:cubicBezTo>
                    <a:pt x="2262" y="7037"/>
                    <a:pt x="2262" y="7037"/>
                    <a:pt x="2274" y="7025"/>
                  </a:cubicBezTo>
                  <a:cubicBezTo>
                    <a:pt x="2286" y="7013"/>
                    <a:pt x="2298" y="6989"/>
                    <a:pt x="2286" y="6977"/>
                  </a:cubicBezTo>
                  <a:cubicBezTo>
                    <a:pt x="2274" y="6965"/>
                    <a:pt x="1429" y="5906"/>
                    <a:pt x="750" y="3489"/>
                  </a:cubicBezTo>
                  <a:cubicBezTo>
                    <a:pt x="83" y="1072"/>
                    <a:pt x="274" y="60"/>
                    <a:pt x="274" y="48"/>
                  </a:cubicBezTo>
                  <a:cubicBezTo>
                    <a:pt x="286" y="24"/>
                    <a:pt x="274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7302850" y="2120456"/>
              <a:ext cx="265897" cy="139740"/>
            </a:xfrm>
            <a:custGeom>
              <a:avLst/>
              <a:gdLst/>
              <a:ahLst/>
              <a:cxnLst/>
              <a:rect l="l" t="t" r="r" b="b"/>
              <a:pathLst>
                <a:path w="3954" h="2078" extrusionOk="0">
                  <a:moveTo>
                    <a:pt x="844" y="0"/>
                  </a:moveTo>
                  <a:cubicBezTo>
                    <a:pt x="719" y="0"/>
                    <a:pt x="620" y="61"/>
                    <a:pt x="620" y="61"/>
                  </a:cubicBezTo>
                  <a:cubicBezTo>
                    <a:pt x="620" y="61"/>
                    <a:pt x="1" y="847"/>
                    <a:pt x="453" y="1181"/>
                  </a:cubicBezTo>
                  <a:cubicBezTo>
                    <a:pt x="511" y="1222"/>
                    <a:pt x="565" y="1241"/>
                    <a:pt x="616" y="1241"/>
                  </a:cubicBezTo>
                  <a:cubicBezTo>
                    <a:pt x="839" y="1241"/>
                    <a:pt x="1001" y="896"/>
                    <a:pt x="1086" y="656"/>
                  </a:cubicBezTo>
                  <a:lnTo>
                    <a:pt x="1086" y="656"/>
                  </a:lnTo>
                  <a:cubicBezTo>
                    <a:pt x="1019" y="927"/>
                    <a:pt x="970" y="1358"/>
                    <a:pt x="1298" y="1454"/>
                  </a:cubicBezTo>
                  <a:cubicBezTo>
                    <a:pt x="1329" y="1464"/>
                    <a:pt x="1359" y="1468"/>
                    <a:pt x="1387" y="1468"/>
                  </a:cubicBezTo>
                  <a:cubicBezTo>
                    <a:pt x="1655" y="1468"/>
                    <a:pt x="1811" y="1076"/>
                    <a:pt x="1885" y="808"/>
                  </a:cubicBezTo>
                  <a:lnTo>
                    <a:pt x="1885" y="808"/>
                  </a:lnTo>
                  <a:cubicBezTo>
                    <a:pt x="1833" y="1073"/>
                    <a:pt x="1778" y="1473"/>
                    <a:pt x="1894" y="1597"/>
                  </a:cubicBezTo>
                  <a:cubicBezTo>
                    <a:pt x="1957" y="1664"/>
                    <a:pt x="2059" y="1718"/>
                    <a:pt x="2182" y="1718"/>
                  </a:cubicBezTo>
                  <a:cubicBezTo>
                    <a:pt x="2378" y="1718"/>
                    <a:pt x="2624" y="1582"/>
                    <a:pt x="2842" y="1145"/>
                  </a:cubicBezTo>
                  <a:lnTo>
                    <a:pt x="2842" y="1145"/>
                  </a:lnTo>
                  <a:cubicBezTo>
                    <a:pt x="2744" y="1398"/>
                    <a:pt x="2635" y="1795"/>
                    <a:pt x="2822" y="1966"/>
                  </a:cubicBezTo>
                  <a:cubicBezTo>
                    <a:pt x="2904" y="2041"/>
                    <a:pt x="2989" y="2077"/>
                    <a:pt x="3075" y="2077"/>
                  </a:cubicBezTo>
                  <a:cubicBezTo>
                    <a:pt x="3291" y="2077"/>
                    <a:pt x="3509" y="1851"/>
                    <a:pt x="3680" y="1442"/>
                  </a:cubicBezTo>
                  <a:cubicBezTo>
                    <a:pt x="3680" y="1442"/>
                    <a:pt x="3954" y="1038"/>
                    <a:pt x="3406" y="800"/>
                  </a:cubicBezTo>
                  <a:cubicBezTo>
                    <a:pt x="3319" y="763"/>
                    <a:pt x="3245" y="749"/>
                    <a:pt x="3185" y="749"/>
                  </a:cubicBezTo>
                  <a:cubicBezTo>
                    <a:pt x="3033" y="749"/>
                    <a:pt x="2965" y="835"/>
                    <a:pt x="2965" y="835"/>
                  </a:cubicBezTo>
                  <a:cubicBezTo>
                    <a:pt x="2965" y="835"/>
                    <a:pt x="2822" y="514"/>
                    <a:pt x="2441" y="407"/>
                  </a:cubicBezTo>
                  <a:cubicBezTo>
                    <a:pt x="2352" y="384"/>
                    <a:pt x="2277" y="376"/>
                    <a:pt x="2216" y="376"/>
                  </a:cubicBezTo>
                  <a:cubicBezTo>
                    <a:pt x="2016" y="376"/>
                    <a:pt x="1953" y="466"/>
                    <a:pt x="1953" y="466"/>
                  </a:cubicBezTo>
                  <a:cubicBezTo>
                    <a:pt x="1953" y="466"/>
                    <a:pt x="1918" y="288"/>
                    <a:pt x="1572" y="192"/>
                  </a:cubicBezTo>
                  <a:cubicBezTo>
                    <a:pt x="1512" y="175"/>
                    <a:pt x="1459" y="168"/>
                    <a:pt x="1414" y="168"/>
                  </a:cubicBezTo>
                  <a:cubicBezTo>
                    <a:pt x="1211" y="168"/>
                    <a:pt x="1156" y="311"/>
                    <a:pt x="1156" y="311"/>
                  </a:cubicBezTo>
                  <a:cubicBezTo>
                    <a:pt x="1156" y="311"/>
                    <a:pt x="1096" y="61"/>
                    <a:pt x="941" y="14"/>
                  </a:cubicBezTo>
                  <a:cubicBezTo>
                    <a:pt x="908" y="4"/>
                    <a:pt x="875" y="0"/>
                    <a:pt x="844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6555468" y="636161"/>
              <a:ext cx="185805" cy="199389"/>
            </a:xfrm>
            <a:custGeom>
              <a:avLst/>
              <a:gdLst/>
              <a:ahLst/>
              <a:cxnLst/>
              <a:rect l="l" t="t" r="r" b="b"/>
              <a:pathLst>
                <a:path w="2763" h="2965" extrusionOk="0">
                  <a:moveTo>
                    <a:pt x="1442" y="1"/>
                  </a:moveTo>
                  <a:cubicBezTo>
                    <a:pt x="1388" y="1"/>
                    <a:pt x="1334" y="33"/>
                    <a:pt x="1322" y="98"/>
                  </a:cubicBezTo>
                  <a:lnTo>
                    <a:pt x="1167" y="740"/>
                  </a:lnTo>
                  <a:cubicBezTo>
                    <a:pt x="1120" y="955"/>
                    <a:pt x="953" y="1133"/>
                    <a:pt x="762" y="1169"/>
                  </a:cubicBezTo>
                  <a:lnTo>
                    <a:pt x="143" y="1300"/>
                  </a:lnTo>
                  <a:cubicBezTo>
                    <a:pt x="12" y="1336"/>
                    <a:pt x="0" y="1526"/>
                    <a:pt x="131" y="1562"/>
                  </a:cubicBezTo>
                  <a:lnTo>
                    <a:pt x="739" y="1741"/>
                  </a:lnTo>
                  <a:cubicBezTo>
                    <a:pt x="929" y="1800"/>
                    <a:pt x="1072" y="1979"/>
                    <a:pt x="1108" y="2205"/>
                  </a:cubicBezTo>
                  <a:lnTo>
                    <a:pt x="1203" y="2860"/>
                  </a:lnTo>
                  <a:cubicBezTo>
                    <a:pt x="1215" y="2928"/>
                    <a:pt x="1273" y="2964"/>
                    <a:pt x="1331" y="2964"/>
                  </a:cubicBezTo>
                  <a:cubicBezTo>
                    <a:pt x="1384" y="2964"/>
                    <a:pt x="1436" y="2934"/>
                    <a:pt x="1453" y="2872"/>
                  </a:cubicBezTo>
                  <a:lnTo>
                    <a:pt x="1620" y="2169"/>
                  </a:lnTo>
                  <a:cubicBezTo>
                    <a:pt x="1667" y="1979"/>
                    <a:pt x="1798" y="1836"/>
                    <a:pt x="1965" y="1800"/>
                  </a:cubicBezTo>
                  <a:lnTo>
                    <a:pt x="2632" y="1657"/>
                  </a:lnTo>
                  <a:cubicBezTo>
                    <a:pt x="2763" y="1633"/>
                    <a:pt x="2763" y="1443"/>
                    <a:pt x="2632" y="1407"/>
                  </a:cubicBezTo>
                  <a:lnTo>
                    <a:pt x="1989" y="1205"/>
                  </a:lnTo>
                  <a:cubicBezTo>
                    <a:pt x="1822" y="1157"/>
                    <a:pt x="1703" y="1002"/>
                    <a:pt x="1667" y="812"/>
                  </a:cubicBezTo>
                  <a:lnTo>
                    <a:pt x="1560" y="109"/>
                  </a:lnTo>
                  <a:cubicBezTo>
                    <a:pt x="1554" y="36"/>
                    <a:pt x="1498" y="1"/>
                    <a:pt x="1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4157157" y="1630897"/>
              <a:ext cx="186679" cy="199389"/>
            </a:xfrm>
            <a:custGeom>
              <a:avLst/>
              <a:gdLst/>
              <a:ahLst/>
              <a:cxnLst/>
              <a:rect l="l" t="t" r="r" b="b"/>
              <a:pathLst>
                <a:path w="2776" h="2965" extrusionOk="0">
                  <a:moveTo>
                    <a:pt x="1439" y="1"/>
                  </a:moveTo>
                  <a:cubicBezTo>
                    <a:pt x="1386" y="1"/>
                    <a:pt x="1334" y="31"/>
                    <a:pt x="1322" y="93"/>
                  </a:cubicBezTo>
                  <a:lnTo>
                    <a:pt x="1168" y="736"/>
                  </a:lnTo>
                  <a:cubicBezTo>
                    <a:pt x="1120" y="962"/>
                    <a:pt x="953" y="1129"/>
                    <a:pt x="763" y="1177"/>
                  </a:cubicBezTo>
                  <a:lnTo>
                    <a:pt x="144" y="1308"/>
                  </a:lnTo>
                  <a:cubicBezTo>
                    <a:pt x="13" y="1331"/>
                    <a:pt x="1" y="1522"/>
                    <a:pt x="132" y="1558"/>
                  </a:cubicBezTo>
                  <a:lnTo>
                    <a:pt x="739" y="1748"/>
                  </a:lnTo>
                  <a:cubicBezTo>
                    <a:pt x="930" y="1796"/>
                    <a:pt x="1072" y="1986"/>
                    <a:pt x="1108" y="2212"/>
                  </a:cubicBezTo>
                  <a:lnTo>
                    <a:pt x="1203" y="2855"/>
                  </a:lnTo>
                  <a:cubicBezTo>
                    <a:pt x="1216" y="2928"/>
                    <a:pt x="1271" y="2964"/>
                    <a:pt x="1328" y="2964"/>
                  </a:cubicBezTo>
                  <a:cubicBezTo>
                    <a:pt x="1381" y="2964"/>
                    <a:pt x="1436" y="2931"/>
                    <a:pt x="1453" y="2867"/>
                  </a:cubicBezTo>
                  <a:lnTo>
                    <a:pt x="1620" y="2177"/>
                  </a:lnTo>
                  <a:cubicBezTo>
                    <a:pt x="1668" y="1986"/>
                    <a:pt x="1799" y="1843"/>
                    <a:pt x="1965" y="1808"/>
                  </a:cubicBezTo>
                  <a:lnTo>
                    <a:pt x="2632" y="1665"/>
                  </a:lnTo>
                  <a:cubicBezTo>
                    <a:pt x="2763" y="1629"/>
                    <a:pt x="2775" y="1438"/>
                    <a:pt x="2632" y="1403"/>
                  </a:cubicBezTo>
                  <a:lnTo>
                    <a:pt x="1989" y="1212"/>
                  </a:lnTo>
                  <a:cubicBezTo>
                    <a:pt x="1823" y="1165"/>
                    <a:pt x="1703" y="1010"/>
                    <a:pt x="1668" y="819"/>
                  </a:cubicBezTo>
                  <a:lnTo>
                    <a:pt x="1561" y="105"/>
                  </a:lnTo>
                  <a:cubicBezTo>
                    <a:pt x="1554" y="37"/>
                    <a:pt x="1496" y="1"/>
                    <a:pt x="1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8430893" y="3560697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2" y="1"/>
                  </a:moveTo>
                  <a:cubicBezTo>
                    <a:pt x="1379" y="1"/>
                    <a:pt x="1327" y="31"/>
                    <a:pt x="1310" y="93"/>
                  </a:cubicBezTo>
                  <a:lnTo>
                    <a:pt x="1155" y="736"/>
                  </a:lnTo>
                  <a:cubicBezTo>
                    <a:pt x="1108" y="962"/>
                    <a:pt x="953" y="1129"/>
                    <a:pt x="750" y="1165"/>
                  </a:cubicBezTo>
                  <a:lnTo>
                    <a:pt x="143" y="1296"/>
                  </a:lnTo>
                  <a:cubicBezTo>
                    <a:pt x="0" y="1331"/>
                    <a:pt x="0" y="1522"/>
                    <a:pt x="131" y="1558"/>
                  </a:cubicBezTo>
                  <a:lnTo>
                    <a:pt x="727" y="1736"/>
                  </a:lnTo>
                  <a:cubicBezTo>
                    <a:pt x="917" y="1796"/>
                    <a:pt x="1060" y="1974"/>
                    <a:pt x="1096" y="2200"/>
                  </a:cubicBezTo>
                  <a:lnTo>
                    <a:pt x="1203" y="2855"/>
                  </a:lnTo>
                  <a:cubicBezTo>
                    <a:pt x="1209" y="2928"/>
                    <a:pt x="1265" y="2964"/>
                    <a:pt x="1321" y="2964"/>
                  </a:cubicBezTo>
                  <a:cubicBezTo>
                    <a:pt x="1375" y="2964"/>
                    <a:pt x="1429" y="2931"/>
                    <a:pt x="1441" y="2867"/>
                  </a:cubicBezTo>
                  <a:lnTo>
                    <a:pt x="1608" y="2165"/>
                  </a:lnTo>
                  <a:cubicBezTo>
                    <a:pt x="1655" y="1986"/>
                    <a:pt x="1786" y="1843"/>
                    <a:pt x="1953" y="1808"/>
                  </a:cubicBezTo>
                  <a:lnTo>
                    <a:pt x="2620" y="1665"/>
                  </a:lnTo>
                  <a:cubicBezTo>
                    <a:pt x="2751" y="1629"/>
                    <a:pt x="2763" y="1438"/>
                    <a:pt x="2632" y="1403"/>
                  </a:cubicBezTo>
                  <a:lnTo>
                    <a:pt x="1977" y="1212"/>
                  </a:lnTo>
                  <a:cubicBezTo>
                    <a:pt x="1810" y="1165"/>
                    <a:pt x="1691" y="1010"/>
                    <a:pt x="1667" y="819"/>
                  </a:cubicBezTo>
                  <a:lnTo>
                    <a:pt x="1560" y="105"/>
                  </a:lnTo>
                  <a:cubicBezTo>
                    <a:pt x="1548" y="37"/>
                    <a:pt x="1490" y="1"/>
                    <a:pt x="1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8010636" y="1986261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6" y="0"/>
                  </a:moveTo>
                  <a:cubicBezTo>
                    <a:pt x="1382" y="0"/>
                    <a:pt x="1328" y="33"/>
                    <a:pt x="1310" y="97"/>
                  </a:cubicBezTo>
                  <a:lnTo>
                    <a:pt x="1155" y="740"/>
                  </a:lnTo>
                  <a:cubicBezTo>
                    <a:pt x="1108" y="954"/>
                    <a:pt x="953" y="1133"/>
                    <a:pt x="750" y="1169"/>
                  </a:cubicBezTo>
                  <a:lnTo>
                    <a:pt x="143" y="1300"/>
                  </a:lnTo>
                  <a:cubicBezTo>
                    <a:pt x="0" y="1335"/>
                    <a:pt x="0" y="1526"/>
                    <a:pt x="131" y="1562"/>
                  </a:cubicBezTo>
                  <a:lnTo>
                    <a:pt x="727" y="1740"/>
                  </a:lnTo>
                  <a:cubicBezTo>
                    <a:pt x="917" y="1800"/>
                    <a:pt x="1060" y="1978"/>
                    <a:pt x="1096" y="2205"/>
                  </a:cubicBezTo>
                  <a:lnTo>
                    <a:pt x="1203" y="2859"/>
                  </a:lnTo>
                  <a:cubicBezTo>
                    <a:pt x="1209" y="2928"/>
                    <a:pt x="1267" y="2964"/>
                    <a:pt x="1325" y="2964"/>
                  </a:cubicBezTo>
                  <a:cubicBezTo>
                    <a:pt x="1378" y="2964"/>
                    <a:pt x="1430" y="2934"/>
                    <a:pt x="1441" y="2871"/>
                  </a:cubicBezTo>
                  <a:lnTo>
                    <a:pt x="1608" y="2169"/>
                  </a:lnTo>
                  <a:cubicBezTo>
                    <a:pt x="1655" y="1978"/>
                    <a:pt x="1786" y="1836"/>
                    <a:pt x="1953" y="1800"/>
                  </a:cubicBezTo>
                  <a:lnTo>
                    <a:pt x="2620" y="1657"/>
                  </a:lnTo>
                  <a:cubicBezTo>
                    <a:pt x="2751" y="1633"/>
                    <a:pt x="2763" y="1443"/>
                    <a:pt x="2632" y="1407"/>
                  </a:cubicBezTo>
                  <a:lnTo>
                    <a:pt x="1977" y="1205"/>
                  </a:lnTo>
                  <a:cubicBezTo>
                    <a:pt x="1810" y="1157"/>
                    <a:pt x="1691" y="1002"/>
                    <a:pt x="1667" y="812"/>
                  </a:cubicBezTo>
                  <a:lnTo>
                    <a:pt x="1560" y="109"/>
                  </a:lnTo>
                  <a:cubicBezTo>
                    <a:pt x="1548" y="36"/>
                    <a:pt x="1492" y="0"/>
                    <a:pt x="1436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6" name="Google Shape;986;p42"/>
            <p:cNvGrpSpPr/>
            <p:nvPr/>
          </p:nvGrpSpPr>
          <p:grpSpPr>
            <a:xfrm>
              <a:off x="4318075" y="403696"/>
              <a:ext cx="1348907" cy="1226248"/>
              <a:chOff x="6494019" y="-137261"/>
              <a:chExt cx="2116596" cy="1924130"/>
            </a:xfrm>
          </p:grpSpPr>
          <p:sp>
            <p:nvSpPr>
              <p:cNvPr id="987" name="Google Shape;987;p42"/>
              <p:cNvSpPr/>
              <p:nvPr/>
            </p:nvSpPr>
            <p:spPr>
              <a:xfrm>
                <a:off x="6494019" y="-137261"/>
                <a:ext cx="2116596" cy="1924130"/>
              </a:xfrm>
              <a:custGeom>
                <a:avLst/>
                <a:gdLst/>
                <a:ahLst/>
                <a:cxnLst/>
                <a:rect l="l" t="t" r="r" b="b"/>
                <a:pathLst>
                  <a:path w="63509" h="57734" extrusionOk="0">
                    <a:moveTo>
                      <a:pt x="31969" y="1"/>
                    </a:moveTo>
                    <a:cubicBezTo>
                      <a:pt x="28706" y="1"/>
                      <a:pt x="26051" y="3644"/>
                      <a:pt x="25992" y="8168"/>
                    </a:cubicBezTo>
                    <a:cubicBezTo>
                      <a:pt x="25897" y="8049"/>
                      <a:pt x="25801" y="7930"/>
                      <a:pt x="25694" y="7811"/>
                    </a:cubicBezTo>
                    <a:cubicBezTo>
                      <a:pt x="23611" y="5439"/>
                      <a:pt x="20864" y="4108"/>
                      <a:pt x="18518" y="4108"/>
                    </a:cubicBezTo>
                    <a:cubicBezTo>
                      <a:pt x="17378" y="4108"/>
                      <a:pt x="16332" y="4423"/>
                      <a:pt x="15502" y="5085"/>
                    </a:cubicBezTo>
                    <a:cubicBezTo>
                      <a:pt x="13478" y="6692"/>
                      <a:pt x="13359" y="9883"/>
                      <a:pt x="14967" y="12895"/>
                    </a:cubicBezTo>
                    <a:cubicBezTo>
                      <a:pt x="13279" y="12099"/>
                      <a:pt x="11536" y="11713"/>
                      <a:pt x="9957" y="11713"/>
                    </a:cubicBezTo>
                    <a:cubicBezTo>
                      <a:pt x="7613" y="11713"/>
                      <a:pt x="5631" y="12564"/>
                      <a:pt x="4727" y="14193"/>
                    </a:cubicBezTo>
                    <a:cubicBezTo>
                      <a:pt x="3310" y="16753"/>
                      <a:pt x="5084" y="20337"/>
                      <a:pt x="8704" y="22563"/>
                    </a:cubicBezTo>
                    <a:cubicBezTo>
                      <a:pt x="3894" y="22575"/>
                      <a:pt x="0" y="25111"/>
                      <a:pt x="0" y="28254"/>
                    </a:cubicBezTo>
                    <a:cubicBezTo>
                      <a:pt x="0" y="31243"/>
                      <a:pt x="3537" y="33683"/>
                      <a:pt x="8025" y="33922"/>
                    </a:cubicBezTo>
                    <a:cubicBezTo>
                      <a:pt x="7894" y="34017"/>
                      <a:pt x="7763" y="34124"/>
                      <a:pt x="7632" y="34231"/>
                    </a:cubicBezTo>
                    <a:cubicBezTo>
                      <a:pt x="3930" y="37172"/>
                      <a:pt x="2644" y="41518"/>
                      <a:pt x="4751" y="43923"/>
                    </a:cubicBezTo>
                    <a:cubicBezTo>
                      <a:pt x="5674" y="44975"/>
                      <a:pt x="7091" y="45488"/>
                      <a:pt x="8702" y="45488"/>
                    </a:cubicBezTo>
                    <a:cubicBezTo>
                      <a:pt x="10792" y="45488"/>
                      <a:pt x="13209" y="44625"/>
                      <a:pt x="15300" y="42958"/>
                    </a:cubicBezTo>
                    <a:cubicBezTo>
                      <a:pt x="15348" y="42923"/>
                      <a:pt x="15383" y="42887"/>
                      <a:pt x="15431" y="42851"/>
                    </a:cubicBezTo>
                    <a:lnTo>
                      <a:pt x="15431" y="42851"/>
                    </a:lnTo>
                    <a:cubicBezTo>
                      <a:pt x="15014" y="43375"/>
                      <a:pt x="14621" y="43947"/>
                      <a:pt x="14276" y="44578"/>
                    </a:cubicBezTo>
                    <a:cubicBezTo>
                      <a:pt x="12026" y="48638"/>
                      <a:pt x="12573" y="53114"/>
                      <a:pt x="15502" y="54579"/>
                    </a:cubicBezTo>
                    <a:cubicBezTo>
                      <a:pt x="16132" y="54896"/>
                      <a:pt x="16822" y="55047"/>
                      <a:pt x="17539" y="55047"/>
                    </a:cubicBezTo>
                    <a:cubicBezTo>
                      <a:pt x="20020" y="55047"/>
                      <a:pt x="22828" y="53242"/>
                      <a:pt x="24611" y="50304"/>
                    </a:cubicBezTo>
                    <a:cubicBezTo>
                      <a:pt x="24932" y="54484"/>
                      <a:pt x="27480" y="57734"/>
                      <a:pt x="30564" y="57734"/>
                    </a:cubicBezTo>
                    <a:cubicBezTo>
                      <a:pt x="33612" y="57734"/>
                      <a:pt x="36124" y="54555"/>
                      <a:pt x="36493" y="50459"/>
                    </a:cubicBezTo>
                    <a:cubicBezTo>
                      <a:pt x="36612" y="50602"/>
                      <a:pt x="36719" y="50745"/>
                      <a:pt x="36838" y="50876"/>
                    </a:cubicBezTo>
                    <a:cubicBezTo>
                      <a:pt x="38925" y="53251"/>
                      <a:pt x="41676" y="54582"/>
                      <a:pt x="44024" y="54582"/>
                    </a:cubicBezTo>
                    <a:cubicBezTo>
                      <a:pt x="45161" y="54582"/>
                      <a:pt x="46203" y="54271"/>
                      <a:pt x="47030" y="53614"/>
                    </a:cubicBezTo>
                    <a:cubicBezTo>
                      <a:pt x="49566" y="51590"/>
                      <a:pt x="49114" y="47102"/>
                      <a:pt x="46030" y="43577"/>
                    </a:cubicBezTo>
                    <a:cubicBezTo>
                      <a:pt x="43944" y="41202"/>
                      <a:pt x="41187" y="39871"/>
                      <a:pt x="38835" y="39871"/>
                    </a:cubicBezTo>
                    <a:cubicBezTo>
                      <a:pt x="37697" y="39871"/>
                      <a:pt x="36653" y="40183"/>
                      <a:pt x="35826" y="40839"/>
                    </a:cubicBezTo>
                    <a:cubicBezTo>
                      <a:pt x="35124" y="41411"/>
                      <a:pt x="34648" y="42161"/>
                      <a:pt x="34398" y="43030"/>
                    </a:cubicBezTo>
                    <a:cubicBezTo>
                      <a:pt x="33362" y="41827"/>
                      <a:pt x="32028" y="41101"/>
                      <a:pt x="30564" y="41101"/>
                    </a:cubicBezTo>
                    <a:cubicBezTo>
                      <a:pt x="28825" y="41101"/>
                      <a:pt x="27266" y="42125"/>
                      <a:pt x="26170" y="43768"/>
                    </a:cubicBezTo>
                    <a:cubicBezTo>
                      <a:pt x="25920" y="42018"/>
                      <a:pt x="25063" y="40589"/>
                      <a:pt x="23646" y="39863"/>
                    </a:cubicBezTo>
                    <a:cubicBezTo>
                      <a:pt x="23014" y="39551"/>
                      <a:pt x="22325" y="39402"/>
                      <a:pt x="21610" y="39402"/>
                    </a:cubicBezTo>
                    <a:cubicBezTo>
                      <a:pt x="20141" y="39402"/>
                      <a:pt x="18562" y="40028"/>
                      <a:pt x="17145" y="41149"/>
                    </a:cubicBezTo>
                    <a:cubicBezTo>
                      <a:pt x="19372" y="38434"/>
                      <a:pt x="19884" y="35219"/>
                      <a:pt x="18169" y="33267"/>
                    </a:cubicBezTo>
                    <a:cubicBezTo>
                      <a:pt x="17515" y="32517"/>
                      <a:pt x="16598" y="32040"/>
                      <a:pt x="15538" y="31826"/>
                    </a:cubicBezTo>
                    <a:cubicBezTo>
                      <a:pt x="16753" y="30850"/>
                      <a:pt x="17479" y="29611"/>
                      <a:pt x="17479" y="28254"/>
                    </a:cubicBezTo>
                    <a:cubicBezTo>
                      <a:pt x="17479" y="26778"/>
                      <a:pt x="16610" y="25432"/>
                      <a:pt x="15193" y="24420"/>
                    </a:cubicBezTo>
                    <a:cubicBezTo>
                      <a:pt x="17443" y="24361"/>
                      <a:pt x="19324" y="23515"/>
                      <a:pt x="20193" y="21944"/>
                    </a:cubicBezTo>
                    <a:cubicBezTo>
                      <a:pt x="20848" y="20765"/>
                      <a:pt x="20824" y="19360"/>
                      <a:pt x="20253" y="17967"/>
                    </a:cubicBezTo>
                    <a:lnTo>
                      <a:pt x="20253" y="17967"/>
                    </a:lnTo>
                    <a:cubicBezTo>
                      <a:pt x="21417" y="18523"/>
                      <a:pt x="22602" y="18814"/>
                      <a:pt x="23699" y="18814"/>
                    </a:cubicBezTo>
                    <a:cubicBezTo>
                      <a:pt x="24834" y="18814"/>
                      <a:pt x="25877" y="18502"/>
                      <a:pt x="26706" y="17848"/>
                    </a:cubicBezTo>
                    <a:cubicBezTo>
                      <a:pt x="27611" y="17122"/>
                      <a:pt x="28135" y="16074"/>
                      <a:pt x="28290" y="14872"/>
                    </a:cubicBezTo>
                    <a:cubicBezTo>
                      <a:pt x="29314" y="15979"/>
                      <a:pt x="30588" y="16634"/>
                      <a:pt x="31969" y="16634"/>
                    </a:cubicBezTo>
                    <a:cubicBezTo>
                      <a:pt x="33671" y="16634"/>
                      <a:pt x="35195" y="15645"/>
                      <a:pt x="36291" y="14074"/>
                    </a:cubicBezTo>
                    <a:cubicBezTo>
                      <a:pt x="36350" y="16205"/>
                      <a:pt x="37243" y="17991"/>
                      <a:pt x="38886" y="18813"/>
                    </a:cubicBezTo>
                    <a:cubicBezTo>
                      <a:pt x="39518" y="19133"/>
                      <a:pt x="40210" y="19285"/>
                      <a:pt x="40929" y="19285"/>
                    </a:cubicBezTo>
                    <a:cubicBezTo>
                      <a:pt x="42078" y="19285"/>
                      <a:pt x="43296" y="18897"/>
                      <a:pt x="44446" y="18193"/>
                    </a:cubicBezTo>
                    <a:lnTo>
                      <a:pt x="44446" y="18193"/>
                    </a:lnTo>
                    <a:cubicBezTo>
                      <a:pt x="43589" y="20229"/>
                      <a:pt x="43684" y="22265"/>
                      <a:pt x="44899" y="23658"/>
                    </a:cubicBezTo>
                    <a:cubicBezTo>
                      <a:pt x="45637" y="24504"/>
                      <a:pt x="46685" y="24992"/>
                      <a:pt x="47899" y="25159"/>
                    </a:cubicBezTo>
                    <a:cubicBezTo>
                      <a:pt x="46732" y="26123"/>
                      <a:pt x="46030" y="27349"/>
                      <a:pt x="46030" y="28671"/>
                    </a:cubicBezTo>
                    <a:cubicBezTo>
                      <a:pt x="46030" y="30290"/>
                      <a:pt x="47054" y="31743"/>
                      <a:pt x="48709" y="32779"/>
                    </a:cubicBezTo>
                    <a:cubicBezTo>
                      <a:pt x="48693" y="32778"/>
                      <a:pt x="48677" y="32778"/>
                      <a:pt x="48661" y="32778"/>
                    </a:cubicBezTo>
                    <a:cubicBezTo>
                      <a:pt x="46324" y="32778"/>
                      <a:pt x="44345" y="33635"/>
                      <a:pt x="43446" y="35255"/>
                    </a:cubicBezTo>
                    <a:cubicBezTo>
                      <a:pt x="41910" y="38041"/>
                      <a:pt x="44125" y="42030"/>
                      <a:pt x="48387" y="44173"/>
                    </a:cubicBezTo>
                    <a:cubicBezTo>
                      <a:pt x="50162" y="45058"/>
                      <a:pt x="52013" y="45487"/>
                      <a:pt x="53680" y="45487"/>
                    </a:cubicBezTo>
                    <a:cubicBezTo>
                      <a:pt x="56029" y="45487"/>
                      <a:pt x="58014" y="44635"/>
                      <a:pt x="58913" y="43006"/>
                    </a:cubicBezTo>
                    <a:cubicBezTo>
                      <a:pt x="60389" y="40339"/>
                      <a:pt x="58413" y="36553"/>
                      <a:pt x="54472" y="34362"/>
                    </a:cubicBezTo>
                    <a:lnTo>
                      <a:pt x="54769" y="34362"/>
                    </a:lnTo>
                    <a:cubicBezTo>
                      <a:pt x="59603" y="34362"/>
                      <a:pt x="63508" y="31814"/>
                      <a:pt x="63508" y="28671"/>
                    </a:cubicBezTo>
                    <a:cubicBezTo>
                      <a:pt x="63508" y="25599"/>
                      <a:pt x="59758" y="23087"/>
                      <a:pt x="55079" y="22992"/>
                    </a:cubicBezTo>
                    <a:cubicBezTo>
                      <a:pt x="55198" y="22896"/>
                      <a:pt x="55329" y="22801"/>
                      <a:pt x="55448" y="22706"/>
                    </a:cubicBezTo>
                    <a:cubicBezTo>
                      <a:pt x="59151" y="19753"/>
                      <a:pt x="60437" y="15419"/>
                      <a:pt x="58317" y="13002"/>
                    </a:cubicBezTo>
                    <a:cubicBezTo>
                      <a:pt x="57397" y="11953"/>
                      <a:pt x="55984" y="11443"/>
                      <a:pt x="54378" y="11443"/>
                    </a:cubicBezTo>
                    <a:cubicBezTo>
                      <a:pt x="52576" y="11443"/>
                      <a:pt x="50530" y="12084"/>
                      <a:pt x="48661" y="13324"/>
                    </a:cubicBezTo>
                    <a:cubicBezTo>
                      <a:pt x="50423" y="9490"/>
                      <a:pt x="49769" y="5478"/>
                      <a:pt x="47042" y="4108"/>
                    </a:cubicBezTo>
                    <a:cubicBezTo>
                      <a:pt x="46411" y="3793"/>
                      <a:pt x="45720" y="3643"/>
                      <a:pt x="45003" y="3643"/>
                    </a:cubicBezTo>
                    <a:cubicBezTo>
                      <a:pt x="42529" y="3643"/>
                      <a:pt x="39739" y="5425"/>
                      <a:pt x="37958" y="8323"/>
                    </a:cubicBezTo>
                    <a:cubicBezTo>
                      <a:pt x="37958" y="3727"/>
                      <a:pt x="35279" y="1"/>
                      <a:pt x="319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2"/>
              <p:cNvSpPr/>
              <p:nvPr/>
            </p:nvSpPr>
            <p:spPr>
              <a:xfrm>
                <a:off x="6933325" y="242331"/>
                <a:ext cx="1238002" cy="1209350"/>
              </a:xfrm>
              <a:custGeom>
                <a:avLst/>
                <a:gdLst/>
                <a:ahLst/>
                <a:cxnLst/>
                <a:rect l="l" t="t" r="r" b="b"/>
                <a:pathLst>
                  <a:path w="46983" h="45900" extrusionOk="0">
                    <a:moveTo>
                      <a:pt x="23491" y="1"/>
                    </a:moveTo>
                    <a:cubicBezTo>
                      <a:pt x="10514" y="1"/>
                      <a:pt x="0" y="10276"/>
                      <a:pt x="0" y="22956"/>
                    </a:cubicBezTo>
                    <a:cubicBezTo>
                      <a:pt x="0" y="35624"/>
                      <a:pt x="10514" y="45899"/>
                      <a:pt x="23491" y="45899"/>
                    </a:cubicBezTo>
                    <a:cubicBezTo>
                      <a:pt x="36469" y="45899"/>
                      <a:pt x="46982" y="35624"/>
                      <a:pt x="46982" y="22956"/>
                    </a:cubicBezTo>
                    <a:cubicBezTo>
                      <a:pt x="46982" y="10276"/>
                      <a:pt x="36469" y="1"/>
                      <a:pt x="234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9" name="Google Shape;989;p42"/>
          <p:cNvSpPr/>
          <p:nvPr/>
        </p:nvSpPr>
        <p:spPr>
          <a:xfrm>
            <a:off x="849993" y="539386"/>
            <a:ext cx="185805" cy="199389"/>
          </a:xfrm>
          <a:custGeom>
            <a:avLst/>
            <a:gdLst/>
            <a:ahLst/>
            <a:cxnLst/>
            <a:rect l="l" t="t" r="r" b="b"/>
            <a:pathLst>
              <a:path w="2763" h="2965" extrusionOk="0">
                <a:moveTo>
                  <a:pt x="1442" y="1"/>
                </a:moveTo>
                <a:cubicBezTo>
                  <a:pt x="1388" y="1"/>
                  <a:pt x="1334" y="33"/>
                  <a:pt x="1322" y="98"/>
                </a:cubicBezTo>
                <a:lnTo>
                  <a:pt x="1167" y="740"/>
                </a:lnTo>
                <a:cubicBezTo>
                  <a:pt x="1120" y="955"/>
                  <a:pt x="953" y="1133"/>
                  <a:pt x="762" y="1169"/>
                </a:cubicBezTo>
                <a:lnTo>
                  <a:pt x="143" y="1300"/>
                </a:lnTo>
                <a:cubicBezTo>
                  <a:pt x="12" y="1336"/>
                  <a:pt x="0" y="1526"/>
                  <a:pt x="131" y="1562"/>
                </a:cubicBezTo>
                <a:lnTo>
                  <a:pt x="739" y="1741"/>
                </a:lnTo>
                <a:cubicBezTo>
                  <a:pt x="929" y="1800"/>
                  <a:pt x="1072" y="1979"/>
                  <a:pt x="1108" y="2205"/>
                </a:cubicBezTo>
                <a:lnTo>
                  <a:pt x="1203" y="2860"/>
                </a:lnTo>
                <a:cubicBezTo>
                  <a:pt x="1215" y="2928"/>
                  <a:pt x="1273" y="2964"/>
                  <a:pt x="1331" y="2964"/>
                </a:cubicBezTo>
                <a:cubicBezTo>
                  <a:pt x="1384" y="2964"/>
                  <a:pt x="1436" y="2934"/>
                  <a:pt x="1453" y="2872"/>
                </a:cubicBezTo>
                <a:lnTo>
                  <a:pt x="1620" y="2169"/>
                </a:lnTo>
                <a:cubicBezTo>
                  <a:pt x="1667" y="1979"/>
                  <a:pt x="1798" y="1836"/>
                  <a:pt x="1965" y="1800"/>
                </a:cubicBezTo>
                <a:lnTo>
                  <a:pt x="2632" y="1657"/>
                </a:lnTo>
                <a:cubicBezTo>
                  <a:pt x="2763" y="1633"/>
                  <a:pt x="2763" y="1443"/>
                  <a:pt x="2632" y="1407"/>
                </a:cubicBezTo>
                <a:lnTo>
                  <a:pt x="1989" y="1205"/>
                </a:lnTo>
                <a:cubicBezTo>
                  <a:pt x="1822" y="1157"/>
                  <a:pt x="1703" y="1002"/>
                  <a:pt x="1667" y="812"/>
                </a:cubicBezTo>
                <a:lnTo>
                  <a:pt x="1560" y="109"/>
                </a:lnTo>
                <a:cubicBezTo>
                  <a:pt x="1554" y="36"/>
                  <a:pt x="1498" y="1"/>
                  <a:pt x="14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59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p44"/>
          <p:cNvGrpSpPr/>
          <p:nvPr/>
        </p:nvGrpSpPr>
        <p:grpSpPr>
          <a:xfrm>
            <a:off x="742979" y="-358481"/>
            <a:ext cx="7425250" cy="5200500"/>
            <a:chOff x="684000" y="-310300"/>
            <a:chExt cx="7425250" cy="5200500"/>
          </a:xfrm>
        </p:grpSpPr>
        <p:sp>
          <p:nvSpPr>
            <p:cNvPr id="1115" name="Google Shape;1115;p44"/>
            <p:cNvSpPr/>
            <p:nvPr/>
          </p:nvSpPr>
          <p:spPr>
            <a:xfrm>
              <a:off x="2908750" y="-310300"/>
              <a:ext cx="5200500" cy="5200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4"/>
            <p:cNvSpPr/>
            <p:nvPr/>
          </p:nvSpPr>
          <p:spPr>
            <a:xfrm>
              <a:off x="684000" y="278550"/>
              <a:ext cx="4233300" cy="423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9" name="Google Shape;1119;p44"/>
          <p:cNvSpPr/>
          <p:nvPr/>
        </p:nvSpPr>
        <p:spPr>
          <a:xfrm>
            <a:off x="765188" y="3898850"/>
            <a:ext cx="231195" cy="248348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44"/>
          <p:cNvSpPr/>
          <p:nvPr/>
        </p:nvSpPr>
        <p:spPr>
          <a:xfrm rot="1436664">
            <a:off x="8147896" y="1870741"/>
            <a:ext cx="235986" cy="240421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44"/>
          <p:cNvSpPr/>
          <p:nvPr/>
        </p:nvSpPr>
        <p:spPr>
          <a:xfrm rot="3698333">
            <a:off x="1389461" y="4484400"/>
            <a:ext cx="295353" cy="300940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44"/>
          <p:cNvSpPr/>
          <p:nvPr/>
        </p:nvSpPr>
        <p:spPr>
          <a:xfrm>
            <a:off x="5874461" y="3962975"/>
            <a:ext cx="295347" cy="300934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44"/>
          <p:cNvSpPr/>
          <p:nvPr/>
        </p:nvSpPr>
        <p:spPr>
          <a:xfrm>
            <a:off x="6054210" y="-5190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44"/>
          <p:cNvSpPr/>
          <p:nvPr/>
        </p:nvSpPr>
        <p:spPr>
          <a:xfrm>
            <a:off x="1163725" y="253807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5" name="Google Shape;1125;p44"/>
          <p:cNvGrpSpPr/>
          <p:nvPr/>
        </p:nvGrpSpPr>
        <p:grpSpPr>
          <a:xfrm>
            <a:off x="7425021" y="2662257"/>
            <a:ext cx="1255142" cy="1141009"/>
            <a:chOff x="6494019" y="-137261"/>
            <a:chExt cx="2116596" cy="1924130"/>
          </a:xfrm>
        </p:grpSpPr>
        <p:sp>
          <p:nvSpPr>
            <p:cNvPr id="1126" name="Google Shape;1126;p44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9D730E-2796-6D5C-F9AC-0FABC29D2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59994"/>
              </p:ext>
            </p:extLst>
          </p:nvPr>
        </p:nvGraphicFramePr>
        <p:xfrm>
          <a:off x="197256" y="594816"/>
          <a:ext cx="8749488" cy="451997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657533">
                  <a:extLst>
                    <a:ext uri="{9D8B030D-6E8A-4147-A177-3AD203B41FA5}">
                      <a16:colId xmlns:a16="http://schemas.microsoft.com/office/drawing/2014/main" val="1536706312"/>
                    </a:ext>
                  </a:extLst>
                </a:gridCol>
                <a:gridCol w="2217408">
                  <a:extLst>
                    <a:ext uri="{9D8B030D-6E8A-4147-A177-3AD203B41FA5}">
                      <a16:colId xmlns:a16="http://schemas.microsoft.com/office/drawing/2014/main" val="3311267339"/>
                    </a:ext>
                  </a:extLst>
                </a:gridCol>
                <a:gridCol w="2683089">
                  <a:extLst>
                    <a:ext uri="{9D8B030D-6E8A-4147-A177-3AD203B41FA5}">
                      <a16:colId xmlns:a16="http://schemas.microsoft.com/office/drawing/2014/main" val="2575848232"/>
                    </a:ext>
                  </a:extLst>
                </a:gridCol>
                <a:gridCol w="3191458">
                  <a:extLst>
                    <a:ext uri="{9D8B030D-6E8A-4147-A177-3AD203B41FA5}">
                      <a16:colId xmlns:a16="http://schemas.microsoft.com/office/drawing/2014/main" val="1329615831"/>
                    </a:ext>
                  </a:extLst>
                </a:gridCol>
              </a:tblGrid>
              <a:tr h="311636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No.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Area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AI Use Case Example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Value to Users/Business</a:t>
                      </a:r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706669883"/>
                  </a:ext>
                </a:extLst>
              </a:tr>
              <a:tr h="5434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👵 User Experience (UX) </a:t>
                      </a:r>
                      <a:r>
                        <a:rPr lang="en-GB" sz="1600" dirty="0"/>
                        <a:t>&amp; Navigation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Voice commands, AI chat help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Easier for seniors to navigate</a:t>
                      </a:r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3534268843"/>
                  </a:ext>
                </a:extLst>
              </a:tr>
              <a:tr h="688282">
                <a:tc>
                  <a:txBody>
                    <a:bodyPr/>
                    <a:lstStyle/>
                    <a:p>
                      <a:pPr algn="ctr"/>
                      <a:r>
                        <a:rPr lang="en-GB" sz="16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🧠</a:t>
                      </a:r>
                      <a:r>
                        <a:rPr lang="en-GB" sz="1600" dirty="0"/>
                        <a:t>Content 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Personalisation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AI recommends content/events based on age, location, interests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Personalised, </a:t>
                      </a:r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higher engagement &amp; satisfaction</a:t>
                      </a:r>
                      <a:endParaRPr lang="en-GB" sz="1400" dirty="0"/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1652769288"/>
                  </a:ext>
                </a:extLst>
              </a:tr>
              <a:tr h="543418">
                <a:tc>
                  <a:txBody>
                    <a:bodyPr/>
                    <a:lstStyle/>
                    <a:p>
                      <a:pPr algn="ctr"/>
                      <a:r>
                        <a:rPr lang="en-GB" sz="16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👨‍👩‍👧 Family Support Tools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AI-generated memory journals, voice-to-text family messaging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More emotional connection</a:t>
                      </a:r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1975446375"/>
                  </a:ext>
                </a:extLst>
              </a:tr>
              <a:tr h="543418">
                <a:tc>
                  <a:txBody>
                    <a:bodyPr/>
                    <a:lstStyle/>
                    <a:p>
                      <a:pPr algn="ctr"/>
                      <a:r>
                        <a:rPr lang="en-GB" sz="16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🗣️ 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Translation &amp; Accessibility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Real-time speech-to-text, multilingual support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Inclusive experience for diverse communities</a:t>
                      </a:r>
                      <a:endParaRPr lang="en-GB" sz="1400" dirty="0"/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3303597042"/>
                  </a:ext>
                </a:extLst>
              </a:tr>
              <a:tr h="48547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5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🤖 </a:t>
                      </a:r>
                      <a:r>
                        <a:rPr lang="en-GB" sz="1600" dirty="0"/>
                        <a:t>Customer Support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24/7 AI-powered assistant (FAQ bot, booking help)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Reduced response time, better support</a:t>
                      </a:r>
                      <a:endParaRPr lang="en-GB" sz="1400" dirty="0"/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82470795"/>
                  </a:ext>
                </a:extLst>
              </a:tr>
              <a:tr h="48547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6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🏥 </a:t>
                      </a:r>
                      <a:r>
                        <a:rPr lang="en-GB" sz="1600" dirty="0"/>
                        <a:t>Health &amp; Safety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Detect mood/cognitive change in text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Support early intervention from caregivers</a:t>
                      </a:r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161951228"/>
                  </a:ext>
                </a:extLst>
              </a:tr>
              <a:tr h="695346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7</a:t>
                      </a:r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📈 Business Insights</a:t>
                      </a:r>
                      <a:endParaRPr lang="en-GB" sz="1600" dirty="0"/>
                    </a:p>
                  </a:txBody>
                  <a:tcPr marL="84007" marR="84007" marT="42004" marB="42004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AI analyses site usage and feedback to suggest improvements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Better data-driven decisions</a:t>
                      </a:r>
                    </a:p>
                  </a:txBody>
                  <a:tcPr marL="84007" marR="84007" marT="42004" marB="42004" anchor="ctr"/>
                </a:tc>
                <a:extLst>
                  <a:ext uri="{0D108BD9-81ED-4DB2-BD59-A6C34878D82A}">
                    <a16:rowId xmlns:a16="http://schemas.microsoft.com/office/drawing/2014/main" val="39709123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1F123E-7433-F403-84BE-5CD609028C31}"/>
              </a:ext>
            </a:extLst>
          </p:cNvPr>
          <p:cNvSpPr txBox="1"/>
          <p:nvPr/>
        </p:nvSpPr>
        <p:spPr>
          <a:xfrm>
            <a:off x="672311" y="-51902"/>
            <a:ext cx="77993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200" b="1" dirty="0">
                <a:solidFill>
                  <a:schemeClr val="dk1"/>
                </a:solidFill>
                <a:latin typeface="Nunito ExtraBold"/>
                <a:sym typeface="Nunito ExtraBold"/>
              </a:rPr>
              <a:t>AI Opportunities Dashboard</a:t>
            </a:r>
          </a:p>
        </p:txBody>
      </p:sp>
    </p:spTree>
    <p:extLst>
      <p:ext uri="{BB962C8B-B14F-4D97-AF65-F5344CB8AC3E}">
        <p14:creationId xmlns:p14="http://schemas.microsoft.com/office/powerpoint/2010/main" val="3627615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2"/>
          <p:cNvSpPr/>
          <p:nvPr/>
        </p:nvSpPr>
        <p:spPr>
          <a:xfrm>
            <a:off x="747490" y="1106219"/>
            <a:ext cx="1260906" cy="1231726"/>
          </a:xfrm>
          <a:custGeom>
            <a:avLst/>
            <a:gdLst/>
            <a:ahLst/>
            <a:cxnLst/>
            <a:rect l="l" t="t" r="r" b="b"/>
            <a:pathLst>
              <a:path w="46983" h="45900" extrusionOk="0">
                <a:moveTo>
                  <a:pt x="23491" y="1"/>
                </a:moveTo>
                <a:cubicBezTo>
                  <a:pt x="10514" y="1"/>
                  <a:pt x="0" y="10276"/>
                  <a:pt x="0" y="22956"/>
                </a:cubicBezTo>
                <a:cubicBezTo>
                  <a:pt x="0" y="35624"/>
                  <a:pt x="10514" y="45899"/>
                  <a:pt x="23491" y="45899"/>
                </a:cubicBezTo>
                <a:cubicBezTo>
                  <a:pt x="36469" y="45899"/>
                  <a:pt x="46982" y="35624"/>
                  <a:pt x="46982" y="22956"/>
                </a:cubicBezTo>
                <a:cubicBezTo>
                  <a:pt x="46982" y="10276"/>
                  <a:pt x="36469" y="1"/>
                  <a:pt x="234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42"/>
          <p:cNvSpPr txBox="1">
            <a:spLocks noGrp="1"/>
          </p:cNvSpPr>
          <p:nvPr>
            <p:ph type="title" idx="2"/>
          </p:nvPr>
        </p:nvSpPr>
        <p:spPr>
          <a:xfrm>
            <a:off x="753800" y="126338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68" name="Google Shape;868;p42"/>
          <p:cNvSpPr txBox="1">
            <a:spLocks noGrp="1"/>
          </p:cNvSpPr>
          <p:nvPr>
            <p:ph type="title"/>
          </p:nvPr>
        </p:nvSpPr>
        <p:spPr>
          <a:xfrm>
            <a:off x="713100" y="2427950"/>
            <a:ext cx="3858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AI Adoption Roadmap</a:t>
            </a:r>
            <a:endParaRPr lang="en-GB" dirty="0"/>
          </a:p>
        </p:txBody>
      </p:sp>
      <p:grpSp>
        <p:nvGrpSpPr>
          <p:cNvPr id="870" name="Google Shape;870;p42"/>
          <p:cNvGrpSpPr/>
          <p:nvPr/>
        </p:nvGrpSpPr>
        <p:grpSpPr>
          <a:xfrm>
            <a:off x="4157157" y="403696"/>
            <a:ext cx="4833538" cy="4333495"/>
            <a:chOff x="4157157" y="403696"/>
            <a:chExt cx="4833538" cy="4333495"/>
          </a:xfrm>
        </p:grpSpPr>
        <p:sp>
          <p:nvSpPr>
            <p:cNvPr id="871" name="Google Shape;871;p42"/>
            <p:cNvSpPr/>
            <p:nvPr/>
          </p:nvSpPr>
          <p:spPr>
            <a:xfrm>
              <a:off x="4422034" y="1110130"/>
              <a:ext cx="4568661" cy="3324380"/>
            </a:xfrm>
            <a:custGeom>
              <a:avLst/>
              <a:gdLst/>
              <a:ahLst/>
              <a:cxnLst/>
              <a:rect l="l" t="t" r="r" b="b"/>
              <a:pathLst>
                <a:path w="67938" h="49435" extrusionOk="0">
                  <a:moveTo>
                    <a:pt x="19861" y="0"/>
                  </a:moveTo>
                  <a:cubicBezTo>
                    <a:pt x="10467" y="0"/>
                    <a:pt x="2847" y="7608"/>
                    <a:pt x="2847" y="17014"/>
                  </a:cubicBezTo>
                  <a:cubicBezTo>
                    <a:pt x="2847" y="20848"/>
                    <a:pt x="4109" y="24384"/>
                    <a:pt x="6252" y="27230"/>
                  </a:cubicBezTo>
                  <a:cubicBezTo>
                    <a:pt x="2394" y="31135"/>
                    <a:pt x="1" y="36505"/>
                    <a:pt x="1" y="42434"/>
                  </a:cubicBezTo>
                  <a:cubicBezTo>
                    <a:pt x="1" y="44887"/>
                    <a:pt x="418" y="47244"/>
                    <a:pt x="1168" y="49435"/>
                  </a:cubicBezTo>
                  <a:lnTo>
                    <a:pt x="66628" y="49435"/>
                  </a:lnTo>
                  <a:cubicBezTo>
                    <a:pt x="67474" y="47399"/>
                    <a:pt x="67938" y="45160"/>
                    <a:pt x="67938" y="42815"/>
                  </a:cubicBezTo>
                  <a:cubicBezTo>
                    <a:pt x="67938" y="37826"/>
                    <a:pt x="65831" y="33326"/>
                    <a:pt x="62461" y="30171"/>
                  </a:cubicBezTo>
                  <a:cubicBezTo>
                    <a:pt x="63283" y="27873"/>
                    <a:pt x="63747" y="25396"/>
                    <a:pt x="63747" y="22801"/>
                  </a:cubicBezTo>
                  <a:cubicBezTo>
                    <a:pt x="63747" y="10835"/>
                    <a:pt x="54032" y="1119"/>
                    <a:pt x="42054" y="1119"/>
                  </a:cubicBezTo>
                  <a:cubicBezTo>
                    <a:pt x="38018" y="1119"/>
                    <a:pt x="34243" y="2227"/>
                    <a:pt x="31005" y="4155"/>
                  </a:cubicBezTo>
                  <a:cubicBezTo>
                    <a:pt x="28016" y="1560"/>
                    <a:pt x="24123" y="0"/>
                    <a:pt x="19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2" name="Google Shape;872;p42"/>
            <p:cNvGrpSpPr/>
            <p:nvPr/>
          </p:nvGrpSpPr>
          <p:grpSpPr>
            <a:xfrm>
              <a:off x="4711468" y="3532318"/>
              <a:ext cx="941734" cy="930235"/>
              <a:chOff x="5044343" y="3532318"/>
              <a:chExt cx="941734" cy="930235"/>
            </a:xfrm>
          </p:grpSpPr>
          <p:sp>
            <p:nvSpPr>
              <p:cNvPr id="873" name="Google Shape;873;p42"/>
              <p:cNvSpPr/>
              <p:nvPr/>
            </p:nvSpPr>
            <p:spPr>
              <a:xfrm>
                <a:off x="5044343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2"/>
              <p:cNvSpPr/>
              <p:nvPr/>
            </p:nvSpPr>
            <p:spPr>
              <a:xfrm>
                <a:off x="5125040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2"/>
              <p:cNvSpPr/>
              <p:nvPr/>
            </p:nvSpPr>
            <p:spPr>
              <a:xfrm>
                <a:off x="5540562" y="3532318"/>
                <a:ext cx="445515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2"/>
              <p:cNvSpPr/>
              <p:nvPr/>
            </p:nvSpPr>
            <p:spPr>
              <a:xfrm>
                <a:off x="5675931" y="3539311"/>
                <a:ext cx="183384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2"/>
              <p:cNvSpPr/>
              <p:nvPr/>
            </p:nvSpPr>
            <p:spPr>
              <a:xfrm>
                <a:off x="5283609" y="3596943"/>
                <a:ext cx="368315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2"/>
              <p:cNvSpPr/>
              <p:nvPr/>
            </p:nvSpPr>
            <p:spPr>
              <a:xfrm>
                <a:off x="5406874" y="3597749"/>
                <a:ext cx="166639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9" name="Google Shape;879;p42"/>
            <p:cNvGrpSpPr/>
            <p:nvPr/>
          </p:nvGrpSpPr>
          <p:grpSpPr>
            <a:xfrm>
              <a:off x="7884941" y="3532318"/>
              <a:ext cx="941734" cy="930235"/>
              <a:chOff x="7429141" y="3532318"/>
              <a:chExt cx="941734" cy="930235"/>
            </a:xfrm>
          </p:grpSpPr>
          <p:sp>
            <p:nvSpPr>
              <p:cNvPr id="880" name="Google Shape;880;p42"/>
              <p:cNvSpPr/>
              <p:nvPr/>
            </p:nvSpPr>
            <p:spPr>
              <a:xfrm>
                <a:off x="7904177" y="3861427"/>
                <a:ext cx="466698" cy="594737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5003" y="1"/>
                    </a:moveTo>
                    <a:cubicBezTo>
                      <a:pt x="4850" y="1"/>
                      <a:pt x="4689" y="27"/>
                      <a:pt x="4525" y="80"/>
                    </a:cubicBezTo>
                    <a:cubicBezTo>
                      <a:pt x="3179" y="509"/>
                      <a:pt x="893" y="4390"/>
                      <a:pt x="0" y="8796"/>
                    </a:cubicBezTo>
                    <a:lnTo>
                      <a:pt x="2596" y="8843"/>
                    </a:lnTo>
                    <a:cubicBezTo>
                      <a:pt x="3072" y="7700"/>
                      <a:pt x="3858" y="6057"/>
                      <a:pt x="5037" y="4367"/>
                    </a:cubicBezTo>
                    <a:cubicBezTo>
                      <a:pt x="6939" y="1639"/>
                      <a:pt x="6214" y="1"/>
                      <a:pt x="50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2"/>
              <p:cNvSpPr/>
              <p:nvPr/>
            </p:nvSpPr>
            <p:spPr>
              <a:xfrm>
                <a:off x="7982655" y="3875616"/>
                <a:ext cx="307523" cy="57732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4477" y="0"/>
                    </a:moveTo>
                    <a:cubicBezTo>
                      <a:pt x="4453" y="24"/>
                      <a:pt x="3834" y="548"/>
                      <a:pt x="2965" y="1858"/>
                    </a:cubicBezTo>
                    <a:cubicBezTo>
                      <a:pt x="2167" y="3072"/>
                      <a:pt x="1000" y="5215"/>
                      <a:pt x="0" y="8537"/>
                    </a:cubicBezTo>
                    <a:lnTo>
                      <a:pt x="143" y="8585"/>
                    </a:lnTo>
                    <a:cubicBezTo>
                      <a:pt x="2060" y="2274"/>
                      <a:pt x="4548" y="131"/>
                      <a:pt x="4572" y="119"/>
                    </a:cubicBezTo>
                    <a:lnTo>
                      <a:pt x="4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2"/>
              <p:cNvSpPr/>
              <p:nvPr/>
            </p:nvSpPr>
            <p:spPr>
              <a:xfrm>
                <a:off x="7429141" y="3532318"/>
                <a:ext cx="445447" cy="922232"/>
              </a:xfrm>
              <a:custGeom>
                <a:avLst/>
                <a:gdLst/>
                <a:ahLst/>
                <a:cxnLst/>
                <a:rect l="l" t="t" r="r" b="b"/>
                <a:pathLst>
                  <a:path w="6624" h="13714" extrusionOk="0">
                    <a:moveTo>
                      <a:pt x="2474" y="1"/>
                    </a:moveTo>
                    <a:cubicBezTo>
                      <a:pt x="1112" y="1"/>
                      <a:pt x="0" y="1847"/>
                      <a:pt x="1278" y="5593"/>
                    </a:cubicBezTo>
                    <a:cubicBezTo>
                      <a:pt x="2516" y="9213"/>
                      <a:pt x="2790" y="12440"/>
                      <a:pt x="2861" y="13713"/>
                    </a:cubicBezTo>
                    <a:lnTo>
                      <a:pt x="5993" y="13666"/>
                    </a:lnTo>
                    <a:cubicBezTo>
                      <a:pt x="6624" y="7546"/>
                      <a:pt x="5100" y="1414"/>
                      <a:pt x="3504" y="343"/>
                    </a:cubicBezTo>
                    <a:cubicBezTo>
                      <a:pt x="3167" y="115"/>
                      <a:pt x="2813" y="1"/>
                      <a:pt x="2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2"/>
              <p:cNvSpPr/>
              <p:nvPr/>
            </p:nvSpPr>
            <p:spPr>
              <a:xfrm>
                <a:off x="7555902" y="3539311"/>
                <a:ext cx="187419" cy="923241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13729" extrusionOk="0">
                    <a:moveTo>
                      <a:pt x="131" y="1"/>
                    </a:moveTo>
                    <a:lnTo>
                      <a:pt x="0" y="84"/>
                    </a:lnTo>
                    <a:cubicBezTo>
                      <a:pt x="12" y="96"/>
                      <a:pt x="667" y="1084"/>
                      <a:pt x="1310" y="3251"/>
                    </a:cubicBezTo>
                    <a:cubicBezTo>
                      <a:pt x="1893" y="5251"/>
                      <a:pt x="2584" y="8692"/>
                      <a:pt x="2524" y="13729"/>
                    </a:cubicBezTo>
                    <a:lnTo>
                      <a:pt x="2679" y="13729"/>
                    </a:lnTo>
                    <a:cubicBezTo>
                      <a:pt x="2786" y="4049"/>
                      <a:pt x="155" y="48"/>
                      <a:pt x="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2"/>
              <p:cNvSpPr/>
              <p:nvPr/>
            </p:nvSpPr>
            <p:spPr>
              <a:xfrm>
                <a:off x="7763227" y="3596943"/>
                <a:ext cx="369189" cy="863996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12848" extrusionOk="0">
                    <a:moveTo>
                      <a:pt x="3151" y="1"/>
                    </a:moveTo>
                    <a:cubicBezTo>
                      <a:pt x="2185" y="1"/>
                      <a:pt x="1553" y="665"/>
                      <a:pt x="810" y="2882"/>
                    </a:cubicBezTo>
                    <a:cubicBezTo>
                      <a:pt x="120" y="4966"/>
                      <a:pt x="13" y="10717"/>
                      <a:pt x="1" y="12848"/>
                    </a:cubicBezTo>
                    <a:lnTo>
                      <a:pt x="2584" y="12824"/>
                    </a:lnTo>
                    <a:cubicBezTo>
                      <a:pt x="2918" y="11752"/>
                      <a:pt x="3454" y="9943"/>
                      <a:pt x="4132" y="7347"/>
                    </a:cubicBezTo>
                    <a:cubicBezTo>
                      <a:pt x="5490" y="2251"/>
                      <a:pt x="4775" y="227"/>
                      <a:pt x="3573" y="37"/>
                    </a:cubicBezTo>
                    <a:cubicBezTo>
                      <a:pt x="3425" y="13"/>
                      <a:pt x="3284" y="1"/>
                      <a:pt x="3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2"/>
              <p:cNvSpPr/>
              <p:nvPr/>
            </p:nvSpPr>
            <p:spPr>
              <a:xfrm>
                <a:off x="7842511" y="3597749"/>
                <a:ext cx="165832" cy="851219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12658" extrusionOk="0">
                    <a:moveTo>
                      <a:pt x="2322" y="1"/>
                    </a:moveTo>
                    <a:cubicBezTo>
                      <a:pt x="2298" y="72"/>
                      <a:pt x="774" y="6835"/>
                      <a:pt x="0" y="12633"/>
                    </a:cubicBezTo>
                    <a:lnTo>
                      <a:pt x="143" y="12657"/>
                    </a:lnTo>
                    <a:cubicBezTo>
                      <a:pt x="917" y="6859"/>
                      <a:pt x="2441" y="108"/>
                      <a:pt x="2465" y="37"/>
                    </a:cubicBez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6" name="Google Shape;886;p42"/>
            <p:cNvSpPr/>
            <p:nvPr/>
          </p:nvSpPr>
          <p:spPr>
            <a:xfrm>
              <a:off x="6667160" y="2188578"/>
              <a:ext cx="614171" cy="793655"/>
            </a:xfrm>
            <a:custGeom>
              <a:avLst/>
              <a:gdLst/>
              <a:ahLst/>
              <a:cxnLst/>
              <a:rect l="l" t="t" r="r" b="b"/>
              <a:pathLst>
                <a:path w="9133" h="11802" extrusionOk="0">
                  <a:moveTo>
                    <a:pt x="798" y="1"/>
                  </a:moveTo>
                  <a:lnTo>
                    <a:pt x="0" y="10478"/>
                  </a:lnTo>
                  <a:cubicBezTo>
                    <a:pt x="659" y="11194"/>
                    <a:pt x="1880" y="11802"/>
                    <a:pt x="3204" y="11802"/>
                  </a:cubicBezTo>
                  <a:cubicBezTo>
                    <a:pt x="4368" y="11802"/>
                    <a:pt x="5611" y="11331"/>
                    <a:pt x="6620" y="10050"/>
                  </a:cubicBezTo>
                  <a:cubicBezTo>
                    <a:pt x="8203" y="8038"/>
                    <a:pt x="9132" y="3358"/>
                    <a:pt x="9073" y="1989"/>
                  </a:cubicBezTo>
                  <a:cubicBezTo>
                    <a:pt x="8192" y="1501"/>
                    <a:pt x="7049" y="1227"/>
                    <a:pt x="6108" y="953"/>
                  </a:cubicBezTo>
                  <a:cubicBezTo>
                    <a:pt x="4810" y="2465"/>
                    <a:pt x="4120" y="4704"/>
                    <a:pt x="4120" y="4704"/>
                  </a:cubicBezTo>
                  <a:cubicBezTo>
                    <a:pt x="3179" y="2727"/>
                    <a:pt x="2203" y="1370"/>
                    <a:pt x="1274" y="441"/>
                  </a:cubicBezTo>
                  <a:cubicBezTo>
                    <a:pt x="1107" y="287"/>
                    <a:pt x="953" y="132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7025858" y="2211039"/>
              <a:ext cx="256280" cy="179416"/>
            </a:xfrm>
            <a:custGeom>
              <a:avLst/>
              <a:gdLst/>
              <a:ahLst/>
              <a:cxnLst/>
              <a:rect l="l" t="t" r="r" b="b"/>
              <a:pathLst>
                <a:path w="3811" h="2668" extrusionOk="0">
                  <a:moveTo>
                    <a:pt x="845" y="0"/>
                  </a:moveTo>
                  <a:cubicBezTo>
                    <a:pt x="500" y="298"/>
                    <a:pt x="0" y="1631"/>
                    <a:pt x="0" y="1631"/>
                  </a:cubicBezTo>
                  <a:lnTo>
                    <a:pt x="3667" y="2667"/>
                  </a:lnTo>
                  <a:lnTo>
                    <a:pt x="3810" y="1084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rgbClr val="E2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6522981" y="2762670"/>
              <a:ext cx="44114" cy="185805"/>
            </a:xfrm>
            <a:custGeom>
              <a:avLst/>
              <a:gdLst/>
              <a:ahLst/>
              <a:cxnLst/>
              <a:rect l="l" t="t" r="r" b="b"/>
              <a:pathLst>
                <a:path w="656" h="2763" extrusionOk="0">
                  <a:moveTo>
                    <a:pt x="1" y="1"/>
                  </a:moveTo>
                  <a:cubicBezTo>
                    <a:pt x="120" y="596"/>
                    <a:pt x="275" y="1417"/>
                    <a:pt x="656" y="276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5204325" y="1902978"/>
              <a:ext cx="996070" cy="947585"/>
            </a:xfrm>
            <a:custGeom>
              <a:avLst/>
              <a:gdLst/>
              <a:ahLst/>
              <a:cxnLst/>
              <a:rect l="l" t="t" r="r" b="b"/>
              <a:pathLst>
                <a:path w="14812" h="14091" extrusionOk="0">
                  <a:moveTo>
                    <a:pt x="1832" y="1"/>
                  </a:moveTo>
                  <a:cubicBezTo>
                    <a:pt x="1805" y="1"/>
                    <a:pt x="1778" y="7"/>
                    <a:pt x="1751" y="21"/>
                  </a:cubicBezTo>
                  <a:cubicBezTo>
                    <a:pt x="1453" y="176"/>
                    <a:pt x="1965" y="2152"/>
                    <a:pt x="1965" y="2152"/>
                  </a:cubicBezTo>
                  <a:cubicBezTo>
                    <a:pt x="1965" y="2152"/>
                    <a:pt x="1359" y="358"/>
                    <a:pt x="1016" y="358"/>
                  </a:cubicBezTo>
                  <a:cubicBezTo>
                    <a:pt x="1003" y="358"/>
                    <a:pt x="989" y="360"/>
                    <a:pt x="977" y="366"/>
                  </a:cubicBezTo>
                  <a:cubicBezTo>
                    <a:pt x="643" y="521"/>
                    <a:pt x="1358" y="2343"/>
                    <a:pt x="1358" y="2343"/>
                  </a:cubicBezTo>
                  <a:cubicBezTo>
                    <a:pt x="1358" y="2343"/>
                    <a:pt x="734" y="1042"/>
                    <a:pt x="393" y="1042"/>
                  </a:cubicBezTo>
                  <a:cubicBezTo>
                    <a:pt x="372" y="1042"/>
                    <a:pt x="352" y="1047"/>
                    <a:pt x="334" y="1057"/>
                  </a:cubicBezTo>
                  <a:cubicBezTo>
                    <a:pt x="0" y="1247"/>
                    <a:pt x="846" y="3772"/>
                    <a:pt x="1262" y="4510"/>
                  </a:cubicBezTo>
                  <a:cubicBezTo>
                    <a:pt x="1262" y="4510"/>
                    <a:pt x="1596" y="12332"/>
                    <a:pt x="4739" y="13880"/>
                  </a:cubicBezTo>
                  <a:cubicBezTo>
                    <a:pt x="5032" y="14025"/>
                    <a:pt x="5327" y="14090"/>
                    <a:pt x="5619" y="14090"/>
                  </a:cubicBezTo>
                  <a:cubicBezTo>
                    <a:pt x="8043" y="14090"/>
                    <a:pt x="10339" y="9576"/>
                    <a:pt x="10966" y="8248"/>
                  </a:cubicBezTo>
                  <a:lnTo>
                    <a:pt x="11764" y="8856"/>
                  </a:lnTo>
                  <a:cubicBezTo>
                    <a:pt x="12633" y="6832"/>
                    <a:pt x="13752" y="5391"/>
                    <a:pt x="14812" y="3498"/>
                  </a:cubicBezTo>
                  <a:cubicBezTo>
                    <a:pt x="14670" y="3462"/>
                    <a:pt x="13966" y="2724"/>
                    <a:pt x="13943" y="2724"/>
                  </a:cubicBezTo>
                  <a:cubicBezTo>
                    <a:pt x="13943" y="2724"/>
                    <a:pt x="13943" y="2724"/>
                    <a:pt x="13943" y="2724"/>
                  </a:cubicBezTo>
                  <a:cubicBezTo>
                    <a:pt x="13943" y="2724"/>
                    <a:pt x="13510" y="2556"/>
                    <a:pt x="12832" y="2556"/>
                  </a:cubicBezTo>
                  <a:cubicBezTo>
                    <a:pt x="11815" y="2556"/>
                    <a:pt x="10244" y="2933"/>
                    <a:pt x="8751" y="4819"/>
                  </a:cubicBezTo>
                  <a:cubicBezTo>
                    <a:pt x="7323" y="7046"/>
                    <a:pt x="5989" y="8701"/>
                    <a:pt x="5989" y="8701"/>
                  </a:cubicBezTo>
                  <a:lnTo>
                    <a:pt x="3501" y="4688"/>
                  </a:lnTo>
                  <a:cubicBezTo>
                    <a:pt x="3501" y="4688"/>
                    <a:pt x="4477" y="2236"/>
                    <a:pt x="4120" y="1855"/>
                  </a:cubicBezTo>
                  <a:cubicBezTo>
                    <a:pt x="4068" y="1798"/>
                    <a:pt x="4017" y="1774"/>
                    <a:pt x="3967" y="1774"/>
                  </a:cubicBezTo>
                  <a:cubicBezTo>
                    <a:pt x="3682" y="1774"/>
                    <a:pt x="3441" y="2557"/>
                    <a:pt x="3441" y="2557"/>
                  </a:cubicBezTo>
                  <a:cubicBezTo>
                    <a:pt x="3441" y="2557"/>
                    <a:pt x="3418" y="127"/>
                    <a:pt x="3007" y="127"/>
                  </a:cubicBezTo>
                  <a:cubicBezTo>
                    <a:pt x="3001" y="127"/>
                    <a:pt x="2995" y="127"/>
                    <a:pt x="2989" y="128"/>
                  </a:cubicBezTo>
                  <a:cubicBezTo>
                    <a:pt x="2572" y="200"/>
                    <a:pt x="2644" y="2129"/>
                    <a:pt x="2644" y="2129"/>
                  </a:cubicBezTo>
                  <a:cubicBezTo>
                    <a:pt x="2644" y="2129"/>
                    <a:pt x="2312" y="1"/>
                    <a:pt x="1832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5286770" y="2059261"/>
              <a:ext cx="136983" cy="53327"/>
            </a:xfrm>
            <a:custGeom>
              <a:avLst/>
              <a:gdLst/>
              <a:ahLst/>
              <a:cxnLst/>
              <a:rect l="l" t="t" r="r" b="b"/>
              <a:pathLst>
                <a:path w="2037" h="793" extrusionOk="0">
                  <a:moveTo>
                    <a:pt x="1496" y="1"/>
                  </a:moveTo>
                  <a:cubicBezTo>
                    <a:pt x="1017" y="1"/>
                    <a:pt x="325" y="117"/>
                    <a:pt x="13" y="733"/>
                  </a:cubicBezTo>
                  <a:cubicBezTo>
                    <a:pt x="1" y="757"/>
                    <a:pt x="13" y="781"/>
                    <a:pt x="25" y="793"/>
                  </a:cubicBezTo>
                  <a:lnTo>
                    <a:pt x="48" y="793"/>
                  </a:lnTo>
                  <a:cubicBezTo>
                    <a:pt x="72" y="793"/>
                    <a:pt x="84" y="793"/>
                    <a:pt x="96" y="769"/>
                  </a:cubicBezTo>
                  <a:cubicBezTo>
                    <a:pt x="391" y="194"/>
                    <a:pt x="1037" y="85"/>
                    <a:pt x="1489" y="85"/>
                  </a:cubicBezTo>
                  <a:cubicBezTo>
                    <a:pt x="1768" y="85"/>
                    <a:pt x="1973" y="126"/>
                    <a:pt x="1977" y="126"/>
                  </a:cubicBezTo>
                  <a:cubicBezTo>
                    <a:pt x="1984" y="129"/>
                    <a:pt x="1990" y="131"/>
                    <a:pt x="1996" y="131"/>
                  </a:cubicBezTo>
                  <a:cubicBezTo>
                    <a:pt x="2013" y="131"/>
                    <a:pt x="2028" y="120"/>
                    <a:pt x="2037" y="102"/>
                  </a:cubicBezTo>
                  <a:cubicBezTo>
                    <a:pt x="2037" y="78"/>
                    <a:pt x="2025" y="55"/>
                    <a:pt x="2001" y="43"/>
                  </a:cubicBezTo>
                  <a:cubicBezTo>
                    <a:pt x="1996" y="43"/>
                    <a:pt x="1785" y="1"/>
                    <a:pt x="1496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6061058" y="2035254"/>
              <a:ext cx="374770" cy="140615"/>
            </a:xfrm>
            <a:custGeom>
              <a:avLst/>
              <a:gdLst/>
              <a:ahLst/>
              <a:cxnLst/>
              <a:rect l="l" t="t" r="r" b="b"/>
              <a:pathLst>
                <a:path w="5573" h="2091" extrusionOk="0">
                  <a:moveTo>
                    <a:pt x="2741" y="0"/>
                  </a:moveTo>
                  <a:cubicBezTo>
                    <a:pt x="1090" y="0"/>
                    <a:pt x="0" y="138"/>
                    <a:pt x="0" y="138"/>
                  </a:cubicBezTo>
                  <a:cubicBezTo>
                    <a:pt x="0" y="221"/>
                    <a:pt x="71" y="2090"/>
                    <a:pt x="71" y="2090"/>
                  </a:cubicBezTo>
                  <a:lnTo>
                    <a:pt x="5572" y="2090"/>
                  </a:lnTo>
                  <a:lnTo>
                    <a:pt x="5572" y="138"/>
                  </a:lnTo>
                  <a:cubicBezTo>
                    <a:pt x="4532" y="35"/>
                    <a:pt x="3567" y="0"/>
                    <a:pt x="2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5998585" y="2078897"/>
              <a:ext cx="474835" cy="206517"/>
            </a:xfrm>
            <a:custGeom>
              <a:avLst/>
              <a:gdLst/>
              <a:ahLst/>
              <a:cxnLst/>
              <a:rect l="l" t="t" r="r" b="b"/>
              <a:pathLst>
                <a:path w="7061" h="3071" extrusionOk="0">
                  <a:moveTo>
                    <a:pt x="3283" y="0"/>
                  </a:moveTo>
                  <a:cubicBezTo>
                    <a:pt x="1799" y="0"/>
                    <a:pt x="74" y="205"/>
                    <a:pt x="0" y="215"/>
                  </a:cubicBezTo>
                  <a:cubicBezTo>
                    <a:pt x="0" y="215"/>
                    <a:pt x="1312" y="3071"/>
                    <a:pt x="3443" y="3071"/>
                  </a:cubicBezTo>
                  <a:cubicBezTo>
                    <a:pt x="3671" y="3071"/>
                    <a:pt x="3909" y="3038"/>
                    <a:pt x="4156" y="2965"/>
                  </a:cubicBezTo>
                  <a:cubicBezTo>
                    <a:pt x="6715" y="2215"/>
                    <a:pt x="7061" y="310"/>
                    <a:pt x="7061" y="310"/>
                  </a:cubicBezTo>
                  <a:cubicBezTo>
                    <a:pt x="7061" y="310"/>
                    <a:pt x="5549" y="96"/>
                    <a:pt x="3870" y="13"/>
                  </a:cubicBezTo>
                  <a:cubicBezTo>
                    <a:pt x="3682" y="4"/>
                    <a:pt x="3485" y="0"/>
                    <a:pt x="3283" y="0"/>
                  </a:cubicBezTo>
                  <a:close/>
                </a:path>
              </a:pathLst>
            </a:custGeom>
            <a:solidFill>
              <a:srgbClr val="B89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6129112" y="1896388"/>
              <a:ext cx="250631" cy="121583"/>
            </a:xfrm>
            <a:custGeom>
              <a:avLst/>
              <a:gdLst/>
              <a:ahLst/>
              <a:cxnLst/>
              <a:rect l="l" t="t" r="r" b="b"/>
              <a:pathLst>
                <a:path w="3727" h="1808" extrusionOk="0">
                  <a:moveTo>
                    <a:pt x="3727" y="0"/>
                  </a:moveTo>
                  <a:lnTo>
                    <a:pt x="0" y="393"/>
                  </a:lnTo>
                  <a:lnTo>
                    <a:pt x="95" y="1536"/>
                  </a:lnTo>
                  <a:cubicBezTo>
                    <a:pt x="772" y="1717"/>
                    <a:pt x="1463" y="1807"/>
                    <a:pt x="2144" y="1807"/>
                  </a:cubicBezTo>
                  <a:cubicBezTo>
                    <a:pt x="2674" y="1807"/>
                    <a:pt x="3198" y="1753"/>
                    <a:pt x="3703" y="1643"/>
                  </a:cubicBezTo>
                  <a:lnTo>
                    <a:pt x="3727" y="0"/>
                  </a:ln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6089840" y="2015685"/>
              <a:ext cx="319560" cy="71148"/>
            </a:xfrm>
            <a:custGeom>
              <a:avLst/>
              <a:gdLst/>
              <a:ahLst/>
              <a:cxnLst/>
              <a:rect l="l" t="t" r="r" b="b"/>
              <a:pathLst>
                <a:path w="4752" h="1058" extrusionOk="0">
                  <a:moveTo>
                    <a:pt x="1" y="0"/>
                  </a:moveTo>
                  <a:lnTo>
                    <a:pt x="84" y="774"/>
                  </a:lnTo>
                  <a:cubicBezTo>
                    <a:pt x="862" y="972"/>
                    <a:pt x="1659" y="1057"/>
                    <a:pt x="2467" y="1057"/>
                  </a:cubicBezTo>
                  <a:cubicBezTo>
                    <a:pt x="3218" y="1057"/>
                    <a:pt x="3977" y="983"/>
                    <a:pt x="4739" y="857"/>
                  </a:cubicBezTo>
                  <a:lnTo>
                    <a:pt x="4751" y="95"/>
                  </a:lnTo>
                  <a:lnTo>
                    <a:pt x="4751" y="95"/>
                  </a:lnTo>
                  <a:cubicBezTo>
                    <a:pt x="4089" y="210"/>
                    <a:pt x="3402" y="265"/>
                    <a:pt x="2705" y="265"/>
                  </a:cubicBezTo>
                  <a:cubicBezTo>
                    <a:pt x="1810" y="265"/>
                    <a:pt x="898" y="174"/>
                    <a:pt x="1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6095489" y="2067734"/>
              <a:ext cx="313104" cy="289097"/>
            </a:xfrm>
            <a:custGeom>
              <a:avLst/>
              <a:gdLst/>
              <a:ahLst/>
              <a:cxnLst/>
              <a:rect l="l" t="t" r="r" b="b"/>
              <a:pathLst>
                <a:path w="4656" h="4299" extrusionOk="0">
                  <a:moveTo>
                    <a:pt x="0" y="0"/>
                  </a:moveTo>
                  <a:lnTo>
                    <a:pt x="107" y="964"/>
                  </a:lnTo>
                  <a:cubicBezTo>
                    <a:pt x="107" y="964"/>
                    <a:pt x="405" y="4298"/>
                    <a:pt x="2274" y="4298"/>
                  </a:cubicBezTo>
                  <a:cubicBezTo>
                    <a:pt x="4370" y="4298"/>
                    <a:pt x="4643" y="964"/>
                    <a:pt x="4643" y="964"/>
                  </a:cubicBezTo>
                  <a:lnTo>
                    <a:pt x="4655" y="83"/>
                  </a:lnTo>
                  <a:lnTo>
                    <a:pt x="4655" y="83"/>
                  </a:lnTo>
                  <a:cubicBezTo>
                    <a:pt x="3893" y="209"/>
                    <a:pt x="3134" y="283"/>
                    <a:pt x="2383" y="283"/>
                  </a:cubicBezTo>
                  <a:cubicBezTo>
                    <a:pt x="1575" y="283"/>
                    <a:pt x="778" y="198"/>
                    <a:pt x="0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5772768" y="1042344"/>
              <a:ext cx="892038" cy="921022"/>
            </a:xfrm>
            <a:custGeom>
              <a:avLst/>
              <a:gdLst/>
              <a:ahLst/>
              <a:cxnLst/>
              <a:rect l="l" t="t" r="r" b="b"/>
              <a:pathLst>
                <a:path w="13265" h="13696" extrusionOk="0">
                  <a:moveTo>
                    <a:pt x="6941" y="0"/>
                  </a:moveTo>
                  <a:cubicBezTo>
                    <a:pt x="6280" y="0"/>
                    <a:pt x="5583" y="81"/>
                    <a:pt x="4859" y="258"/>
                  </a:cubicBezTo>
                  <a:cubicBezTo>
                    <a:pt x="1001" y="1211"/>
                    <a:pt x="1" y="4794"/>
                    <a:pt x="608" y="8414"/>
                  </a:cubicBezTo>
                  <a:cubicBezTo>
                    <a:pt x="1297" y="12412"/>
                    <a:pt x="4264" y="13696"/>
                    <a:pt x="7114" y="13696"/>
                  </a:cubicBezTo>
                  <a:cubicBezTo>
                    <a:pt x="7320" y="13696"/>
                    <a:pt x="7525" y="13689"/>
                    <a:pt x="7728" y="13676"/>
                  </a:cubicBezTo>
                  <a:cubicBezTo>
                    <a:pt x="10943" y="13462"/>
                    <a:pt x="12860" y="10878"/>
                    <a:pt x="13050" y="8247"/>
                  </a:cubicBezTo>
                  <a:cubicBezTo>
                    <a:pt x="13264" y="5402"/>
                    <a:pt x="13074" y="4675"/>
                    <a:pt x="12633" y="3437"/>
                  </a:cubicBezTo>
                  <a:cubicBezTo>
                    <a:pt x="11966" y="1522"/>
                    <a:pt x="9798" y="0"/>
                    <a:pt x="6941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772768" y="1325524"/>
              <a:ext cx="189840" cy="336305"/>
            </a:xfrm>
            <a:custGeom>
              <a:avLst/>
              <a:gdLst/>
              <a:ahLst/>
              <a:cxnLst/>
              <a:rect l="l" t="t" r="r" b="b"/>
              <a:pathLst>
                <a:path w="2823" h="5001" extrusionOk="0">
                  <a:moveTo>
                    <a:pt x="1451" y="1"/>
                  </a:moveTo>
                  <a:cubicBezTo>
                    <a:pt x="1116" y="1"/>
                    <a:pt x="790" y="67"/>
                    <a:pt x="632" y="250"/>
                  </a:cubicBezTo>
                  <a:cubicBezTo>
                    <a:pt x="96" y="893"/>
                    <a:pt x="120" y="2084"/>
                    <a:pt x="60" y="2929"/>
                  </a:cubicBezTo>
                  <a:cubicBezTo>
                    <a:pt x="1" y="3774"/>
                    <a:pt x="418" y="4691"/>
                    <a:pt x="1203" y="5001"/>
                  </a:cubicBezTo>
                  <a:lnTo>
                    <a:pt x="858" y="4548"/>
                  </a:lnTo>
                  <a:cubicBezTo>
                    <a:pt x="1489" y="4143"/>
                    <a:pt x="1787" y="3274"/>
                    <a:pt x="1525" y="2560"/>
                  </a:cubicBezTo>
                  <a:lnTo>
                    <a:pt x="1525" y="2560"/>
                  </a:lnTo>
                  <a:cubicBezTo>
                    <a:pt x="1606" y="2749"/>
                    <a:pt x="1816" y="2856"/>
                    <a:pt x="2022" y="2856"/>
                  </a:cubicBezTo>
                  <a:cubicBezTo>
                    <a:pt x="2088" y="2856"/>
                    <a:pt x="2154" y="2845"/>
                    <a:pt x="2215" y="2822"/>
                  </a:cubicBezTo>
                  <a:cubicBezTo>
                    <a:pt x="2465" y="2726"/>
                    <a:pt x="2644" y="2488"/>
                    <a:pt x="2727" y="2226"/>
                  </a:cubicBezTo>
                  <a:cubicBezTo>
                    <a:pt x="2811" y="1964"/>
                    <a:pt x="2811" y="1691"/>
                    <a:pt x="2823" y="1417"/>
                  </a:cubicBezTo>
                  <a:cubicBezTo>
                    <a:pt x="2823" y="1167"/>
                    <a:pt x="2823" y="905"/>
                    <a:pt x="2739" y="667"/>
                  </a:cubicBezTo>
                  <a:cubicBezTo>
                    <a:pt x="2668" y="429"/>
                    <a:pt x="2489" y="202"/>
                    <a:pt x="2251" y="119"/>
                  </a:cubicBezTo>
                  <a:cubicBezTo>
                    <a:pt x="2050" y="52"/>
                    <a:pt x="1747" y="1"/>
                    <a:pt x="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6521434" y="1331307"/>
              <a:ext cx="168993" cy="330521"/>
            </a:xfrm>
            <a:custGeom>
              <a:avLst/>
              <a:gdLst/>
              <a:ahLst/>
              <a:cxnLst/>
              <a:rect l="l" t="t" r="r" b="b"/>
              <a:pathLst>
                <a:path w="2513" h="4915" extrusionOk="0">
                  <a:moveTo>
                    <a:pt x="758" y="1"/>
                  </a:moveTo>
                  <a:cubicBezTo>
                    <a:pt x="692" y="1"/>
                    <a:pt x="626" y="11"/>
                    <a:pt x="560" y="33"/>
                  </a:cubicBezTo>
                  <a:cubicBezTo>
                    <a:pt x="322" y="116"/>
                    <a:pt x="155" y="343"/>
                    <a:pt x="72" y="581"/>
                  </a:cubicBezTo>
                  <a:cubicBezTo>
                    <a:pt x="0" y="819"/>
                    <a:pt x="0" y="1081"/>
                    <a:pt x="0" y="1331"/>
                  </a:cubicBezTo>
                  <a:cubicBezTo>
                    <a:pt x="0" y="1605"/>
                    <a:pt x="0" y="1878"/>
                    <a:pt x="83" y="2140"/>
                  </a:cubicBezTo>
                  <a:cubicBezTo>
                    <a:pt x="167" y="2402"/>
                    <a:pt x="345" y="2640"/>
                    <a:pt x="595" y="2736"/>
                  </a:cubicBezTo>
                  <a:cubicBezTo>
                    <a:pt x="659" y="2759"/>
                    <a:pt x="728" y="2770"/>
                    <a:pt x="795" y="2770"/>
                  </a:cubicBezTo>
                  <a:cubicBezTo>
                    <a:pt x="1006" y="2770"/>
                    <a:pt x="1214" y="2663"/>
                    <a:pt x="1286" y="2474"/>
                  </a:cubicBezTo>
                  <a:lnTo>
                    <a:pt x="1286" y="2474"/>
                  </a:lnTo>
                  <a:cubicBezTo>
                    <a:pt x="1036" y="3188"/>
                    <a:pt x="1322" y="4057"/>
                    <a:pt x="1953" y="4462"/>
                  </a:cubicBezTo>
                  <a:lnTo>
                    <a:pt x="1607" y="4915"/>
                  </a:lnTo>
                  <a:cubicBezTo>
                    <a:pt x="2393" y="4605"/>
                    <a:pt x="2512" y="3831"/>
                    <a:pt x="2453" y="2986"/>
                  </a:cubicBezTo>
                  <a:cubicBezTo>
                    <a:pt x="2393" y="2140"/>
                    <a:pt x="2239" y="1236"/>
                    <a:pt x="1703" y="593"/>
                  </a:cubicBezTo>
                  <a:cubicBezTo>
                    <a:pt x="1451" y="301"/>
                    <a:pt x="111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6492585" y="1547373"/>
              <a:ext cx="217680" cy="246462"/>
            </a:xfrm>
            <a:custGeom>
              <a:avLst/>
              <a:gdLst/>
              <a:ahLst/>
              <a:cxnLst/>
              <a:rect l="l" t="t" r="r" b="b"/>
              <a:pathLst>
                <a:path w="3237" h="3665" extrusionOk="0">
                  <a:moveTo>
                    <a:pt x="1631" y="1"/>
                  </a:moveTo>
                  <a:cubicBezTo>
                    <a:pt x="1165" y="1"/>
                    <a:pt x="774" y="142"/>
                    <a:pt x="774" y="142"/>
                  </a:cubicBezTo>
                  <a:cubicBezTo>
                    <a:pt x="774" y="142"/>
                    <a:pt x="1" y="1975"/>
                    <a:pt x="72" y="2618"/>
                  </a:cubicBezTo>
                  <a:cubicBezTo>
                    <a:pt x="142" y="3313"/>
                    <a:pt x="720" y="3664"/>
                    <a:pt x="1359" y="3664"/>
                  </a:cubicBezTo>
                  <a:cubicBezTo>
                    <a:pt x="2240" y="3664"/>
                    <a:pt x="3237" y="2995"/>
                    <a:pt x="3168" y="1642"/>
                  </a:cubicBezTo>
                  <a:cubicBezTo>
                    <a:pt x="3098" y="282"/>
                    <a:pt x="2289" y="1"/>
                    <a:pt x="1631" y="1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6511818" y="1596329"/>
              <a:ext cx="169800" cy="135974"/>
            </a:xfrm>
            <a:custGeom>
              <a:avLst/>
              <a:gdLst/>
              <a:ahLst/>
              <a:cxnLst/>
              <a:rect l="l" t="t" r="r" b="b"/>
              <a:pathLst>
                <a:path w="2525" h="2022" extrusionOk="0">
                  <a:moveTo>
                    <a:pt x="1528" y="1"/>
                  </a:moveTo>
                  <a:cubicBezTo>
                    <a:pt x="1304" y="1"/>
                    <a:pt x="1075" y="77"/>
                    <a:pt x="846" y="223"/>
                  </a:cubicBezTo>
                  <a:cubicBezTo>
                    <a:pt x="0" y="795"/>
                    <a:pt x="536" y="1986"/>
                    <a:pt x="536" y="1998"/>
                  </a:cubicBezTo>
                  <a:cubicBezTo>
                    <a:pt x="548" y="2009"/>
                    <a:pt x="560" y="2021"/>
                    <a:pt x="584" y="2021"/>
                  </a:cubicBezTo>
                  <a:lnTo>
                    <a:pt x="596" y="2021"/>
                  </a:lnTo>
                  <a:cubicBezTo>
                    <a:pt x="619" y="2009"/>
                    <a:pt x="631" y="1986"/>
                    <a:pt x="619" y="1962"/>
                  </a:cubicBezTo>
                  <a:cubicBezTo>
                    <a:pt x="619" y="1950"/>
                    <a:pt x="119" y="831"/>
                    <a:pt x="905" y="307"/>
                  </a:cubicBezTo>
                  <a:cubicBezTo>
                    <a:pt x="1115" y="170"/>
                    <a:pt x="1319" y="96"/>
                    <a:pt x="1520" y="96"/>
                  </a:cubicBezTo>
                  <a:cubicBezTo>
                    <a:pt x="1581" y="96"/>
                    <a:pt x="1642" y="102"/>
                    <a:pt x="1703" y="116"/>
                  </a:cubicBezTo>
                  <a:cubicBezTo>
                    <a:pt x="2155" y="212"/>
                    <a:pt x="2429" y="640"/>
                    <a:pt x="2429" y="640"/>
                  </a:cubicBezTo>
                  <a:cubicBezTo>
                    <a:pt x="2438" y="658"/>
                    <a:pt x="2453" y="669"/>
                    <a:pt x="2470" y="669"/>
                  </a:cubicBezTo>
                  <a:cubicBezTo>
                    <a:pt x="2476" y="669"/>
                    <a:pt x="2482" y="667"/>
                    <a:pt x="2489" y="664"/>
                  </a:cubicBezTo>
                  <a:cubicBezTo>
                    <a:pt x="2512" y="652"/>
                    <a:pt x="2524" y="616"/>
                    <a:pt x="2501" y="593"/>
                  </a:cubicBezTo>
                  <a:cubicBezTo>
                    <a:pt x="2489" y="581"/>
                    <a:pt x="2215" y="128"/>
                    <a:pt x="1727" y="21"/>
                  </a:cubicBezTo>
                  <a:cubicBezTo>
                    <a:pt x="1661" y="7"/>
                    <a:pt x="1595" y="1"/>
                    <a:pt x="1528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6536632" y="1648110"/>
              <a:ext cx="95357" cy="23335"/>
            </a:xfrm>
            <a:custGeom>
              <a:avLst/>
              <a:gdLst/>
              <a:ahLst/>
              <a:cxnLst/>
              <a:rect l="l" t="t" r="r" b="b"/>
              <a:pathLst>
                <a:path w="1418" h="347" extrusionOk="0">
                  <a:moveTo>
                    <a:pt x="635" y="1"/>
                  </a:moveTo>
                  <a:cubicBezTo>
                    <a:pt x="430" y="1"/>
                    <a:pt x="209" y="66"/>
                    <a:pt x="12" y="263"/>
                  </a:cubicBezTo>
                  <a:cubicBezTo>
                    <a:pt x="0" y="275"/>
                    <a:pt x="0" y="311"/>
                    <a:pt x="12" y="323"/>
                  </a:cubicBezTo>
                  <a:cubicBezTo>
                    <a:pt x="24" y="335"/>
                    <a:pt x="36" y="340"/>
                    <a:pt x="48" y="340"/>
                  </a:cubicBezTo>
                  <a:cubicBezTo>
                    <a:pt x="60" y="340"/>
                    <a:pt x="72" y="335"/>
                    <a:pt x="84" y="323"/>
                  </a:cubicBezTo>
                  <a:cubicBezTo>
                    <a:pt x="258" y="149"/>
                    <a:pt x="453" y="90"/>
                    <a:pt x="636" y="90"/>
                  </a:cubicBezTo>
                  <a:cubicBezTo>
                    <a:pt x="1005" y="90"/>
                    <a:pt x="1326" y="327"/>
                    <a:pt x="1334" y="335"/>
                  </a:cubicBezTo>
                  <a:cubicBezTo>
                    <a:pt x="1346" y="335"/>
                    <a:pt x="1346" y="346"/>
                    <a:pt x="1358" y="346"/>
                  </a:cubicBezTo>
                  <a:cubicBezTo>
                    <a:pt x="1370" y="346"/>
                    <a:pt x="1393" y="335"/>
                    <a:pt x="1393" y="323"/>
                  </a:cubicBezTo>
                  <a:cubicBezTo>
                    <a:pt x="1417" y="299"/>
                    <a:pt x="1405" y="275"/>
                    <a:pt x="1393" y="251"/>
                  </a:cubicBezTo>
                  <a:cubicBezTo>
                    <a:pt x="1386" y="251"/>
                    <a:pt x="1038" y="1"/>
                    <a:pt x="63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5805585" y="1532041"/>
              <a:ext cx="926469" cy="541342"/>
            </a:xfrm>
            <a:custGeom>
              <a:avLst/>
              <a:gdLst/>
              <a:ahLst/>
              <a:cxnLst/>
              <a:rect l="l" t="t" r="r" b="b"/>
              <a:pathLst>
                <a:path w="13777" h="8050" extrusionOk="0">
                  <a:moveTo>
                    <a:pt x="11788" y="1"/>
                  </a:moveTo>
                  <a:cubicBezTo>
                    <a:pt x="11788" y="1"/>
                    <a:pt x="11669" y="453"/>
                    <a:pt x="10026" y="2275"/>
                  </a:cubicBezTo>
                  <a:cubicBezTo>
                    <a:pt x="9729" y="2604"/>
                    <a:pt x="9418" y="2711"/>
                    <a:pt x="9091" y="2711"/>
                  </a:cubicBezTo>
                  <a:cubicBezTo>
                    <a:pt x="8477" y="2711"/>
                    <a:pt x="7811" y="2332"/>
                    <a:pt x="7093" y="2332"/>
                  </a:cubicBezTo>
                  <a:cubicBezTo>
                    <a:pt x="7058" y="2332"/>
                    <a:pt x="7024" y="2333"/>
                    <a:pt x="6990" y="2334"/>
                  </a:cubicBezTo>
                  <a:cubicBezTo>
                    <a:pt x="5835" y="2394"/>
                    <a:pt x="5335" y="2620"/>
                    <a:pt x="4073" y="2656"/>
                  </a:cubicBezTo>
                  <a:cubicBezTo>
                    <a:pt x="4066" y="2656"/>
                    <a:pt x="4060" y="2656"/>
                    <a:pt x="4053" y="2656"/>
                  </a:cubicBezTo>
                  <a:cubicBezTo>
                    <a:pt x="2805" y="2656"/>
                    <a:pt x="2450" y="405"/>
                    <a:pt x="697" y="405"/>
                  </a:cubicBezTo>
                  <a:cubicBezTo>
                    <a:pt x="683" y="405"/>
                    <a:pt x="670" y="405"/>
                    <a:pt x="656" y="406"/>
                  </a:cubicBezTo>
                  <a:cubicBezTo>
                    <a:pt x="656" y="406"/>
                    <a:pt x="1" y="8049"/>
                    <a:pt x="6752" y="8049"/>
                  </a:cubicBezTo>
                  <a:cubicBezTo>
                    <a:pt x="13776" y="8049"/>
                    <a:pt x="11788" y="1"/>
                    <a:pt x="117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6254798" y="1751200"/>
              <a:ext cx="65701" cy="43509"/>
            </a:xfrm>
            <a:custGeom>
              <a:avLst/>
              <a:gdLst/>
              <a:ahLst/>
              <a:cxnLst/>
              <a:rect l="l" t="t" r="r" b="b"/>
              <a:pathLst>
                <a:path w="977" h="647" extrusionOk="0">
                  <a:moveTo>
                    <a:pt x="50" y="1"/>
                  </a:moveTo>
                  <a:cubicBezTo>
                    <a:pt x="45" y="1"/>
                    <a:pt x="40" y="2"/>
                    <a:pt x="36" y="4"/>
                  </a:cubicBezTo>
                  <a:cubicBezTo>
                    <a:pt x="12" y="4"/>
                    <a:pt x="0" y="28"/>
                    <a:pt x="0" y="52"/>
                  </a:cubicBezTo>
                  <a:cubicBezTo>
                    <a:pt x="0" y="52"/>
                    <a:pt x="84" y="647"/>
                    <a:pt x="798" y="647"/>
                  </a:cubicBezTo>
                  <a:cubicBezTo>
                    <a:pt x="846" y="647"/>
                    <a:pt x="893" y="647"/>
                    <a:pt x="941" y="635"/>
                  </a:cubicBezTo>
                  <a:cubicBezTo>
                    <a:pt x="965" y="635"/>
                    <a:pt x="977" y="611"/>
                    <a:pt x="977" y="587"/>
                  </a:cubicBezTo>
                  <a:cubicBezTo>
                    <a:pt x="977" y="564"/>
                    <a:pt x="953" y="552"/>
                    <a:pt x="929" y="552"/>
                  </a:cubicBezTo>
                  <a:cubicBezTo>
                    <a:pt x="884" y="556"/>
                    <a:pt x="842" y="558"/>
                    <a:pt x="801" y="558"/>
                  </a:cubicBezTo>
                  <a:cubicBezTo>
                    <a:pt x="169" y="558"/>
                    <a:pt x="96" y="62"/>
                    <a:pt x="96" y="40"/>
                  </a:cubicBezTo>
                  <a:cubicBezTo>
                    <a:pt x="96" y="20"/>
                    <a:pt x="72" y="1"/>
                    <a:pt x="50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5989775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2051" y="0"/>
                  </a:moveTo>
                  <a:cubicBezTo>
                    <a:pt x="1822" y="0"/>
                    <a:pt x="1488" y="100"/>
                    <a:pt x="989" y="362"/>
                  </a:cubicBezTo>
                  <a:cubicBezTo>
                    <a:pt x="0" y="874"/>
                    <a:pt x="465" y="1291"/>
                    <a:pt x="465" y="1291"/>
                  </a:cubicBezTo>
                  <a:cubicBezTo>
                    <a:pt x="557" y="1378"/>
                    <a:pt x="676" y="1419"/>
                    <a:pt x="824" y="1419"/>
                  </a:cubicBezTo>
                  <a:cubicBezTo>
                    <a:pt x="1077" y="1419"/>
                    <a:pt x="1413" y="1299"/>
                    <a:pt x="1834" y="1088"/>
                  </a:cubicBezTo>
                  <a:cubicBezTo>
                    <a:pt x="2394" y="803"/>
                    <a:pt x="2620" y="457"/>
                    <a:pt x="2465" y="219"/>
                  </a:cubicBezTo>
                  <a:cubicBezTo>
                    <a:pt x="2389" y="91"/>
                    <a:pt x="2268" y="0"/>
                    <a:pt x="2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6105845" y="1568892"/>
              <a:ext cx="64154" cy="76931"/>
            </a:xfrm>
            <a:custGeom>
              <a:avLst/>
              <a:gdLst/>
              <a:ahLst/>
              <a:cxnLst/>
              <a:rect l="l" t="t" r="r" b="b"/>
              <a:pathLst>
                <a:path w="954" h="1144" extrusionOk="0">
                  <a:moveTo>
                    <a:pt x="477" y="0"/>
                  </a:moveTo>
                  <a:cubicBezTo>
                    <a:pt x="215" y="0"/>
                    <a:pt x="1" y="250"/>
                    <a:pt x="1" y="572"/>
                  </a:cubicBezTo>
                  <a:cubicBezTo>
                    <a:pt x="1" y="893"/>
                    <a:pt x="215" y="1143"/>
                    <a:pt x="477" y="1143"/>
                  </a:cubicBezTo>
                  <a:cubicBezTo>
                    <a:pt x="739" y="1143"/>
                    <a:pt x="953" y="893"/>
                    <a:pt x="953" y="572"/>
                  </a:cubicBezTo>
                  <a:cubicBezTo>
                    <a:pt x="953" y="250"/>
                    <a:pt x="739" y="0"/>
                    <a:pt x="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6415721" y="1420477"/>
              <a:ext cx="176188" cy="95491"/>
            </a:xfrm>
            <a:custGeom>
              <a:avLst/>
              <a:gdLst/>
              <a:ahLst/>
              <a:cxnLst/>
              <a:rect l="l" t="t" r="r" b="b"/>
              <a:pathLst>
                <a:path w="2620" h="1420" extrusionOk="0">
                  <a:moveTo>
                    <a:pt x="568" y="0"/>
                  </a:moveTo>
                  <a:cubicBezTo>
                    <a:pt x="349" y="0"/>
                    <a:pt x="225" y="91"/>
                    <a:pt x="143" y="219"/>
                  </a:cubicBezTo>
                  <a:cubicBezTo>
                    <a:pt x="1" y="457"/>
                    <a:pt x="227" y="803"/>
                    <a:pt x="786" y="1088"/>
                  </a:cubicBezTo>
                  <a:cubicBezTo>
                    <a:pt x="1208" y="1299"/>
                    <a:pt x="1539" y="1419"/>
                    <a:pt x="1791" y="1419"/>
                  </a:cubicBezTo>
                  <a:cubicBezTo>
                    <a:pt x="1938" y="1419"/>
                    <a:pt x="2059" y="1378"/>
                    <a:pt x="2156" y="1291"/>
                  </a:cubicBezTo>
                  <a:cubicBezTo>
                    <a:pt x="2156" y="1291"/>
                    <a:pt x="2620" y="874"/>
                    <a:pt x="1632" y="362"/>
                  </a:cubicBezTo>
                  <a:cubicBezTo>
                    <a:pt x="1132" y="100"/>
                    <a:pt x="798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6418949" y="1580123"/>
              <a:ext cx="63280" cy="76931"/>
            </a:xfrm>
            <a:custGeom>
              <a:avLst/>
              <a:gdLst/>
              <a:ahLst/>
              <a:cxnLst/>
              <a:rect l="l" t="t" r="r" b="b"/>
              <a:pathLst>
                <a:path w="941" h="1144" extrusionOk="0">
                  <a:moveTo>
                    <a:pt x="464" y="0"/>
                  </a:moveTo>
                  <a:cubicBezTo>
                    <a:pt x="214" y="0"/>
                    <a:pt x="0" y="250"/>
                    <a:pt x="0" y="572"/>
                  </a:cubicBezTo>
                  <a:cubicBezTo>
                    <a:pt x="0" y="893"/>
                    <a:pt x="214" y="1143"/>
                    <a:pt x="464" y="1143"/>
                  </a:cubicBezTo>
                  <a:cubicBezTo>
                    <a:pt x="726" y="1143"/>
                    <a:pt x="941" y="893"/>
                    <a:pt x="941" y="572"/>
                  </a:cubicBezTo>
                  <a:cubicBezTo>
                    <a:pt x="941" y="250"/>
                    <a:pt x="726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5751316" y="1580795"/>
              <a:ext cx="216873" cy="246664"/>
            </a:xfrm>
            <a:custGeom>
              <a:avLst/>
              <a:gdLst/>
              <a:ahLst/>
              <a:cxnLst/>
              <a:rect l="l" t="t" r="r" b="b"/>
              <a:pathLst>
                <a:path w="3225" h="3668" extrusionOk="0">
                  <a:moveTo>
                    <a:pt x="1588" y="0"/>
                  </a:moveTo>
                  <a:cubicBezTo>
                    <a:pt x="932" y="0"/>
                    <a:pt x="132" y="284"/>
                    <a:pt x="70" y="1645"/>
                  </a:cubicBezTo>
                  <a:cubicBezTo>
                    <a:pt x="1" y="2999"/>
                    <a:pt x="993" y="3667"/>
                    <a:pt x="1871" y="3667"/>
                  </a:cubicBezTo>
                  <a:cubicBezTo>
                    <a:pt x="2507" y="3667"/>
                    <a:pt x="3083" y="3317"/>
                    <a:pt x="3153" y="2621"/>
                  </a:cubicBezTo>
                  <a:cubicBezTo>
                    <a:pt x="3225" y="1978"/>
                    <a:pt x="2451" y="145"/>
                    <a:pt x="2451" y="145"/>
                  </a:cubicBezTo>
                  <a:cubicBezTo>
                    <a:pt x="2451" y="145"/>
                    <a:pt x="2056" y="0"/>
                    <a:pt x="1588" y="0"/>
                  </a:cubicBezTo>
                  <a:close/>
                </a:path>
              </a:pathLst>
            </a:custGeom>
            <a:solidFill>
              <a:srgbClr val="F6BA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5779963" y="1629953"/>
              <a:ext cx="169060" cy="135974"/>
            </a:xfrm>
            <a:custGeom>
              <a:avLst/>
              <a:gdLst/>
              <a:ahLst/>
              <a:cxnLst/>
              <a:rect l="l" t="t" r="r" b="b"/>
              <a:pathLst>
                <a:path w="2514" h="2022" extrusionOk="0">
                  <a:moveTo>
                    <a:pt x="985" y="1"/>
                  </a:moveTo>
                  <a:cubicBezTo>
                    <a:pt x="919" y="1"/>
                    <a:pt x="852" y="7"/>
                    <a:pt x="787" y="21"/>
                  </a:cubicBezTo>
                  <a:cubicBezTo>
                    <a:pt x="299" y="128"/>
                    <a:pt x="25" y="569"/>
                    <a:pt x="13" y="593"/>
                  </a:cubicBezTo>
                  <a:cubicBezTo>
                    <a:pt x="1" y="616"/>
                    <a:pt x="1" y="640"/>
                    <a:pt x="25" y="652"/>
                  </a:cubicBezTo>
                  <a:cubicBezTo>
                    <a:pt x="34" y="661"/>
                    <a:pt x="43" y="665"/>
                    <a:pt x="51" y="665"/>
                  </a:cubicBezTo>
                  <a:cubicBezTo>
                    <a:pt x="65" y="665"/>
                    <a:pt x="77" y="655"/>
                    <a:pt x="84" y="640"/>
                  </a:cubicBezTo>
                  <a:cubicBezTo>
                    <a:pt x="96" y="640"/>
                    <a:pt x="358" y="212"/>
                    <a:pt x="811" y="116"/>
                  </a:cubicBezTo>
                  <a:cubicBezTo>
                    <a:pt x="875" y="102"/>
                    <a:pt x="941" y="94"/>
                    <a:pt x="1007" y="94"/>
                  </a:cubicBezTo>
                  <a:cubicBezTo>
                    <a:pt x="1208" y="94"/>
                    <a:pt x="1414" y="163"/>
                    <a:pt x="1620" y="307"/>
                  </a:cubicBezTo>
                  <a:cubicBezTo>
                    <a:pt x="2394" y="819"/>
                    <a:pt x="1894" y="1938"/>
                    <a:pt x="1894" y="1950"/>
                  </a:cubicBezTo>
                  <a:cubicBezTo>
                    <a:pt x="1882" y="1974"/>
                    <a:pt x="1894" y="2009"/>
                    <a:pt x="1918" y="2021"/>
                  </a:cubicBezTo>
                  <a:lnTo>
                    <a:pt x="1942" y="2021"/>
                  </a:lnTo>
                  <a:cubicBezTo>
                    <a:pt x="1954" y="2021"/>
                    <a:pt x="1965" y="2009"/>
                    <a:pt x="1977" y="1998"/>
                  </a:cubicBezTo>
                  <a:cubicBezTo>
                    <a:pt x="1989" y="1986"/>
                    <a:pt x="2513" y="795"/>
                    <a:pt x="1668" y="224"/>
                  </a:cubicBezTo>
                  <a:cubicBezTo>
                    <a:pt x="1439" y="77"/>
                    <a:pt x="1209" y="1"/>
                    <a:pt x="98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5829659" y="1681734"/>
              <a:ext cx="94550" cy="22931"/>
            </a:xfrm>
            <a:custGeom>
              <a:avLst/>
              <a:gdLst/>
              <a:ahLst/>
              <a:cxnLst/>
              <a:rect l="l" t="t" r="r" b="b"/>
              <a:pathLst>
                <a:path w="1406" h="341" extrusionOk="0">
                  <a:moveTo>
                    <a:pt x="771" y="1"/>
                  </a:moveTo>
                  <a:cubicBezTo>
                    <a:pt x="368" y="1"/>
                    <a:pt x="24" y="251"/>
                    <a:pt x="24" y="251"/>
                  </a:cubicBezTo>
                  <a:cubicBezTo>
                    <a:pt x="0" y="275"/>
                    <a:pt x="0" y="299"/>
                    <a:pt x="12" y="323"/>
                  </a:cubicBezTo>
                  <a:cubicBezTo>
                    <a:pt x="24" y="335"/>
                    <a:pt x="36" y="335"/>
                    <a:pt x="48" y="335"/>
                  </a:cubicBezTo>
                  <a:cubicBezTo>
                    <a:pt x="60" y="335"/>
                    <a:pt x="72" y="335"/>
                    <a:pt x="72" y="323"/>
                  </a:cubicBezTo>
                  <a:cubicBezTo>
                    <a:pt x="80" y="323"/>
                    <a:pt x="400" y="90"/>
                    <a:pt x="767" y="90"/>
                  </a:cubicBezTo>
                  <a:cubicBezTo>
                    <a:pt x="951" y="90"/>
                    <a:pt x="1147" y="148"/>
                    <a:pt x="1322" y="323"/>
                  </a:cubicBezTo>
                  <a:cubicBezTo>
                    <a:pt x="1334" y="335"/>
                    <a:pt x="1346" y="341"/>
                    <a:pt x="1357" y="341"/>
                  </a:cubicBezTo>
                  <a:cubicBezTo>
                    <a:pt x="1369" y="341"/>
                    <a:pt x="1381" y="335"/>
                    <a:pt x="1393" y="323"/>
                  </a:cubicBezTo>
                  <a:cubicBezTo>
                    <a:pt x="1405" y="311"/>
                    <a:pt x="1405" y="275"/>
                    <a:pt x="1393" y="263"/>
                  </a:cubicBezTo>
                  <a:cubicBezTo>
                    <a:pt x="1196" y="66"/>
                    <a:pt x="976" y="1"/>
                    <a:pt x="771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6241147" y="1367890"/>
              <a:ext cx="128981" cy="322788"/>
            </a:xfrm>
            <a:custGeom>
              <a:avLst/>
              <a:gdLst/>
              <a:ahLst/>
              <a:cxnLst/>
              <a:rect l="l" t="t" r="r" b="b"/>
              <a:pathLst>
                <a:path w="1918" h="4800" extrusionOk="0">
                  <a:moveTo>
                    <a:pt x="263" y="1"/>
                  </a:moveTo>
                  <a:cubicBezTo>
                    <a:pt x="227" y="1"/>
                    <a:pt x="203" y="13"/>
                    <a:pt x="203" y="49"/>
                  </a:cubicBezTo>
                  <a:cubicBezTo>
                    <a:pt x="191" y="346"/>
                    <a:pt x="1" y="3025"/>
                    <a:pt x="215" y="3359"/>
                  </a:cubicBezTo>
                  <a:cubicBezTo>
                    <a:pt x="282" y="3466"/>
                    <a:pt x="392" y="3559"/>
                    <a:pt x="579" y="3559"/>
                  </a:cubicBezTo>
                  <a:cubicBezTo>
                    <a:pt x="723" y="3559"/>
                    <a:pt x="914" y="3504"/>
                    <a:pt x="1168" y="3359"/>
                  </a:cubicBezTo>
                  <a:cubicBezTo>
                    <a:pt x="1168" y="3359"/>
                    <a:pt x="1180" y="3347"/>
                    <a:pt x="1192" y="3347"/>
                  </a:cubicBezTo>
                  <a:cubicBezTo>
                    <a:pt x="1261" y="3309"/>
                    <a:pt x="1329" y="3291"/>
                    <a:pt x="1391" y="3291"/>
                  </a:cubicBezTo>
                  <a:cubicBezTo>
                    <a:pt x="1468" y="3291"/>
                    <a:pt x="1537" y="3318"/>
                    <a:pt x="1596" y="3370"/>
                  </a:cubicBezTo>
                  <a:cubicBezTo>
                    <a:pt x="1775" y="3549"/>
                    <a:pt x="1811" y="3942"/>
                    <a:pt x="1680" y="4204"/>
                  </a:cubicBezTo>
                  <a:cubicBezTo>
                    <a:pt x="1513" y="4537"/>
                    <a:pt x="1144" y="4704"/>
                    <a:pt x="1144" y="4716"/>
                  </a:cubicBezTo>
                  <a:cubicBezTo>
                    <a:pt x="1120" y="4728"/>
                    <a:pt x="1108" y="4752"/>
                    <a:pt x="1120" y="4775"/>
                  </a:cubicBezTo>
                  <a:cubicBezTo>
                    <a:pt x="1120" y="4787"/>
                    <a:pt x="1144" y="4799"/>
                    <a:pt x="1156" y="4799"/>
                  </a:cubicBezTo>
                  <a:lnTo>
                    <a:pt x="1180" y="4799"/>
                  </a:lnTo>
                  <a:cubicBezTo>
                    <a:pt x="1192" y="4787"/>
                    <a:pt x="1584" y="4609"/>
                    <a:pt x="1763" y="4240"/>
                  </a:cubicBezTo>
                  <a:cubicBezTo>
                    <a:pt x="1918" y="3942"/>
                    <a:pt x="1870" y="3501"/>
                    <a:pt x="1668" y="3311"/>
                  </a:cubicBezTo>
                  <a:cubicBezTo>
                    <a:pt x="1593" y="3236"/>
                    <a:pt x="1498" y="3196"/>
                    <a:pt x="1392" y="3196"/>
                  </a:cubicBezTo>
                  <a:cubicBezTo>
                    <a:pt x="1314" y="3196"/>
                    <a:pt x="1230" y="3218"/>
                    <a:pt x="1144" y="3263"/>
                  </a:cubicBezTo>
                  <a:cubicBezTo>
                    <a:pt x="1144" y="3263"/>
                    <a:pt x="1132" y="3275"/>
                    <a:pt x="1120" y="3287"/>
                  </a:cubicBezTo>
                  <a:cubicBezTo>
                    <a:pt x="906" y="3409"/>
                    <a:pt x="730" y="3469"/>
                    <a:pt x="591" y="3469"/>
                  </a:cubicBezTo>
                  <a:cubicBezTo>
                    <a:pt x="460" y="3469"/>
                    <a:pt x="362" y="3415"/>
                    <a:pt x="299" y="3311"/>
                  </a:cubicBezTo>
                  <a:cubicBezTo>
                    <a:pt x="132" y="3049"/>
                    <a:pt x="239" y="870"/>
                    <a:pt x="299" y="49"/>
                  </a:cubicBezTo>
                  <a:cubicBezTo>
                    <a:pt x="299" y="25"/>
                    <a:pt x="287" y="1"/>
                    <a:pt x="26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5747146" y="1451949"/>
              <a:ext cx="913625" cy="303622"/>
            </a:xfrm>
            <a:custGeom>
              <a:avLst/>
              <a:gdLst/>
              <a:ahLst/>
              <a:cxnLst/>
              <a:rect l="l" t="t" r="r" b="b"/>
              <a:pathLst>
                <a:path w="13586" h="4515" extrusionOk="0">
                  <a:moveTo>
                    <a:pt x="5412" y="119"/>
                  </a:moveTo>
                  <a:cubicBezTo>
                    <a:pt x="5434" y="119"/>
                    <a:pt x="5456" y="120"/>
                    <a:pt x="5478" y="120"/>
                  </a:cubicBezTo>
                  <a:cubicBezTo>
                    <a:pt x="6609" y="144"/>
                    <a:pt x="7514" y="1097"/>
                    <a:pt x="7478" y="2228"/>
                  </a:cubicBezTo>
                  <a:cubicBezTo>
                    <a:pt x="7455" y="3349"/>
                    <a:pt x="6538" y="4241"/>
                    <a:pt x="5435" y="4241"/>
                  </a:cubicBezTo>
                  <a:cubicBezTo>
                    <a:pt x="5414" y="4241"/>
                    <a:pt x="5392" y="4240"/>
                    <a:pt x="5371" y="4240"/>
                  </a:cubicBezTo>
                  <a:cubicBezTo>
                    <a:pt x="4228" y="4204"/>
                    <a:pt x="3323" y="3263"/>
                    <a:pt x="3358" y="2120"/>
                  </a:cubicBezTo>
                  <a:cubicBezTo>
                    <a:pt x="3382" y="1011"/>
                    <a:pt x="4299" y="119"/>
                    <a:pt x="5412" y="119"/>
                  </a:cubicBezTo>
                  <a:close/>
                  <a:moveTo>
                    <a:pt x="11387" y="263"/>
                  </a:moveTo>
                  <a:cubicBezTo>
                    <a:pt x="11401" y="263"/>
                    <a:pt x="11416" y="263"/>
                    <a:pt x="11431" y="263"/>
                  </a:cubicBezTo>
                  <a:cubicBezTo>
                    <a:pt x="12562" y="299"/>
                    <a:pt x="13467" y="1251"/>
                    <a:pt x="13443" y="2382"/>
                  </a:cubicBezTo>
                  <a:cubicBezTo>
                    <a:pt x="13408" y="3504"/>
                    <a:pt x="12491" y="4396"/>
                    <a:pt x="11388" y="4396"/>
                  </a:cubicBezTo>
                  <a:cubicBezTo>
                    <a:pt x="11367" y="4396"/>
                    <a:pt x="11345" y="4395"/>
                    <a:pt x="11324" y="4395"/>
                  </a:cubicBezTo>
                  <a:cubicBezTo>
                    <a:pt x="10181" y="4359"/>
                    <a:pt x="9276" y="3418"/>
                    <a:pt x="9311" y="2275"/>
                  </a:cubicBezTo>
                  <a:cubicBezTo>
                    <a:pt x="9347" y="1159"/>
                    <a:pt x="10264" y="263"/>
                    <a:pt x="11387" y="263"/>
                  </a:cubicBezTo>
                  <a:close/>
                  <a:moveTo>
                    <a:pt x="5411" y="0"/>
                  </a:moveTo>
                  <a:cubicBezTo>
                    <a:pt x="4250" y="0"/>
                    <a:pt x="3298" y="916"/>
                    <a:pt x="3239" y="2061"/>
                  </a:cubicBezTo>
                  <a:lnTo>
                    <a:pt x="632" y="2001"/>
                  </a:lnTo>
                  <a:cubicBezTo>
                    <a:pt x="620" y="2001"/>
                    <a:pt x="620" y="2001"/>
                    <a:pt x="608" y="2013"/>
                  </a:cubicBezTo>
                  <a:cubicBezTo>
                    <a:pt x="584" y="2013"/>
                    <a:pt x="37" y="2216"/>
                    <a:pt x="1" y="2740"/>
                  </a:cubicBezTo>
                  <a:cubicBezTo>
                    <a:pt x="1" y="2763"/>
                    <a:pt x="25" y="2799"/>
                    <a:pt x="48" y="2799"/>
                  </a:cubicBezTo>
                  <a:lnTo>
                    <a:pt x="60" y="2799"/>
                  </a:lnTo>
                  <a:cubicBezTo>
                    <a:pt x="84" y="2799"/>
                    <a:pt x="108" y="2775"/>
                    <a:pt x="120" y="2740"/>
                  </a:cubicBezTo>
                  <a:cubicBezTo>
                    <a:pt x="144" y="2335"/>
                    <a:pt x="572" y="2144"/>
                    <a:pt x="632" y="2120"/>
                  </a:cubicBezTo>
                  <a:lnTo>
                    <a:pt x="3239" y="2180"/>
                  </a:lnTo>
                  <a:cubicBezTo>
                    <a:pt x="3239" y="3359"/>
                    <a:pt x="4180" y="4323"/>
                    <a:pt x="5359" y="4359"/>
                  </a:cubicBezTo>
                  <a:cubicBezTo>
                    <a:pt x="5373" y="4359"/>
                    <a:pt x="5388" y="4359"/>
                    <a:pt x="5403" y="4359"/>
                  </a:cubicBezTo>
                  <a:cubicBezTo>
                    <a:pt x="6585" y="4359"/>
                    <a:pt x="7562" y="3415"/>
                    <a:pt x="7597" y="2228"/>
                  </a:cubicBezTo>
                  <a:cubicBezTo>
                    <a:pt x="7597" y="2144"/>
                    <a:pt x="7597" y="2049"/>
                    <a:pt x="7585" y="1966"/>
                  </a:cubicBezTo>
                  <a:cubicBezTo>
                    <a:pt x="7679" y="1915"/>
                    <a:pt x="7990" y="1782"/>
                    <a:pt x="8382" y="1782"/>
                  </a:cubicBezTo>
                  <a:cubicBezTo>
                    <a:pt x="8638" y="1782"/>
                    <a:pt x="8929" y="1839"/>
                    <a:pt x="9216" y="2013"/>
                  </a:cubicBezTo>
                  <a:cubicBezTo>
                    <a:pt x="9204" y="2097"/>
                    <a:pt x="9192" y="2180"/>
                    <a:pt x="9192" y="2275"/>
                  </a:cubicBezTo>
                  <a:cubicBezTo>
                    <a:pt x="9157" y="3478"/>
                    <a:pt x="10121" y="4478"/>
                    <a:pt x="11312" y="4514"/>
                  </a:cubicBezTo>
                  <a:cubicBezTo>
                    <a:pt x="11326" y="4514"/>
                    <a:pt x="11341" y="4514"/>
                    <a:pt x="11356" y="4514"/>
                  </a:cubicBezTo>
                  <a:cubicBezTo>
                    <a:pt x="12539" y="4514"/>
                    <a:pt x="13515" y="3570"/>
                    <a:pt x="13550" y="2382"/>
                  </a:cubicBezTo>
                  <a:cubicBezTo>
                    <a:pt x="13586" y="1192"/>
                    <a:pt x="12633" y="180"/>
                    <a:pt x="11431" y="156"/>
                  </a:cubicBezTo>
                  <a:cubicBezTo>
                    <a:pt x="11407" y="155"/>
                    <a:pt x="11383" y="155"/>
                    <a:pt x="11359" y="155"/>
                  </a:cubicBezTo>
                  <a:cubicBezTo>
                    <a:pt x="10319" y="155"/>
                    <a:pt x="9450" y="905"/>
                    <a:pt x="9240" y="1894"/>
                  </a:cubicBezTo>
                  <a:cubicBezTo>
                    <a:pt x="8945" y="1727"/>
                    <a:pt x="8648" y="1672"/>
                    <a:pt x="8385" y="1672"/>
                  </a:cubicBezTo>
                  <a:cubicBezTo>
                    <a:pt x="8011" y="1672"/>
                    <a:pt x="7706" y="1784"/>
                    <a:pt x="7573" y="1847"/>
                  </a:cubicBezTo>
                  <a:cubicBezTo>
                    <a:pt x="7418" y="823"/>
                    <a:pt x="6549" y="25"/>
                    <a:pt x="5478" y="1"/>
                  </a:cubicBezTo>
                  <a:cubicBezTo>
                    <a:pt x="5455" y="0"/>
                    <a:pt x="5433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6081837" y="1265472"/>
              <a:ext cx="418010" cy="30463"/>
            </a:xfrm>
            <a:custGeom>
              <a:avLst/>
              <a:gdLst/>
              <a:ahLst/>
              <a:cxnLst/>
              <a:rect l="l" t="t" r="r" b="b"/>
              <a:pathLst>
                <a:path w="6216" h="453" extrusionOk="0">
                  <a:moveTo>
                    <a:pt x="2978" y="1"/>
                  </a:moveTo>
                  <a:cubicBezTo>
                    <a:pt x="1986" y="1"/>
                    <a:pt x="993" y="111"/>
                    <a:pt x="24" y="333"/>
                  </a:cubicBezTo>
                  <a:cubicBezTo>
                    <a:pt x="1" y="333"/>
                    <a:pt x="1" y="345"/>
                    <a:pt x="1" y="369"/>
                  </a:cubicBezTo>
                  <a:cubicBezTo>
                    <a:pt x="1" y="381"/>
                    <a:pt x="24" y="393"/>
                    <a:pt x="36" y="393"/>
                  </a:cubicBezTo>
                  <a:cubicBezTo>
                    <a:pt x="999" y="171"/>
                    <a:pt x="1986" y="60"/>
                    <a:pt x="2974" y="60"/>
                  </a:cubicBezTo>
                  <a:cubicBezTo>
                    <a:pt x="4052" y="60"/>
                    <a:pt x="5130" y="192"/>
                    <a:pt x="6180" y="452"/>
                  </a:cubicBezTo>
                  <a:cubicBezTo>
                    <a:pt x="6192" y="452"/>
                    <a:pt x="6204" y="441"/>
                    <a:pt x="6204" y="429"/>
                  </a:cubicBezTo>
                  <a:cubicBezTo>
                    <a:pt x="6216" y="417"/>
                    <a:pt x="6204" y="393"/>
                    <a:pt x="6192" y="393"/>
                  </a:cubicBezTo>
                  <a:cubicBezTo>
                    <a:pt x="5142" y="132"/>
                    <a:pt x="4060" y="1"/>
                    <a:pt x="2978" y="1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6118689" y="1163659"/>
              <a:ext cx="343567" cy="44989"/>
            </a:xfrm>
            <a:custGeom>
              <a:avLst/>
              <a:gdLst/>
              <a:ahLst/>
              <a:cxnLst/>
              <a:rect l="l" t="t" r="r" b="b"/>
              <a:pathLst>
                <a:path w="5109" h="669" extrusionOk="0">
                  <a:moveTo>
                    <a:pt x="2030" y="0"/>
                  </a:moveTo>
                  <a:cubicBezTo>
                    <a:pt x="1356" y="0"/>
                    <a:pt x="681" y="84"/>
                    <a:pt x="24" y="252"/>
                  </a:cubicBezTo>
                  <a:cubicBezTo>
                    <a:pt x="12" y="252"/>
                    <a:pt x="0" y="276"/>
                    <a:pt x="12" y="288"/>
                  </a:cubicBezTo>
                  <a:cubicBezTo>
                    <a:pt x="12" y="300"/>
                    <a:pt x="24" y="311"/>
                    <a:pt x="48" y="311"/>
                  </a:cubicBezTo>
                  <a:cubicBezTo>
                    <a:pt x="698" y="143"/>
                    <a:pt x="1369" y="59"/>
                    <a:pt x="2039" y="59"/>
                  </a:cubicBezTo>
                  <a:cubicBezTo>
                    <a:pt x="3075" y="59"/>
                    <a:pt x="4111" y="259"/>
                    <a:pt x="5072" y="657"/>
                  </a:cubicBezTo>
                  <a:cubicBezTo>
                    <a:pt x="5072" y="669"/>
                    <a:pt x="5072" y="669"/>
                    <a:pt x="5084" y="669"/>
                  </a:cubicBezTo>
                  <a:cubicBezTo>
                    <a:pt x="5096" y="669"/>
                    <a:pt x="5108" y="657"/>
                    <a:pt x="5108" y="645"/>
                  </a:cubicBezTo>
                  <a:cubicBezTo>
                    <a:pt x="5108" y="633"/>
                    <a:pt x="5108" y="609"/>
                    <a:pt x="5096" y="609"/>
                  </a:cubicBezTo>
                  <a:cubicBezTo>
                    <a:pt x="4125" y="203"/>
                    <a:pt x="3079" y="0"/>
                    <a:pt x="2030" y="0"/>
                  </a:cubicBezTo>
                  <a:close/>
                </a:path>
              </a:pathLst>
            </a:custGeom>
            <a:solidFill>
              <a:srgbClr val="EAA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6357283" y="4131829"/>
              <a:ext cx="582162" cy="463739"/>
            </a:xfrm>
            <a:custGeom>
              <a:avLst/>
              <a:gdLst/>
              <a:ahLst/>
              <a:cxnLst/>
              <a:rect l="l" t="t" r="r" b="b"/>
              <a:pathLst>
                <a:path w="8657" h="6896" extrusionOk="0">
                  <a:moveTo>
                    <a:pt x="4965" y="0"/>
                  </a:moveTo>
                  <a:cubicBezTo>
                    <a:pt x="4965" y="0"/>
                    <a:pt x="3765" y="410"/>
                    <a:pt x="2197" y="410"/>
                  </a:cubicBezTo>
                  <a:cubicBezTo>
                    <a:pt x="1512" y="410"/>
                    <a:pt x="757" y="332"/>
                    <a:pt x="0" y="107"/>
                  </a:cubicBezTo>
                  <a:lnTo>
                    <a:pt x="0" y="107"/>
                  </a:lnTo>
                  <a:cubicBezTo>
                    <a:pt x="0" y="108"/>
                    <a:pt x="286" y="5287"/>
                    <a:pt x="584" y="6001"/>
                  </a:cubicBezTo>
                  <a:cubicBezTo>
                    <a:pt x="584" y="6001"/>
                    <a:pt x="2084" y="6692"/>
                    <a:pt x="5918" y="6882"/>
                  </a:cubicBezTo>
                  <a:cubicBezTo>
                    <a:pt x="6119" y="6892"/>
                    <a:pt x="6307" y="6896"/>
                    <a:pt x="6483" y="6896"/>
                  </a:cubicBezTo>
                  <a:cubicBezTo>
                    <a:pt x="8068" y="6896"/>
                    <a:pt x="8656" y="6549"/>
                    <a:pt x="8656" y="6549"/>
                  </a:cubicBezTo>
                  <a:cubicBezTo>
                    <a:pt x="8656" y="6549"/>
                    <a:pt x="8632" y="5775"/>
                    <a:pt x="7251" y="5001"/>
                  </a:cubicBezTo>
                  <a:cubicBezTo>
                    <a:pt x="6763" y="4727"/>
                    <a:pt x="5025" y="4215"/>
                    <a:pt x="5025" y="4215"/>
                  </a:cubicBezTo>
                  <a:lnTo>
                    <a:pt x="4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5575800" y="4126987"/>
              <a:ext cx="586196" cy="468581"/>
            </a:xfrm>
            <a:custGeom>
              <a:avLst/>
              <a:gdLst/>
              <a:ahLst/>
              <a:cxnLst/>
              <a:rect l="l" t="t" r="r" b="b"/>
              <a:pathLst>
                <a:path w="8717" h="6968" extrusionOk="0">
                  <a:moveTo>
                    <a:pt x="3382" y="1"/>
                  </a:moveTo>
                  <a:lnTo>
                    <a:pt x="3358" y="4251"/>
                  </a:lnTo>
                  <a:cubicBezTo>
                    <a:pt x="3358" y="4251"/>
                    <a:pt x="1894" y="4799"/>
                    <a:pt x="1406" y="5073"/>
                  </a:cubicBezTo>
                  <a:cubicBezTo>
                    <a:pt x="25" y="5847"/>
                    <a:pt x="1" y="6609"/>
                    <a:pt x="1" y="6609"/>
                  </a:cubicBezTo>
                  <a:cubicBezTo>
                    <a:pt x="1" y="6609"/>
                    <a:pt x="592" y="6968"/>
                    <a:pt x="2187" y="6968"/>
                  </a:cubicBezTo>
                  <a:cubicBezTo>
                    <a:pt x="2359" y="6968"/>
                    <a:pt x="2543" y="6963"/>
                    <a:pt x="2739" y="6954"/>
                  </a:cubicBezTo>
                  <a:cubicBezTo>
                    <a:pt x="6573" y="6764"/>
                    <a:pt x="8061" y="6073"/>
                    <a:pt x="8061" y="6073"/>
                  </a:cubicBezTo>
                  <a:cubicBezTo>
                    <a:pt x="8371" y="5359"/>
                    <a:pt x="8716" y="168"/>
                    <a:pt x="8716" y="168"/>
                  </a:cubicBezTo>
                  <a:lnTo>
                    <a:pt x="8716" y="168"/>
                  </a:lnTo>
                  <a:cubicBezTo>
                    <a:pt x="7990" y="385"/>
                    <a:pt x="7236" y="463"/>
                    <a:pt x="6532" y="463"/>
                  </a:cubicBezTo>
                  <a:cubicBezTo>
                    <a:pt x="4809" y="463"/>
                    <a:pt x="3382" y="1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5795228" y="2978871"/>
              <a:ext cx="910397" cy="1447637"/>
            </a:xfrm>
            <a:custGeom>
              <a:avLst/>
              <a:gdLst/>
              <a:ahLst/>
              <a:cxnLst/>
              <a:rect l="l" t="t" r="r" b="b"/>
              <a:pathLst>
                <a:path w="13538" h="21527" extrusionOk="0">
                  <a:moveTo>
                    <a:pt x="167" y="0"/>
                  </a:moveTo>
                  <a:cubicBezTo>
                    <a:pt x="0" y="6382"/>
                    <a:pt x="12" y="16371"/>
                    <a:pt x="72" y="21324"/>
                  </a:cubicBezTo>
                  <a:lnTo>
                    <a:pt x="5048" y="21467"/>
                  </a:lnTo>
                  <a:lnTo>
                    <a:pt x="7096" y="6025"/>
                  </a:lnTo>
                  <a:lnTo>
                    <a:pt x="8680" y="21527"/>
                  </a:lnTo>
                  <a:lnTo>
                    <a:pt x="13395" y="21396"/>
                  </a:lnTo>
                  <a:lnTo>
                    <a:pt x="13538" y="119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5832013" y="3110138"/>
              <a:ext cx="24142" cy="1291555"/>
            </a:xfrm>
            <a:custGeom>
              <a:avLst/>
              <a:gdLst/>
              <a:ahLst/>
              <a:cxnLst/>
              <a:rect l="l" t="t" r="r" b="b"/>
              <a:pathLst>
                <a:path w="359" h="19206" extrusionOk="0">
                  <a:moveTo>
                    <a:pt x="310" y="1"/>
                  </a:moveTo>
                  <a:cubicBezTo>
                    <a:pt x="287" y="1"/>
                    <a:pt x="263" y="25"/>
                    <a:pt x="263" y="49"/>
                  </a:cubicBezTo>
                  <a:lnTo>
                    <a:pt x="1" y="19206"/>
                  </a:lnTo>
                  <a:lnTo>
                    <a:pt x="96" y="19206"/>
                  </a:lnTo>
                  <a:lnTo>
                    <a:pt x="358" y="49"/>
                  </a:lnTo>
                  <a:cubicBezTo>
                    <a:pt x="358" y="13"/>
                    <a:pt x="334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6334083" y="3385584"/>
              <a:ext cx="92129" cy="1026533"/>
            </a:xfrm>
            <a:custGeom>
              <a:avLst/>
              <a:gdLst/>
              <a:ahLst/>
              <a:cxnLst/>
              <a:rect l="l" t="t" r="r" b="b"/>
              <a:pathLst>
                <a:path w="1370" h="15265" extrusionOk="0">
                  <a:moveTo>
                    <a:pt x="36" y="1"/>
                  </a:moveTo>
                  <a:cubicBezTo>
                    <a:pt x="12" y="1"/>
                    <a:pt x="0" y="24"/>
                    <a:pt x="0" y="48"/>
                  </a:cubicBezTo>
                  <a:lnTo>
                    <a:pt x="1286" y="15264"/>
                  </a:lnTo>
                  <a:lnTo>
                    <a:pt x="1369" y="15264"/>
                  </a:lnTo>
                  <a:lnTo>
                    <a:pt x="83" y="48"/>
                  </a:lnTo>
                  <a:cubicBezTo>
                    <a:pt x="83" y="24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6098649" y="3356465"/>
              <a:ext cx="341954" cy="64423"/>
            </a:xfrm>
            <a:custGeom>
              <a:avLst/>
              <a:gdLst/>
              <a:ahLst/>
              <a:cxnLst/>
              <a:rect l="l" t="t" r="r" b="b"/>
              <a:pathLst>
                <a:path w="5085" h="958" extrusionOk="0">
                  <a:moveTo>
                    <a:pt x="5043" y="1"/>
                  </a:moveTo>
                  <a:cubicBezTo>
                    <a:pt x="5037" y="1"/>
                    <a:pt x="5031" y="2"/>
                    <a:pt x="5025" y="5"/>
                  </a:cubicBezTo>
                  <a:cubicBezTo>
                    <a:pt x="5001" y="5"/>
                    <a:pt x="2096" y="743"/>
                    <a:pt x="36" y="862"/>
                  </a:cubicBezTo>
                  <a:cubicBezTo>
                    <a:pt x="13" y="862"/>
                    <a:pt x="1" y="886"/>
                    <a:pt x="1" y="910"/>
                  </a:cubicBezTo>
                  <a:cubicBezTo>
                    <a:pt x="1" y="946"/>
                    <a:pt x="24" y="958"/>
                    <a:pt x="48" y="958"/>
                  </a:cubicBezTo>
                  <a:cubicBezTo>
                    <a:pt x="2108" y="838"/>
                    <a:pt x="5013" y="100"/>
                    <a:pt x="5049" y="100"/>
                  </a:cubicBezTo>
                  <a:cubicBezTo>
                    <a:pt x="5073" y="88"/>
                    <a:pt x="5085" y="65"/>
                    <a:pt x="5073" y="41"/>
                  </a:cubicBezTo>
                  <a:cubicBezTo>
                    <a:pt x="5073" y="14"/>
                    <a:pt x="5059" y="1"/>
                    <a:pt x="5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6296424" y="3075707"/>
              <a:ext cx="5649" cy="249892"/>
            </a:xfrm>
            <a:custGeom>
              <a:avLst/>
              <a:gdLst/>
              <a:ahLst/>
              <a:cxnLst/>
              <a:rect l="l" t="t" r="r" b="b"/>
              <a:pathLst>
                <a:path w="84" h="3716" extrusionOk="0">
                  <a:moveTo>
                    <a:pt x="36" y="1"/>
                  </a:moveTo>
                  <a:cubicBezTo>
                    <a:pt x="12" y="1"/>
                    <a:pt x="0" y="25"/>
                    <a:pt x="0" y="49"/>
                  </a:cubicBezTo>
                  <a:lnTo>
                    <a:pt x="0" y="3668"/>
                  </a:lnTo>
                  <a:cubicBezTo>
                    <a:pt x="0" y="3692"/>
                    <a:pt x="12" y="3716"/>
                    <a:pt x="36" y="3716"/>
                  </a:cubicBezTo>
                  <a:cubicBezTo>
                    <a:pt x="60" y="3716"/>
                    <a:pt x="84" y="3692"/>
                    <a:pt x="84" y="3668"/>
                  </a:cubicBezTo>
                  <a:lnTo>
                    <a:pt x="84" y="49"/>
                  </a:lnTo>
                  <a:cubicBezTo>
                    <a:pt x="84" y="25"/>
                    <a:pt x="6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5862476" y="3079742"/>
              <a:ext cx="116136" cy="253052"/>
            </a:xfrm>
            <a:custGeom>
              <a:avLst/>
              <a:gdLst/>
              <a:ahLst/>
              <a:cxnLst/>
              <a:rect l="l" t="t" r="r" b="b"/>
              <a:pathLst>
                <a:path w="1727" h="3763" extrusionOk="0">
                  <a:moveTo>
                    <a:pt x="1655" y="0"/>
                  </a:moveTo>
                  <a:cubicBezTo>
                    <a:pt x="1453" y="1370"/>
                    <a:pt x="881" y="2679"/>
                    <a:pt x="12" y="3680"/>
                  </a:cubicBezTo>
                  <a:cubicBezTo>
                    <a:pt x="0" y="3703"/>
                    <a:pt x="0" y="3727"/>
                    <a:pt x="12" y="3751"/>
                  </a:cubicBezTo>
                  <a:cubicBezTo>
                    <a:pt x="24" y="3751"/>
                    <a:pt x="36" y="3763"/>
                    <a:pt x="48" y="3763"/>
                  </a:cubicBezTo>
                  <a:cubicBezTo>
                    <a:pt x="60" y="3763"/>
                    <a:pt x="72" y="3751"/>
                    <a:pt x="72" y="3751"/>
                  </a:cubicBezTo>
                  <a:cubicBezTo>
                    <a:pt x="941" y="2751"/>
                    <a:pt x="1524" y="1453"/>
                    <a:pt x="1727" y="84"/>
                  </a:cubicBezTo>
                  <a:cubicBezTo>
                    <a:pt x="1703" y="72"/>
                    <a:pt x="1691" y="48"/>
                    <a:pt x="1679" y="24"/>
                  </a:cubicBezTo>
                  <a:cubicBezTo>
                    <a:pt x="1667" y="24"/>
                    <a:pt x="1655" y="12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6591035" y="2999448"/>
              <a:ext cx="97778" cy="286138"/>
            </a:xfrm>
            <a:custGeom>
              <a:avLst/>
              <a:gdLst/>
              <a:ahLst/>
              <a:cxnLst/>
              <a:rect l="l" t="t" r="r" b="b"/>
              <a:pathLst>
                <a:path w="1454" h="4255" extrusionOk="0">
                  <a:moveTo>
                    <a:pt x="202" y="1"/>
                  </a:moveTo>
                  <a:cubicBezTo>
                    <a:pt x="184" y="1"/>
                    <a:pt x="168" y="20"/>
                    <a:pt x="168" y="40"/>
                  </a:cubicBezTo>
                  <a:cubicBezTo>
                    <a:pt x="84" y="706"/>
                    <a:pt x="1" y="1695"/>
                    <a:pt x="275" y="2611"/>
                  </a:cubicBezTo>
                  <a:cubicBezTo>
                    <a:pt x="489" y="3338"/>
                    <a:pt x="906" y="3921"/>
                    <a:pt x="1418" y="4254"/>
                  </a:cubicBezTo>
                  <a:cubicBezTo>
                    <a:pt x="1430" y="4231"/>
                    <a:pt x="1442" y="4195"/>
                    <a:pt x="1454" y="4171"/>
                  </a:cubicBezTo>
                  <a:cubicBezTo>
                    <a:pt x="965" y="3850"/>
                    <a:pt x="561" y="3278"/>
                    <a:pt x="358" y="2588"/>
                  </a:cubicBezTo>
                  <a:cubicBezTo>
                    <a:pt x="96" y="1695"/>
                    <a:pt x="168" y="706"/>
                    <a:pt x="251" y="51"/>
                  </a:cubicBezTo>
                  <a:cubicBezTo>
                    <a:pt x="251" y="28"/>
                    <a:pt x="239" y="4"/>
                    <a:pt x="215" y="4"/>
                  </a:cubicBezTo>
                  <a:cubicBezTo>
                    <a:pt x="211" y="2"/>
                    <a:pt x="207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6237986" y="3022111"/>
              <a:ext cx="64087" cy="291518"/>
            </a:xfrm>
            <a:custGeom>
              <a:avLst/>
              <a:gdLst/>
              <a:ahLst/>
              <a:cxnLst/>
              <a:rect l="l" t="t" r="r" b="b"/>
              <a:pathLst>
                <a:path w="953" h="4335" extrusionOk="0">
                  <a:moveTo>
                    <a:pt x="36" y="0"/>
                  </a:moveTo>
                  <a:cubicBezTo>
                    <a:pt x="12" y="0"/>
                    <a:pt x="0" y="24"/>
                    <a:pt x="0" y="48"/>
                  </a:cubicBezTo>
                  <a:cubicBezTo>
                    <a:pt x="0" y="72"/>
                    <a:pt x="24" y="1762"/>
                    <a:pt x="167" y="3024"/>
                  </a:cubicBezTo>
                  <a:cubicBezTo>
                    <a:pt x="310" y="4310"/>
                    <a:pt x="881" y="4334"/>
                    <a:pt x="905" y="4334"/>
                  </a:cubicBezTo>
                  <a:cubicBezTo>
                    <a:pt x="929" y="4334"/>
                    <a:pt x="953" y="4310"/>
                    <a:pt x="953" y="4275"/>
                  </a:cubicBezTo>
                  <a:cubicBezTo>
                    <a:pt x="953" y="4251"/>
                    <a:pt x="941" y="4227"/>
                    <a:pt x="917" y="4227"/>
                  </a:cubicBezTo>
                  <a:cubicBezTo>
                    <a:pt x="905" y="4227"/>
                    <a:pt x="381" y="4203"/>
                    <a:pt x="250" y="3013"/>
                  </a:cubicBezTo>
                  <a:cubicBezTo>
                    <a:pt x="119" y="1762"/>
                    <a:pt x="84" y="72"/>
                    <a:pt x="84" y="48"/>
                  </a:cubicBezTo>
                  <a:cubicBezTo>
                    <a:pt x="84" y="24"/>
                    <a:pt x="7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6392521" y="4514535"/>
              <a:ext cx="550085" cy="99661"/>
            </a:xfrm>
            <a:custGeom>
              <a:avLst/>
              <a:gdLst/>
              <a:ahLst/>
              <a:cxnLst/>
              <a:rect l="l" t="t" r="r" b="b"/>
              <a:pathLst>
                <a:path w="8180" h="1482" extrusionOk="0">
                  <a:moveTo>
                    <a:pt x="36" y="0"/>
                  </a:moveTo>
                  <a:cubicBezTo>
                    <a:pt x="36" y="191"/>
                    <a:pt x="0" y="393"/>
                    <a:pt x="12" y="620"/>
                  </a:cubicBezTo>
                  <a:cubicBezTo>
                    <a:pt x="12" y="620"/>
                    <a:pt x="1155" y="1108"/>
                    <a:pt x="4227" y="1370"/>
                  </a:cubicBezTo>
                  <a:cubicBezTo>
                    <a:pt x="5172" y="1451"/>
                    <a:pt x="5896" y="1481"/>
                    <a:pt x="6450" y="1481"/>
                  </a:cubicBezTo>
                  <a:cubicBezTo>
                    <a:pt x="7911" y="1481"/>
                    <a:pt x="8180" y="1274"/>
                    <a:pt x="8180" y="1274"/>
                  </a:cubicBezTo>
                  <a:cubicBezTo>
                    <a:pt x="8180" y="1274"/>
                    <a:pt x="8180" y="1108"/>
                    <a:pt x="8132" y="846"/>
                  </a:cubicBezTo>
                  <a:cubicBezTo>
                    <a:pt x="7387" y="925"/>
                    <a:pt x="6676" y="959"/>
                    <a:pt x="6002" y="959"/>
                  </a:cubicBezTo>
                  <a:cubicBezTo>
                    <a:pt x="3326" y="959"/>
                    <a:pt x="1244" y="419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5571832" y="4514535"/>
              <a:ext cx="550892" cy="99661"/>
            </a:xfrm>
            <a:custGeom>
              <a:avLst/>
              <a:gdLst/>
              <a:ahLst/>
              <a:cxnLst/>
              <a:rect l="l" t="t" r="r" b="b"/>
              <a:pathLst>
                <a:path w="8192" h="1482" extrusionOk="0">
                  <a:moveTo>
                    <a:pt x="8156" y="0"/>
                  </a:moveTo>
                  <a:cubicBezTo>
                    <a:pt x="6948" y="419"/>
                    <a:pt x="4866" y="959"/>
                    <a:pt x="2190" y="959"/>
                  </a:cubicBezTo>
                  <a:cubicBezTo>
                    <a:pt x="1516" y="959"/>
                    <a:pt x="805" y="925"/>
                    <a:pt x="60" y="846"/>
                  </a:cubicBezTo>
                  <a:cubicBezTo>
                    <a:pt x="12" y="1108"/>
                    <a:pt x="0" y="1274"/>
                    <a:pt x="0" y="1274"/>
                  </a:cubicBezTo>
                  <a:cubicBezTo>
                    <a:pt x="0" y="1274"/>
                    <a:pt x="276" y="1481"/>
                    <a:pt x="1736" y="1481"/>
                  </a:cubicBezTo>
                  <a:cubicBezTo>
                    <a:pt x="2288" y="1481"/>
                    <a:pt x="3011" y="1451"/>
                    <a:pt x="3953" y="1370"/>
                  </a:cubicBezTo>
                  <a:cubicBezTo>
                    <a:pt x="7037" y="1108"/>
                    <a:pt x="8168" y="620"/>
                    <a:pt x="8168" y="620"/>
                  </a:cubicBezTo>
                  <a:cubicBezTo>
                    <a:pt x="8192" y="393"/>
                    <a:pt x="8156" y="191"/>
                    <a:pt x="8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269958" y="2073518"/>
              <a:ext cx="1482135" cy="1138702"/>
            </a:xfrm>
            <a:custGeom>
              <a:avLst/>
              <a:gdLst/>
              <a:ahLst/>
              <a:cxnLst/>
              <a:rect l="l" t="t" r="r" b="b"/>
              <a:pathLst>
                <a:path w="22040" h="16933" extrusionOk="0">
                  <a:moveTo>
                    <a:pt x="11826" y="0"/>
                  </a:moveTo>
                  <a:cubicBezTo>
                    <a:pt x="10877" y="0"/>
                    <a:pt x="9432" y="336"/>
                    <a:pt x="7859" y="1902"/>
                  </a:cubicBezTo>
                  <a:cubicBezTo>
                    <a:pt x="6930" y="2831"/>
                    <a:pt x="5954" y="4188"/>
                    <a:pt x="5013" y="6165"/>
                  </a:cubicBezTo>
                  <a:cubicBezTo>
                    <a:pt x="5013" y="6165"/>
                    <a:pt x="4323" y="3926"/>
                    <a:pt x="3025" y="2414"/>
                  </a:cubicBezTo>
                  <a:cubicBezTo>
                    <a:pt x="2084" y="2688"/>
                    <a:pt x="941" y="2962"/>
                    <a:pt x="60" y="3450"/>
                  </a:cubicBezTo>
                  <a:cubicBezTo>
                    <a:pt x="1" y="4819"/>
                    <a:pt x="929" y="9499"/>
                    <a:pt x="2513" y="11511"/>
                  </a:cubicBezTo>
                  <a:cubicBezTo>
                    <a:pt x="3492" y="12755"/>
                    <a:pt x="4312" y="13210"/>
                    <a:pt x="5032" y="13210"/>
                  </a:cubicBezTo>
                  <a:cubicBezTo>
                    <a:pt x="5896" y="13210"/>
                    <a:pt x="6617" y="12554"/>
                    <a:pt x="7299" y="11820"/>
                  </a:cubicBezTo>
                  <a:lnTo>
                    <a:pt x="7299" y="11820"/>
                  </a:lnTo>
                  <a:cubicBezTo>
                    <a:pt x="7240" y="12499"/>
                    <a:pt x="7180" y="13225"/>
                    <a:pt x="7109" y="13999"/>
                  </a:cubicBezTo>
                  <a:cubicBezTo>
                    <a:pt x="7002" y="15297"/>
                    <a:pt x="7299" y="16261"/>
                    <a:pt x="8073" y="16523"/>
                  </a:cubicBezTo>
                  <a:cubicBezTo>
                    <a:pt x="8483" y="16656"/>
                    <a:pt x="13698" y="16933"/>
                    <a:pt x="14458" y="16933"/>
                  </a:cubicBezTo>
                  <a:cubicBezTo>
                    <a:pt x="14516" y="16933"/>
                    <a:pt x="14548" y="16931"/>
                    <a:pt x="14550" y="16928"/>
                  </a:cubicBezTo>
                  <a:cubicBezTo>
                    <a:pt x="14555" y="16924"/>
                    <a:pt x="14605" y="16923"/>
                    <a:pt x="14691" y="16923"/>
                  </a:cubicBezTo>
                  <a:cubicBezTo>
                    <a:pt x="14917" y="16923"/>
                    <a:pt x="15395" y="16932"/>
                    <a:pt x="15995" y="16932"/>
                  </a:cubicBezTo>
                  <a:cubicBezTo>
                    <a:pt x="17870" y="16932"/>
                    <a:pt x="20940" y="16835"/>
                    <a:pt x="21253" y="16035"/>
                  </a:cubicBezTo>
                  <a:cubicBezTo>
                    <a:pt x="21265" y="16023"/>
                    <a:pt x="22039" y="14999"/>
                    <a:pt x="21503" y="12808"/>
                  </a:cubicBezTo>
                  <a:cubicBezTo>
                    <a:pt x="21456" y="12582"/>
                    <a:pt x="21456" y="12356"/>
                    <a:pt x="21432" y="12130"/>
                  </a:cubicBezTo>
                  <a:lnTo>
                    <a:pt x="21861" y="2093"/>
                  </a:lnTo>
                  <a:cubicBezTo>
                    <a:pt x="21039" y="1057"/>
                    <a:pt x="19979" y="676"/>
                    <a:pt x="17896" y="319"/>
                  </a:cubicBezTo>
                  <a:cubicBezTo>
                    <a:pt x="17896" y="319"/>
                    <a:pt x="15800" y="795"/>
                    <a:pt x="15288" y="819"/>
                  </a:cubicBezTo>
                  <a:lnTo>
                    <a:pt x="13812" y="819"/>
                  </a:lnTo>
                  <a:cubicBezTo>
                    <a:pt x="13742" y="829"/>
                    <a:pt x="13670" y="834"/>
                    <a:pt x="13597" y="834"/>
                  </a:cubicBezTo>
                  <a:cubicBezTo>
                    <a:pt x="13324" y="834"/>
                    <a:pt x="13037" y="767"/>
                    <a:pt x="12764" y="664"/>
                  </a:cubicBezTo>
                  <a:cubicBezTo>
                    <a:pt x="12895" y="366"/>
                    <a:pt x="12967" y="188"/>
                    <a:pt x="12967" y="188"/>
                  </a:cubicBezTo>
                  <a:cubicBezTo>
                    <a:pt x="12967" y="188"/>
                    <a:pt x="12535" y="0"/>
                    <a:pt x="11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148278" y="2189385"/>
              <a:ext cx="211493" cy="46535"/>
            </a:xfrm>
            <a:custGeom>
              <a:avLst/>
              <a:gdLst/>
              <a:ahLst/>
              <a:cxnLst/>
              <a:rect l="l" t="t" r="r" b="b"/>
              <a:pathLst>
                <a:path w="3145" h="692" extrusionOk="0">
                  <a:moveTo>
                    <a:pt x="3077" y="0"/>
                  </a:moveTo>
                  <a:cubicBezTo>
                    <a:pt x="3067" y="0"/>
                    <a:pt x="3057" y="4"/>
                    <a:pt x="3049" y="13"/>
                  </a:cubicBezTo>
                  <a:cubicBezTo>
                    <a:pt x="2185" y="447"/>
                    <a:pt x="1503" y="567"/>
                    <a:pt x="1013" y="567"/>
                  </a:cubicBezTo>
                  <a:cubicBezTo>
                    <a:pt x="415" y="567"/>
                    <a:pt x="103" y="388"/>
                    <a:pt x="96" y="382"/>
                  </a:cubicBezTo>
                  <a:cubicBezTo>
                    <a:pt x="87" y="377"/>
                    <a:pt x="77" y="375"/>
                    <a:pt x="66" y="375"/>
                  </a:cubicBezTo>
                  <a:cubicBezTo>
                    <a:pt x="48" y="375"/>
                    <a:pt x="28" y="383"/>
                    <a:pt x="13" y="406"/>
                  </a:cubicBezTo>
                  <a:cubicBezTo>
                    <a:pt x="1" y="429"/>
                    <a:pt x="1" y="465"/>
                    <a:pt x="37" y="477"/>
                  </a:cubicBezTo>
                  <a:cubicBezTo>
                    <a:pt x="60" y="501"/>
                    <a:pt x="394" y="691"/>
                    <a:pt x="1013" y="691"/>
                  </a:cubicBezTo>
                  <a:cubicBezTo>
                    <a:pt x="1513" y="691"/>
                    <a:pt x="2215" y="560"/>
                    <a:pt x="3096" y="108"/>
                  </a:cubicBezTo>
                  <a:cubicBezTo>
                    <a:pt x="3132" y="96"/>
                    <a:pt x="3144" y="60"/>
                    <a:pt x="3120" y="36"/>
                  </a:cubicBezTo>
                  <a:cubicBezTo>
                    <a:pt x="3113" y="13"/>
                    <a:pt x="3095" y="0"/>
                    <a:pt x="3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6240407" y="2126979"/>
              <a:ext cx="12037" cy="1089746"/>
            </a:xfrm>
            <a:custGeom>
              <a:avLst/>
              <a:gdLst/>
              <a:ahLst/>
              <a:cxnLst/>
              <a:rect l="l" t="t" r="r" b="b"/>
              <a:pathLst>
                <a:path w="179" h="16205" extrusionOk="0">
                  <a:moveTo>
                    <a:pt x="60" y="0"/>
                  </a:moveTo>
                  <a:cubicBezTo>
                    <a:pt x="24" y="0"/>
                    <a:pt x="0" y="24"/>
                    <a:pt x="0" y="60"/>
                  </a:cubicBezTo>
                  <a:lnTo>
                    <a:pt x="60" y="16145"/>
                  </a:lnTo>
                  <a:cubicBezTo>
                    <a:pt x="60" y="16169"/>
                    <a:pt x="83" y="16204"/>
                    <a:pt x="119" y="16204"/>
                  </a:cubicBezTo>
                  <a:cubicBezTo>
                    <a:pt x="155" y="16204"/>
                    <a:pt x="179" y="16169"/>
                    <a:pt x="179" y="16145"/>
                  </a:cubicBezTo>
                  <a:lnTo>
                    <a:pt x="119" y="60"/>
                  </a:lnTo>
                  <a:cubicBezTo>
                    <a:pt x="107" y="24"/>
                    <a:pt x="83" y="0"/>
                    <a:pt x="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5998585" y="2044467"/>
              <a:ext cx="252245" cy="213376"/>
            </a:xfrm>
            <a:custGeom>
              <a:avLst/>
              <a:gdLst/>
              <a:ahLst/>
              <a:cxnLst/>
              <a:rect l="l" t="t" r="r" b="b"/>
              <a:pathLst>
                <a:path w="3751" h="3173" extrusionOk="0">
                  <a:moveTo>
                    <a:pt x="953" y="1"/>
                  </a:moveTo>
                  <a:cubicBezTo>
                    <a:pt x="953" y="1"/>
                    <a:pt x="524" y="632"/>
                    <a:pt x="262" y="1215"/>
                  </a:cubicBezTo>
                  <a:cubicBezTo>
                    <a:pt x="0" y="1799"/>
                    <a:pt x="1917" y="2858"/>
                    <a:pt x="2798" y="3168"/>
                  </a:cubicBezTo>
                  <a:cubicBezTo>
                    <a:pt x="2811" y="3171"/>
                    <a:pt x="2824" y="3173"/>
                    <a:pt x="2837" y="3173"/>
                  </a:cubicBezTo>
                  <a:cubicBezTo>
                    <a:pt x="3279" y="3173"/>
                    <a:pt x="3751" y="1263"/>
                    <a:pt x="3751" y="1263"/>
                  </a:cubicBezTo>
                  <a:cubicBezTo>
                    <a:pt x="3751" y="1263"/>
                    <a:pt x="2024" y="810"/>
                    <a:pt x="9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6244374" y="2044467"/>
              <a:ext cx="252313" cy="210216"/>
            </a:xfrm>
            <a:custGeom>
              <a:avLst/>
              <a:gdLst/>
              <a:ahLst/>
              <a:cxnLst/>
              <a:rect l="l" t="t" r="r" b="b"/>
              <a:pathLst>
                <a:path w="3752" h="3126" extrusionOk="0">
                  <a:moveTo>
                    <a:pt x="2822" y="1"/>
                  </a:moveTo>
                  <a:cubicBezTo>
                    <a:pt x="1834" y="858"/>
                    <a:pt x="1" y="1287"/>
                    <a:pt x="1" y="1287"/>
                  </a:cubicBezTo>
                  <a:cubicBezTo>
                    <a:pt x="1" y="1287"/>
                    <a:pt x="662" y="3125"/>
                    <a:pt x="1126" y="3125"/>
                  </a:cubicBezTo>
                  <a:cubicBezTo>
                    <a:pt x="1140" y="3125"/>
                    <a:pt x="1154" y="3124"/>
                    <a:pt x="1167" y="3120"/>
                  </a:cubicBezTo>
                  <a:cubicBezTo>
                    <a:pt x="2060" y="2811"/>
                    <a:pt x="3751" y="1834"/>
                    <a:pt x="3489" y="1251"/>
                  </a:cubicBezTo>
                  <a:cubicBezTo>
                    <a:pt x="3215" y="667"/>
                    <a:pt x="282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5269151" y="2194227"/>
              <a:ext cx="256280" cy="180223"/>
            </a:xfrm>
            <a:custGeom>
              <a:avLst/>
              <a:gdLst/>
              <a:ahLst/>
              <a:cxnLst/>
              <a:rect l="l" t="t" r="r" b="b"/>
              <a:pathLst>
                <a:path w="3811" h="2680" extrusionOk="0">
                  <a:moveTo>
                    <a:pt x="2965" y="0"/>
                  </a:moveTo>
                  <a:lnTo>
                    <a:pt x="1" y="1096"/>
                  </a:lnTo>
                  <a:lnTo>
                    <a:pt x="144" y="2679"/>
                  </a:lnTo>
                  <a:lnTo>
                    <a:pt x="3811" y="1631"/>
                  </a:lnTo>
                  <a:cubicBezTo>
                    <a:pt x="3811" y="1631"/>
                    <a:pt x="3311" y="298"/>
                    <a:pt x="2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6595877" y="2463217"/>
              <a:ext cx="120171" cy="430048"/>
            </a:xfrm>
            <a:custGeom>
              <a:avLst/>
              <a:gdLst/>
              <a:ahLst/>
              <a:cxnLst/>
              <a:rect l="l" t="t" r="r" b="b"/>
              <a:pathLst>
                <a:path w="1787" h="6395" extrusionOk="0">
                  <a:moveTo>
                    <a:pt x="60" y="1"/>
                  </a:moveTo>
                  <a:cubicBezTo>
                    <a:pt x="24" y="1"/>
                    <a:pt x="0" y="36"/>
                    <a:pt x="12" y="72"/>
                  </a:cubicBezTo>
                  <a:cubicBezTo>
                    <a:pt x="203" y="1977"/>
                    <a:pt x="1655" y="6311"/>
                    <a:pt x="1667" y="6359"/>
                  </a:cubicBezTo>
                  <a:cubicBezTo>
                    <a:pt x="1667" y="6382"/>
                    <a:pt x="1691" y="6394"/>
                    <a:pt x="1715" y="6394"/>
                  </a:cubicBezTo>
                  <a:lnTo>
                    <a:pt x="1739" y="6394"/>
                  </a:lnTo>
                  <a:cubicBezTo>
                    <a:pt x="1774" y="6382"/>
                    <a:pt x="1786" y="6347"/>
                    <a:pt x="1774" y="6323"/>
                  </a:cubicBezTo>
                  <a:cubicBezTo>
                    <a:pt x="1763" y="6275"/>
                    <a:pt x="322" y="1953"/>
                    <a:pt x="119" y="60"/>
                  </a:cubicBezTo>
                  <a:cubicBezTo>
                    <a:pt x="119" y="25"/>
                    <a:pt x="96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5751181" y="2293215"/>
              <a:ext cx="104973" cy="569586"/>
            </a:xfrm>
            <a:custGeom>
              <a:avLst/>
              <a:gdLst/>
              <a:ahLst/>
              <a:cxnLst/>
              <a:rect l="l" t="t" r="r" b="b"/>
              <a:pathLst>
                <a:path w="1561" h="8470" extrusionOk="0">
                  <a:moveTo>
                    <a:pt x="1493" y="0"/>
                  </a:moveTo>
                  <a:cubicBezTo>
                    <a:pt x="1472" y="0"/>
                    <a:pt x="1450" y="14"/>
                    <a:pt x="1441" y="40"/>
                  </a:cubicBezTo>
                  <a:cubicBezTo>
                    <a:pt x="1429" y="40"/>
                    <a:pt x="989" y="957"/>
                    <a:pt x="488" y="3124"/>
                  </a:cubicBezTo>
                  <a:cubicBezTo>
                    <a:pt x="0" y="5279"/>
                    <a:pt x="215" y="8375"/>
                    <a:pt x="227" y="8410"/>
                  </a:cubicBezTo>
                  <a:cubicBezTo>
                    <a:pt x="227" y="8446"/>
                    <a:pt x="250" y="8470"/>
                    <a:pt x="274" y="8470"/>
                  </a:cubicBezTo>
                  <a:cubicBezTo>
                    <a:pt x="286" y="8470"/>
                    <a:pt x="286" y="8470"/>
                    <a:pt x="286" y="8458"/>
                  </a:cubicBezTo>
                  <a:cubicBezTo>
                    <a:pt x="322" y="8458"/>
                    <a:pt x="346" y="8434"/>
                    <a:pt x="334" y="8398"/>
                  </a:cubicBezTo>
                  <a:cubicBezTo>
                    <a:pt x="334" y="8375"/>
                    <a:pt x="119" y="5291"/>
                    <a:pt x="608" y="3148"/>
                  </a:cubicBezTo>
                  <a:cubicBezTo>
                    <a:pt x="1096" y="1005"/>
                    <a:pt x="1536" y="100"/>
                    <a:pt x="1548" y="88"/>
                  </a:cubicBezTo>
                  <a:cubicBezTo>
                    <a:pt x="1560" y="64"/>
                    <a:pt x="1548" y="28"/>
                    <a:pt x="1512" y="5"/>
                  </a:cubicBezTo>
                  <a:cubicBezTo>
                    <a:pt x="1506" y="2"/>
                    <a:pt x="1500" y="0"/>
                    <a:pt x="14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6073028" y="2660118"/>
              <a:ext cx="543696" cy="373224"/>
            </a:xfrm>
            <a:custGeom>
              <a:avLst/>
              <a:gdLst/>
              <a:ahLst/>
              <a:cxnLst/>
              <a:rect l="l" t="t" r="r" b="b"/>
              <a:pathLst>
                <a:path w="8085" h="5550" extrusionOk="0">
                  <a:moveTo>
                    <a:pt x="8018" y="1"/>
                  </a:moveTo>
                  <a:cubicBezTo>
                    <a:pt x="8000" y="1"/>
                    <a:pt x="7981" y="11"/>
                    <a:pt x="7966" y="25"/>
                  </a:cubicBezTo>
                  <a:cubicBezTo>
                    <a:pt x="7073" y="1430"/>
                    <a:pt x="5525" y="2252"/>
                    <a:pt x="4156" y="2907"/>
                  </a:cubicBezTo>
                  <a:cubicBezTo>
                    <a:pt x="4013" y="2978"/>
                    <a:pt x="3870" y="3050"/>
                    <a:pt x="3715" y="3121"/>
                  </a:cubicBezTo>
                  <a:cubicBezTo>
                    <a:pt x="2406" y="3752"/>
                    <a:pt x="1036" y="4395"/>
                    <a:pt x="24" y="5455"/>
                  </a:cubicBezTo>
                  <a:cubicBezTo>
                    <a:pt x="1" y="5478"/>
                    <a:pt x="1" y="5514"/>
                    <a:pt x="24" y="5538"/>
                  </a:cubicBezTo>
                  <a:cubicBezTo>
                    <a:pt x="36" y="5550"/>
                    <a:pt x="48" y="5550"/>
                    <a:pt x="60" y="5550"/>
                  </a:cubicBezTo>
                  <a:cubicBezTo>
                    <a:pt x="72" y="5550"/>
                    <a:pt x="96" y="5550"/>
                    <a:pt x="108" y="5538"/>
                  </a:cubicBezTo>
                  <a:cubicBezTo>
                    <a:pt x="1108" y="4490"/>
                    <a:pt x="2465" y="3847"/>
                    <a:pt x="3775" y="3228"/>
                  </a:cubicBezTo>
                  <a:cubicBezTo>
                    <a:pt x="3918" y="3157"/>
                    <a:pt x="4061" y="3085"/>
                    <a:pt x="4215" y="3014"/>
                  </a:cubicBezTo>
                  <a:cubicBezTo>
                    <a:pt x="5597" y="2347"/>
                    <a:pt x="7144" y="1514"/>
                    <a:pt x="8073" y="85"/>
                  </a:cubicBezTo>
                  <a:cubicBezTo>
                    <a:pt x="8085" y="61"/>
                    <a:pt x="8073" y="25"/>
                    <a:pt x="8049" y="14"/>
                  </a:cubicBezTo>
                  <a:cubicBezTo>
                    <a:pt x="8040" y="4"/>
                    <a:pt x="8029" y="1"/>
                    <a:pt x="8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6089840" y="2842762"/>
              <a:ext cx="492453" cy="273899"/>
            </a:xfrm>
            <a:custGeom>
              <a:avLst/>
              <a:gdLst/>
              <a:ahLst/>
              <a:cxnLst/>
              <a:rect l="l" t="t" r="r" b="b"/>
              <a:pathLst>
                <a:path w="7323" h="4073" extrusionOk="0">
                  <a:moveTo>
                    <a:pt x="7275" y="0"/>
                  </a:moveTo>
                  <a:cubicBezTo>
                    <a:pt x="7240" y="0"/>
                    <a:pt x="7216" y="24"/>
                    <a:pt x="7204" y="48"/>
                  </a:cubicBezTo>
                  <a:cubicBezTo>
                    <a:pt x="7168" y="250"/>
                    <a:pt x="6978" y="393"/>
                    <a:pt x="6811" y="512"/>
                  </a:cubicBezTo>
                  <a:cubicBezTo>
                    <a:pt x="4704" y="1929"/>
                    <a:pt x="2430" y="3084"/>
                    <a:pt x="48" y="3953"/>
                  </a:cubicBezTo>
                  <a:cubicBezTo>
                    <a:pt x="13" y="3965"/>
                    <a:pt x="1" y="4001"/>
                    <a:pt x="13" y="4036"/>
                  </a:cubicBezTo>
                  <a:cubicBezTo>
                    <a:pt x="24" y="4060"/>
                    <a:pt x="36" y="4072"/>
                    <a:pt x="60" y="4072"/>
                  </a:cubicBezTo>
                  <a:lnTo>
                    <a:pt x="84" y="4072"/>
                  </a:lnTo>
                  <a:cubicBezTo>
                    <a:pt x="2477" y="3203"/>
                    <a:pt x="4763" y="2036"/>
                    <a:pt x="6871" y="607"/>
                  </a:cubicBezTo>
                  <a:cubicBezTo>
                    <a:pt x="7073" y="477"/>
                    <a:pt x="7275" y="322"/>
                    <a:pt x="7323" y="72"/>
                  </a:cubicBezTo>
                  <a:cubicBezTo>
                    <a:pt x="7323" y="36"/>
                    <a:pt x="7311" y="12"/>
                    <a:pt x="7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6290036" y="2157375"/>
              <a:ext cx="17686" cy="1049733"/>
            </a:xfrm>
            <a:custGeom>
              <a:avLst/>
              <a:gdLst/>
              <a:ahLst/>
              <a:cxnLst/>
              <a:rect l="l" t="t" r="r" b="b"/>
              <a:pathLst>
                <a:path w="263" h="15610" extrusionOk="0">
                  <a:moveTo>
                    <a:pt x="60" y="1"/>
                  </a:moveTo>
                  <a:cubicBezTo>
                    <a:pt x="24" y="1"/>
                    <a:pt x="0" y="24"/>
                    <a:pt x="0" y="60"/>
                  </a:cubicBezTo>
                  <a:lnTo>
                    <a:pt x="155" y="15550"/>
                  </a:lnTo>
                  <a:cubicBezTo>
                    <a:pt x="155" y="15586"/>
                    <a:pt x="179" y="15610"/>
                    <a:pt x="215" y="15610"/>
                  </a:cubicBezTo>
                  <a:cubicBezTo>
                    <a:pt x="238" y="15610"/>
                    <a:pt x="262" y="15574"/>
                    <a:pt x="262" y="15550"/>
                  </a:cubicBezTo>
                  <a:lnTo>
                    <a:pt x="119" y="48"/>
                  </a:lnTo>
                  <a:cubicBezTo>
                    <a:pt x="119" y="24"/>
                    <a:pt x="95" y="1"/>
                    <a:pt x="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41444" y="2682646"/>
              <a:ext cx="36919" cy="155342"/>
            </a:xfrm>
            <a:custGeom>
              <a:avLst/>
              <a:gdLst/>
              <a:ahLst/>
              <a:cxnLst/>
              <a:rect l="l" t="t" r="r" b="b"/>
              <a:pathLst>
                <a:path w="549" h="2310" extrusionOk="0">
                  <a:moveTo>
                    <a:pt x="1" y="0"/>
                  </a:moveTo>
                  <a:lnTo>
                    <a:pt x="1" y="0"/>
                  </a:lnTo>
                  <a:cubicBezTo>
                    <a:pt x="96" y="500"/>
                    <a:pt x="227" y="1191"/>
                    <a:pt x="548" y="231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053833" y="2029269"/>
              <a:ext cx="229852" cy="92936"/>
            </a:xfrm>
            <a:custGeom>
              <a:avLst/>
              <a:gdLst/>
              <a:ahLst/>
              <a:cxnLst/>
              <a:rect l="l" t="t" r="r" b="b"/>
              <a:pathLst>
                <a:path w="3418" h="1382" extrusionOk="0">
                  <a:moveTo>
                    <a:pt x="3418" y="1"/>
                  </a:moveTo>
                  <a:lnTo>
                    <a:pt x="72" y="167"/>
                  </a:lnTo>
                  <a:lnTo>
                    <a:pt x="1" y="1382"/>
                  </a:lnTo>
                  <a:cubicBezTo>
                    <a:pt x="1132" y="1298"/>
                    <a:pt x="2311" y="1274"/>
                    <a:pt x="3394" y="1048"/>
                  </a:cubicBezTo>
                  <a:lnTo>
                    <a:pt x="3418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6917724" y="2099744"/>
              <a:ext cx="860028" cy="915844"/>
            </a:xfrm>
            <a:custGeom>
              <a:avLst/>
              <a:gdLst/>
              <a:ahLst/>
              <a:cxnLst/>
              <a:rect l="l" t="t" r="r" b="b"/>
              <a:pathLst>
                <a:path w="12789" h="13619" extrusionOk="0">
                  <a:moveTo>
                    <a:pt x="9038" y="7680"/>
                  </a:moveTo>
                  <a:cubicBezTo>
                    <a:pt x="9145" y="7966"/>
                    <a:pt x="9192" y="8251"/>
                    <a:pt x="9276" y="8668"/>
                  </a:cubicBezTo>
                  <a:lnTo>
                    <a:pt x="9038" y="7680"/>
                  </a:lnTo>
                  <a:close/>
                  <a:moveTo>
                    <a:pt x="5418" y="0"/>
                  </a:moveTo>
                  <a:lnTo>
                    <a:pt x="5418" y="0"/>
                  </a:lnTo>
                  <a:cubicBezTo>
                    <a:pt x="4335" y="226"/>
                    <a:pt x="3156" y="250"/>
                    <a:pt x="2025" y="334"/>
                  </a:cubicBezTo>
                  <a:lnTo>
                    <a:pt x="2001" y="869"/>
                  </a:lnTo>
                  <a:cubicBezTo>
                    <a:pt x="2001" y="869"/>
                    <a:pt x="1144" y="1036"/>
                    <a:pt x="739" y="1143"/>
                  </a:cubicBezTo>
                  <a:cubicBezTo>
                    <a:pt x="751" y="2953"/>
                    <a:pt x="1" y="9811"/>
                    <a:pt x="215" y="11633"/>
                  </a:cubicBezTo>
                  <a:lnTo>
                    <a:pt x="5585" y="12145"/>
                  </a:lnTo>
                  <a:lnTo>
                    <a:pt x="9811" y="10978"/>
                  </a:lnTo>
                  <a:cubicBezTo>
                    <a:pt x="9502" y="9859"/>
                    <a:pt x="9371" y="9168"/>
                    <a:pt x="9276" y="8668"/>
                  </a:cubicBezTo>
                  <a:lnTo>
                    <a:pt x="9276" y="8668"/>
                  </a:lnTo>
                  <a:lnTo>
                    <a:pt x="9811" y="10978"/>
                  </a:lnTo>
                  <a:cubicBezTo>
                    <a:pt x="9839" y="10973"/>
                    <a:pt x="9865" y="10971"/>
                    <a:pt x="9891" y="10971"/>
                  </a:cubicBezTo>
                  <a:cubicBezTo>
                    <a:pt x="10790" y="10971"/>
                    <a:pt x="10991" y="13619"/>
                    <a:pt x="11851" y="13619"/>
                  </a:cubicBezTo>
                  <a:cubicBezTo>
                    <a:pt x="11881" y="13619"/>
                    <a:pt x="11911" y="13616"/>
                    <a:pt x="11943" y="13609"/>
                  </a:cubicBezTo>
                  <a:cubicBezTo>
                    <a:pt x="12645" y="12776"/>
                    <a:pt x="12788" y="9216"/>
                    <a:pt x="12431" y="8251"/>
                  </a:cubicBezTo>
                  <a:cubicBezTo>
                    <a:pt x="11347" y="4179"/>
                    <a:pt x="10228" y="2870"/>
                    <a:pt x="9633" y="2286"/>
                  </a:cubicBezTo>
                  <a:cubicBezTo>
                    <a:pt x="8752" y="1393"/>
                    <a:pt x="6859" y="1000"/>
                    <a:pt x="6859" y="1000"/>
                  </a:cubicBezTo>
                  <a:lnTo>
                    <a:pt x="5406" y="869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6267575" y="2170152"/>
              <a:ext cx="787132" cy="801052"/>
            </a:xfrm>
            <a:custGeom>
              <a:avLst/>
              <a:gdLst/>
              <a:ahLst/>
              <a:cxnLst/>
              <a:rect l="l" t="t" r="r" b="b"/>
              <a:pathLst>
                <a:path w="11705" h="11912" extrusionOk="0">
                  <a:moveTo>
                    <a:pt x="10742" y="1"/>
                  </a:moveTo>
                  <a:cubicBezTo>
                    <a:pt x="10741" y="1"/>
                    <a:pt x="10740" y="1"/>
                    <a:pt x="10740" y="1"/>
                  </a:cubicBezTo>
                  <a:cubicBezTo>
                    <a:pt x="10740" y="1"/>
                    <a:pt x="8347" y="358"/>
                    <a:pt x="7835" y="3668"/>
                  </a:cubicBezTo>
                  <a:cubicBezTo>
                    <a:pt x="7728" y="5883"/>
                    <a:pt x="7442" y="7621"/>
                    <a:pt x="7442" y="7621"/>
                  </a:cubicBezTo>
                  <a:lnTo>
                    <a:pt x="3966" y="5752"/>
                  </a:lnTo>
                  <a:cubicBezTo>
                    <a:pt x="3966" y="5752"/>
                    <a:pt x="3668" y="3573"/>
                    <a:pt x="3251" y="3442"/>
                  </a:cubicBezTo>
                  <a:cubicBezTo>
                    <a:pt x="3224" y="3433"/>
                    <a:pt x="3200" y="3429"/>
                    <a:pt x="3178" y="3429"/>
                  </a:cubicBezTo>
                  <a:cubicBezTo>
                    <a:pt x="2873" y="3429"/>
                    <a:pt x="3049" y="4228"/>
                    <a:pt x="3049" y="4228"/>
                  </a:cubicBezTo>
                  <a:cubicBezTo>
                    <a:pt x="3049" y="4228"/>
                    <a:pt x="2110" y="2625"/>
                    <a:pt x="1771" y="2625"/>
                  </a:cubicBezTo>
                  <a:cubicBezTo>
                    <a:pt x="1750" y="2625"/>
                    <a:pt x="1731" y="2631"/>
                    <a:pt x="1715" y="2644"/>
                  </a:cubicBezTo>
                  <a:cubicBezTo>
                    <a:pt x="1442" y="2870"/>
                    <a:pt x="2287" y="4240"/>
                    <a:pt x="2287" y="4240"/>
                  </a:cubicBezTo>
                  <a:cubicBezTo>
                    <a:pt x="2287" y="4240"/>
                    <a:pt x="1317" y="3018"/>
                    <a:pt x="904" y="3018"/>
                  </a:cubicBezTo>
                  <a:cubicBezTo>
                    <a:pt x="850" y="3018"/>
                    <a:pt x="806" y="3038"/>
                    <a:pt x="775" y="3085"/>
                  </a:cubicBezTo>
                  <a:cubicBezTo>
                    <a:pt x="620" y="3323"/>
                    <a:pt x="1811" y="4537"/>
                    <a:pt x="1811" y="4537"/>
                  </a:cubicBezTo>
                  <a:cubicBezTo>
                    <a:pt x="1811" y="4537"/>
                    <a:pt x="778" y="3620"/>
                    <a:pt x="442" y="3620"/>
                  </a:cubicBezTo>
                  <a:cubicBezTo>
                    <a:pt x="404" y="3620"/>
                    <a:pt x="376" y="3631"/>
                    <a:pt x="358" y="3656"/>
                  </a:cubicBezTo>
                  <a:cubicBezTo>
                    <a:pt x="179" y="3906"/>
                    <a:pt x="1453" y="4942"/>
                    <a:pt x="1453" y="4942"/>
                  </a:cubicBezTo>
                  <a:cubicBezTo>
                    <a:pt x="1453" y="4942"/>
                    <a:pt x="642" y="4372"/>
                    <a:pt x="298" y="4372"/>
                  </a:cubicBezTo>
                  <a:cubicBezTo>
                    <a:pt x="238" y="4372"/>
                    <a:pt x="192" y="4390"/>
                    <a:pt x="168" y="4430"/>
                  </a:cubicBezTo>
                  <a:cubicBezTo>
                    <a:pt x="1" y="4692"/>
                    <a:pt x="1668" y="6180"/>
                    <a:pt x="2275" y="6549"/>
                  </a:cubicBezTo>
                  <a:cubicBezTo>
                    <a:pt x="2275" y="6549"/>
                    <a:pt x="5642" y="11911"/>
                    <a:pt x="8541" y="11911"/>
                  </a:cubicBezTo>
                  <a:cubicBezTo>
                    <a:pt x="8587" y="11911"/>
                    <a:pt x="8634" y="11910"/>
                    <a:pt x="8681" y="11907"/>
                  </a:cubicBezTo>
                  <a:cubicBezTo>
                    <a:pt x="11217" y="11752"/>
                    <a:pt x="10978" y="6609"/>
                    <a:pt x="10859" y="5240"/>
                  </a:cubicBezTo>
                  <a:lnTo>
                    <a:pt x="10859" y="5240"/>
                  </a:lnTo>
                  <a:lnTo>
                    <a:pt x="11693" y="5359"/>
                  </a:lnTo>
                  <a:cubicBezTo>
                    <a:pt x="11490" y="3525"/>
                    <a:pt x="11705" y="2013"/>
                    <a:pt x="11693" y="203"/>
                  </a:cubicBezTo>
                  <a:lnTo>
                    <a:pt x="11693" y="203"/>
                  </a:lnTo>
                  <a:cubicBezTo>
                    <a:pt x="11685" y="206"/>
                    <a:pt x="11674" y="207"/>
                    <a:pt x="11660" y="207"/>
                  </a:cubicBezTo>
                  <a:cubicBezTo>
                    <a:pt x="11471" y="207"/>
                    <a:pt x="10776" y="1"/>
                    <a:pt x="1074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6453380" y="2563281"/>
              <a:ext cx="124139" cy="141825"/>
            </a:xfrm>
            <a:custGeom>
              <a:avLst/>
              <a:gdLst/>
              <a:ahLst/>
              <a:cxnLst/>
              <a:rect l="l" t="t" r="r" b="b"/>
              <a:pathLst>
                <a:path w="1846" h="2109" extrusionOk="0">
                  <a:moveTo>
                    <a:pt x="1393" y="1"/>
                  </a:moveTo>
                  <a:cubicBezTo>
                    <a:pt x="1393" y="1"/>
                    <a:pt x="310" y="632"/>
                    <a:pt x="0" y="1418"/>
                  </a:cubicBezTo>
                  <a:cubicBezTo>
                    <a:pt x="0" y="1418"/>
                    <a:pt x="107" y="1692"/>
                    <a:pt x="322" y="2108"/>
                  </a:cubicBezTo>
                  <a:cubicBezTo>
                    <a:pt x="750" y="1382"/>
                    <a:pt x="1274" y="739"/>
                    <a:pt x="1846" y="144"/>
                  </a:cubicBezTo>
                  <a:cubicBezTo>
                    <a:pt x="1703" y="96"/>
                    <a:pt x="1548" y="49"/>
                    <a:pt x="1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6474966" y="2170220"/>
              <a:ext cx="514914" cy="829431"/>
            </a:xfrm>
            <a:custGeom>
              <a:avLst/>
              <a:gdLst/>
              <a:ahLst/>
              <a:cxnLst/>
              <a:rect l="l" t="t" r="r" b="b"/>
              <a:pathLst>
                <a:path w="7657" h="12334" extrusionOk="0">
                  <a:moveTo>
                    <a:pt x="7656" y="0"/>
                  </a:moveTo>
                  <a:cubicBezTo>
                    <a:pt x="7656" y="0"/>
                    <a:pt x="5525" y="226"/>
                    <a:pt x="4656" y="3358"/>
                  </a:cubicBezTo>
                  <a:cubicBezTo>
                    <a:pt x="4370" y="4417"/>
                    <a:pt x="4227" y="5798"/>
                    <a:pt x="4358" y="7620"/>
                  </a:cubicBezTo>
                  <a:cubicBezTo>
                    <a:pt x="4358" y="7620"/>
                    <a:pt x="3096" y="6560"/>
                    <a:pt x="1525" y="5989"/>
                  </a:cubicBezTo>
                  <a:cubicBezTo>
                    <a:pt x="953" y="6584"/>
                    <a:pt x="429" y="7227"/>
                    <a:pt x="1" y="7953"/>
                  </a:cubicBezTo>
                  <a:cubicBezTo>
                    <a:pt x="524" y="8977"/>
                    <a:pt x="1715" y="10859"/>
                    <a:pt x="3703" y="11668"/>
                  </a:cubicBezTo>
                  <a:cubicBezTo>
                    <a:pt x="4814" y="12117"/>
                    <a:pt x="5522" y="12334"/>
                    <a:pt x="5992" y="12334"/>
                  </a:cubicBezTo>
                  <a:cubicBezTo>
                    <a:pt x="6707" y="12334"/>
                    <a:pt x="6877" y="11835"/>
                    <a:pt x="7085" y="10894"/>
                  </a:cubicBezTo>
                  <a:cubicBezTo>
                    <a:pt x="7418" y="9346"/>
                    <a:pt x="7656" y="0"/>
                    <a:pt x="7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6700783" y="4315953"/>
              <a:ext cx="505298" cy="350359"/>
            </a:xfrm>
            <a:custGeom>
              <a:avLst/>
              <a:gdLst/>
              <a:ahLst/>
              <a:cxnLst/>
              <a:rect l="l" t="t" r="r" b="b"/>
              <a:pathLst>
                <a:path w="7514" h="5210" extrusionOk="0">
                  <a:moveTo>
                    <a:pt x="7025" y="1"/>
                  </a:moveTo>
                  <a:cubicBezTo>
                    <a:pt x="5989" y="36"/>
                    <a:pt x="4953" y="84"/>
                    <a:pt x="3905" y="191"/>
                  </a:cubicBezTo>
                  <a:cubicBezTo>
                    <a:pt x="3989" y="1048"/>
                    <a:pt x="4084" y="1810"/>
                    <a:pt x="4191" y="2465"/>
                  </a:cubicBezTo>
                  <a:cubicBezTo>
                    <a:pt x="4191" y="2465"/>
                    <a:pt x="0" y="4025"/>
                    <a:pt x="24" y="4823"/>
                  </a:cubicBezTo>
                  <a:cubicBezTo>
                    <a:pt x="33" y="5117"/>
                    <a:pt x="718" y="5209"/>
                    <a:pt x="1571" y="5209"/>
                  </a:cubicBezTo>
                  <a:cubicBezTo>
                    <a:pt x="2993" y="5209"/>
                    <a:pt x="4882" y="4954"/>
                    <a:pt x="4882" y="4954"/>
                  </a:cubicBezTo>
                  <a:cubicBezTo>
                    <a:pt x="4882" y="4954"/>
                    <a:pt x="5254" y="5042"/>
                    <a:pt x="5693" y="5042"/>
                  </a:cubicBezTo>
                  <a:cubicBezTo>
                    <a:pt x="6492" y="5042"/>
                    <a:pt x="7513" y="4749"/>
                    <a:pt x="6906" y="3096"/>
                  </a:cubicBezTo>
                  <a:lnTo>
                    <a:pt x="7025" y="1"/>
                  </a:ln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6920952" y="3173418"/>
              <a:ext cx="293132" cy="1155447"/>
            </a:xfrm>
            <a:custGeom>
              <a:avLst/>
              <a:gdLst/>
              <a:ahLst/>
              <a:cxnLst/>
              <a:rect l="l" t="t" r="r" b="b"/>
              <a:pathLst>
                <a:path w="4359" h="17182" extrusionOk="0">
                  <a:moveTo>
                    <a:pt x="0" y="1"/>
                  </a:moveTo>
                  <a:cubicBezTo>
                    <a:pt x="0" y="1"/>
                    <a:pt x="48" y="10895"/>
                    <a:pt x="643" y="17181"/>
                  </a:cubicBezTo>
                  <a:cubicBezTo>
                    <a:pt x="1679" y="17074"/>
                    <a:pt x="2715" y="17026"/>
                    <a:pt x="3751" y="16991"/>
                  </a:cubicBezTo>
                  <a:lnTo>
                    <a:pt x="4358" y="12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7282810" y="3163801"/>
              <a:ext cx="394272" cy="1137828"/>
            </a:xfrm>
            <a:custGeom>
              <a:avLst/>
              <a:gdLst/>
              <a:ahLst/>
              <a:cxnLst/>
              <a:rect l="l" t="t" r="r" b="b"/>
              <a:pathLst>
                <a:path w="5863" h="16920" extrusionOk="0">
                  <a:moveTo>
                    <a:pt x="4222" y="1"/>
                  </a:moveTo>
                  <a:cubicBezTo>
                    <a:pt x="2489" y="1"/>
                    <a:pt x="1" y="632"/>
                    <a:pt x="1" y="632"/>
                  </a:cubicBezTo>
                  <a:cubicBezTo>
                    <a:pt x="1" y="632"/>
                    <a:pt x="1204" y="10561"/>
                    <a:pt x="2096" y="16919"/>
                  </a:cubicBezTo>
                  <a:cubicBezTo>
                    <a:pt x="2227" y="16907"/>
                    <a:pt x="2370" y="16896"/>
                    <a:pt x="2513" y="16872"/>
                  </a:cubicBezTo>
                  <a:cubicBezTo>
                    <a:pt x="3537" y="16812"/>
                    <a:pt x="4513" y="16646"/>
                    <a:pt x="5466" y="16407"/>
                  </a:cubicBezTo>
                  <a:cubicBezTo>
                    <a:pt x="5609" y="12693"/>
                    <a:pt x="5799" y="6942"/>
                    <a:pt x="5859" y="739"/>
                  </a:cubicBezTo>
                  <a:cubicBezTo>
                    <a:pt x="5863" y="182"/>
                    <a:pt x="5151" y="1"/>
                    <a:pt x="4222" y="1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7182746" y="4267131"/>
              <a:ext cx="495749" cy="430182"/>
            </a:xfrm>
            <a:custGeom>
              <a:avLst/>
              <a:gdLst/>
              <a:ahLst/>
              <a:cxnLst/>
              <a:rect l="l" t="t" r="r" b="b"/>
              <a:pathLst>
                <a:path w="7372" h="6397" extrusionOk="0">
                  <a:moveTo>
                    <a:pt x="6954" y="0"/>
                  </a:moveTo>
                  <a:lnTo>
                    <a:pt x="6954" y="0"/>
                  </a:lnTo>
                  <a:cubicBezTo>
                    <a:pt x="6001" y="239"/>
                    <a:pt x="5025" y="405"/>
                    <a:pt x="4001" y="465"/>
                  </a:cubicBezTo>
                  <a:cubicBezTo>
                    <a:pt x="3858" y="489"/>
                    <a:pt x="3727" y="500"/>
                    <a:pt x="3584" y="512"/>
                  </a:cubicBezTo>
                  <a:cubicBezTo>
                    <a:pt x="3751" y="1727"/>
                    <a:pt x="3906" y="2810"/>
                    <a:pt x="4049" y="3668"/>
                  </a:cubicBezTo>
                  <a:cubicBezTo>
                    <a:pt x="4049" y="3668"/>
                    <a:pt x="1" y="5203"/>
                    <a:pt x="25" y="5989"/>
                  </a:cubicBezTo>
                  <a:cubicBezTo>
                    <a:pt x="34" y="6302"/>
                    <a:pt x="760" y="6397"/>
                    <a:pt x="1639" y="6397"/>
                  </a:cubicBezTo>
                  <a:cubicBezTo>
                    <a:pt x="3004" y="6397"/>
                    <a:pt x="4739" y="6168"/>
                    <a:pt x="4739" y="6168"/>
                  </a:cubicBezTo>
                  <a:cubicBezTo>
                    <a:pt x="4739" y="6168"/>
                    <a:pt x="5109" y="6256"/>
                    <a:pt x="5547" y="6256"/>
                  </a:cubicBezTo>
                  <a:cubicBezTo>
                    <a:pt x="6347" y="6256"/>
                    <a:pt x="7372" y="5962"/>
                    <a:pt x="6763" y="4299"/>
                  </a:cubicBezTo>
                  <a:cubicBezTo>
                    <a:pt x="6763" y="4299"/>
                    <a:pt x="6847" y="2679"/>
                    <a:pt x="6954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6721563" y="2832338"/>
              <a:ext cx="1147444" cy="1383550"/>
            </a:xfrm>
            <a:custGeom>
              <a:avLst/>
              <a:gdLst/>
              <a:ahLst/>
              <a:cxnLst/>
              <a:rect l="l" t="t" r="r" b="b"/>
              <a:pathLst>
                <a:path w="17063" h="20574" extrusionOk="0">
                  <a:moveTo>
                    <a:pt x="12740" y="0"/>
                  </a:moveTo>
                  <a:cubicBezTo>
                    <a:pt x="10655" y="581"/>
                    <a:pt x="8453" y="753"/>
                    <a:pt x="6294" y="753"/>
                  </a:cubicBezTo>
                  <a:cubicBezTo>
                    <a:pt x="5223" y="753"/>
                    <a:pt x="4163" y="711"/>
                    <a:pt x="3132" y="655"/>
                  </a:cubicBezTo>
                  <a:cubicBezTo>
                    <a:pt x="2953" y="1179"/>
                    <a:pt x="1" y="5073"/>
                    <a:pt x="989" y="19812"/>
                  </a:cubicBezTo>
                  <a:cubicBezTo>
                    <a:pt x="989" y="19812"/>
                    <a:pt x="4303" y="20574"/>
                    <a:pt x="8105" y="20574"/>
                  </a:cubicBezTo>
                  <a:cubicBezTo>
                    <a:pt x="10647" y="20574"/>
                    <a:pt x="13406" y="20233"/>
                    <a:pt x="15538" y="19098"/>
                  </a:cubicBezTo>
                  <a:cubicBezTo>
                    <a:pt x="17062" y="2060"/>
                    <a:pt x="12943" y="334"/>
                    <a:pt x="12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6375709" y="2450911"/>
              <a:ext cx="84934" cy="91658"/>
            </a:xfrm>
            <a:custGeom>
              <a:avLst/>
              <a:gdLst/>
              <a:ahLst/>
              <a:cxnLst/>
              <a:rect l="l" t="t" r="r" b="b"/>
              <a:pathLst>
                <a:path w="1263" h="1363" extrusionOk="0">
                  <a:moveTo>
                    <a:pt x="1221" y="0"/>
                  </a:moveTo>
                  <a:cubicBezTo>
                    <a:pt x="1215" y="0"/>
                    <a:pt x="1209" y="2"/>
                    <a:pt x="1203" y="5"/>
                  </a:cubicBezTo>
                  <a:cubicBezTo>
                    <a:pt x="1191" y="5"/>
                    <a:pt x="0" y="398"/>
                    <a:pt x="48" y="1327"/>
                  </a:cubicBezTo>
                  <a:cubicBezTo>
                    <a:pt x="48" y="1351"/>
                    <a:pt x="60" y="1362"/>
                    <a:pt x="84" y="1362"/>
                  </a:cubicBezTo>
                  <a:cubicBezTo>
                    <a:pt x="107" y="1362"/>
                    <a:pt x="119" y="1339"/>
                    <a:pt x="119" y="1315"/>
                  </a:cubicBezTo>
                  <a:cubicBezTo>
                    <a:pt x="84" y="446"/>
                    <a:pt x="1215" y="77"/>
                    <a:pt x="1227" y="77"/>
                  </a:cubicBezTo>
                  <a:cubicBezTo>
                    <a:pt x="1250" y="65"/>
                    <a:pt x="1262" y="41"/>
                    <a:pt x="1250" y="29"/>
                  </a:cubicBezTo>
                  <a:cubicBezTo>
                    <a:pt x="1250" y="11"/>
                    <a:pt x="1238" y="0"/>
                    <a:pt x="1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6754380" y="2680225"/>
              <a:ext cx="16072" cy="191386"/>
            </a:xfrm>
            <a:custGeom>
              <a:avLst/>
              <a:gdLst/>
              <a:ahLst/>
              <a:cxnLst/>
              <a:rect l="l" t="t" r="r" b="b"/>
              <a:pathLst>
                <a:path w="239" h="2846" extrusionOk="0">
                  <a:moveTo>
                    <a:pt x="203" y="0"/>
                  </a:moveTo>
                  <a:cubicBezTo>
                    <a:pt x="179" y="0"/>
                    <a:pt x="168" y="12"/>
                    <a:pt x="168" y="36"/>
                  </a:cubicBezTo>
                  <a:cubicBezTo>
                    <a:pt x="168" y="48"/>
                    <a:pt x="1" y="1715"/>
                    <a:pt x="1" y="2810"/>
                  </a:cubicBezTo>
                  <a:cubicBezTo>
                    <a:pt x="1" y="2822"/>
                    <a:pt x="13" y="2846"/>
                    <a:pt x="37" y="2846"/>
                  </a:cubicBezTo>
                  <a:cubicBezTo>
                    <a:pt x="60" y="2846"/>
                    <a:pt x="72" y="2822"/>
                    <a:pt x="72" y="2810"/>
                  </a:cubicBezTo>
                  <a:cubicBezTo>
                    <a:pt x="72" y="1715"/>
                    <a:pt x="239" y="60"/>
                    <a:pt x="239" y="48"/>
                  </a:cubicBezTo>
                  <a:cubicBezTo>
                    <a:pt x="239" y="24"/>
                    <a:pt x="227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7183553" y="4643448"/>
              <a:ext cx="461251" cy="60119"/>
            </a:xfrm>
            <a:custGeom>
              <a:avLst/>
              <a:gdLst/>
              <a:ahLst/>
              <a:cxnLst/>
              <a:rect l="l" t="t" r="r" b="b"/>
              <a:pathLst>
                <a:path w="6859" h="894" extrusionOk="0">
                  <a:moveTo>
                    <a:pt x="6859" y="0"/>
                  </a:moveTo>
                  <a:cubicBezTo>
                    <a:pt x="6050" y="215"/>
                    <a:pt x="4798" y="458"/>
                    <a:pt x="3229" y="458"/>
                  </a:cubicBezTo>
                  <a:cubicBezTo>
                    <a:pt x="2280" y="458"/>
                    <a:pt x="1214" y="369"/>
                    <a:pt x="60" y="131"/>
                  </a:cubicBezTo>
                  <a:cubicBezTo>
                    <a:pt x="1" y="358"/>
                    <a:pt x="13" y="500"/>
                    <a:pt x="13" y="500"/>
                  </a:cubicBezTo>
                  <a:cubicBezTo>
                    <a:pt x="13" y="500"/>
                    <a:pt x="382" y="893"/>
                    <a:pt x="3263" y="893"/>
                  </a:cubicBezTo>
                  <a:cubicBezTo>
                    <a:pt x="5847" y="893"/>
                    <a:pt x="6799" y="548"/>
                    <a:pt x="6799" y="548"/>
                  </a:cubicBezTo>
                  <a:cubicBezTo>
                    <a:pt x="6823" y="358"/>
                    <a:pt x="6847" y="179"/>
                    <a:pt x="6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7187588" y="4529733"/>
              <a:ext cx="301067" cy="160116"/>
            </a:xfrm>
            <a:custGeom>
              <a:avLst/>
              <a:gdLst/>
              <a:ahLst/>
              <a:cxnLst/>
              <a:rect l="l" t="t" r="r" b="b"/>
              <a:pathLst>
                <a:path w="4477" h="2381" extrusionOk="0">
                  <a:moveTo>
                    <a:pt x="3382" y="1"/>
                  </a:moveTo>
                  <a:cubicBezTo>
                    <a:pt x="3382" y="1"/>
                    <a:pt x="0" y="870"/>
                    <a:pt x="0" y="1822"/>
                  </a:cubicBezTo>
                  <a:cubicBezTo>
                    <a:pt x="0" y="2211"/>
                    <a:pt x="533" y="2380"/>
                    <a:pt x="1785" y="2380"/>
                  </a:cubicBezTo>
                  <a:cubicBezTo>
                    <a:pt x="2259" y="2380"/>
                    <a:pt x="2835" y="2356"/>
                    <a:pt x="3524" y="2310"/>
                  </a:cubicBezTo>
                  <a:lnTo>
                    <a:pt x="4477" y="2287"/>
                  </a:lnTo>
                  <a:cubicBezTo>
                    <a:pt x="4477" y="2287"/>
                    <a:pt x="4013" y="620"/>
                    <a:pt x="3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6701590" y="4608210"/>
              <a:ext cx="474028" cy="64894"/>
            </a:xfrm>
            <a:custGeom>
              <a:avLst/>
              <a:gdLst/>
              <a:ahLst/>
              <a:cxnLst/>
              <a:rect l="l" t="t" r="r" b="b"/>
              <a:pathLst>
                <a:path w="7049" h="965" extrusionOk="0">
                  <a:moveTo>
                    <a:pt x="7049" y="0"/>
                  </a:moveTo>
                  <a:lnTo>
                    <a:pt x="7049" y="0"/>
                  </a:lnTo>
                  <a:cubicBezTo>
                    <a:pt x="6202" y="226"/>
                    <a:pt x="4789" y="512"/>
                    <a:pt x="3059" y="512"/>
                  </a:cubicBezTo>
                  <a:cubicBezTo>
                    <a:pt x="2137" y="512"/>
                    <a:pt x="1124" y="430"/>
                    <a:pt x="60" y="215"/>
                  </a:cubicBezTo>
                  <a:cubicBezTo>
                    <a:pt x="0" y="429"/>
                    <a:pt x="12" y="572"/>
                    <a:pt x="12" y="572"/>
                  </a:cubicBezTo>
                  <a:cubicBezTo>
                    <a:pt x="12" y="572"/>
                    <a:pt x="381" y="965"/>
                    <a:pt x="3274" y="965"/>
                  </a:cubicBezTo>
                  <a:cubicBezTo>
                    <a:pt x="5846" y="965"/>
                    <a:pt x="6989" y="548"/>
                    <a:pt x="6989" y="548"/>
                  </a:cubicBezTo>
                  <a:cubicBezTo>
                    <a:pt x="7025" y="358"/>
                    <a:pt x="7037" y="179"/>
                    <a:pt x="7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6705558" y="4499337"/>
              <a:ext cx="301134" cy="160385"/>
            </a:xfrm>
            <a:custGeom>
              <a:avLst/>
              <a:gdLst/>
              <a:ahLst/>
              <a:cxnLst/>
              <a:rect l="l" t="t" r="r" b="b"/>
              <a:pathLst>
                <a:path w="4478" h="2385" extrusionOk="0">
                  <a:moveTo>
                    <a:pt x="3382" y="0"/>
                  </a:moveTo>
                  <a:cubicBezTo>
                    <a:pt x="3382" y="0"/>
                    <a:pt x="1" y="869"/>
                    <a:pt x="1" y="1834"/>
                  </a:cubicBezTo>
                  <a:cubicBezTo>
                    <a:pt x="1" y="2218"/>
                    <a:pt x="546" y="2385"/>
                    <a:pt x="1831" y="2385"/>
                  </a:cubicBezTo>
                  <a:cubicBezTo>
                    <a:pt x="2296" y="2385"/>
                    <a:pt x="2857" y="2363"/>
                    <a:pt x="3525" y="2322"/>
                  </a:cubicBezTo>
                  <a:lnTo>
                    <a:pt x="4477" y="2286"/>
                  </a:lnTo>
                  <a:cubicBezTo>
                    <a:pt x="4477" y="2286"/>
                    <a:pt x="4013" y="631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6948994" y="3223517"/>
              <a:ext cx="489226" cy="1513674"/>
            </a:xfrm>
            <a:custGeom>
              <a:avLst/>
              <a:gdLst/>
              <a:ahLst/>
              <a:cxnLst/>
              <a:rect l="l" t="t" r="r" b="b"/>
              <a:pathLst>
                <a:path w="7275" h="22509" extrusionOk="0">
                  <a:moveTo>
                    <a:pt x="3049" y="0"/>
                  </a:moveTo>
                  <a:cubicBezTo>
                    <a:pt x="2982" y="0"/>
                    <a:pt x="2915" y="2"/>
                    <a:pt x="2846" y="6"/>
                  </a:cubicBezTo>
                  <a:cubicBezTo>
                    <a:pt x="2024" y="41"/>
                    <a:pt x="1381" y="351"/>
                    <a:pt x="929" y="910"/>
                  </a:cubicBezTo>
                  <a:cubicBezTo>
                    <a:pt x="0" y="2089"/>
                    <a:pt x="322" y="3958"/>
                    <a:pt x="345" y="4030"/>
                  </a:cubicBezTo>
                  <a:cubicBezTo>
                    <a:pt x="388" y="4274"/>
                    <a:pt x="601" y="4442"/>
                    <a:pt x="832" y="4442"/>
                  </a:cubicBezTo>
                  <a:cubicBezTo>
                    <a:pt x="860" y="4442"/>
                    <a:pt x="888" y="4440"/>
                    <a:pt x="917" y="4435"/>
                  </a:cubicBezTo>
                  <a:cubicBezTo>
                    <a:pt x="1191" y="4387"/>
                    <a:pt x="1381" y="4125"/>
                    <a:pt x="1322" y="3851"/>
                  </a:cubicBezTo>
                  <a:cubicBezTo>
                    <a:pt x="1322" y="3839"/>
                    <a:pt x="1072" y="2351"/>
                    <a:pt x="1715" y="1530"/>
                  </a:cubicBezTo>
                  <a:cubicBezTo>
                    <a:pt x="1988" y="1196"/>
                    <a:pt x="2369" y="1030"/>
                    <a:pt x="2893" y="1006"/>
                  </a:cubicBezTo>
                  <a:cubicBezTo>
                    <a:pt x="2950" y="1002"/>
                    <a:pt x="3006" y="1001"/>
                    <a:pt x="3060" y="1001"/>
                  </a:cubicBezTo>
                  <a:cubicBezTo>
                    <a:pt x="3586" y="1001"/>
                    <a:pt x="3996" y="1157"/>
                    <a:pt x="4298" y="1470"/>
                  </a:cubicBezTo>
                  <a:cubicBezTo>
                    <a:pt x="5060" y="2232"/>
                    <a:pt x="4989" y="3673"/>
                    <a:pt x="4989" y="3685"/>
                  </a:cubicBezTo>
                  <a:cubicBezTo>
                    <a:pt x="4989" y="3708"/>
                    <a:pt x="4989" y="3732"/>
                    <a:pt x="4989" y="3756"/>
                  </a:cubicBezTo>
                  <a:lnTo>
                    <a:pt x="6251" y="22044"/>
                  </a:lnTo>
                  <a:cubicBezTo>
                    <a:pt x="6275" y="22306"/>
                    <a:pt x="6489" y="22508"/>
                    <a:pt x="6751" y="22508"/>
                  </a:cubicBezTo>
                  <a:lnTo>
                    <a:pt x="6787" y="22508"/>
                  </a:lnTo>
                  <a:cubicBezTo>
                    <a:pt x="7060" y="22496"/>
                    <a:pt x="7275" y="22258"/>
                    <a:pt x="7251" y="21973"/>
                  </a:cubicBezTo>
                  <a:lnTo>
                    <a:pt x="6001" y="3708"/>
                  </a:lnTo>
                  <a:cubicBezTo>
                    <a:pt x="6001" y="3447"/>
                    <a:pt x="6025" y="1780"/>
                    <a:pt x="5013" y="768"/>
                  </a:cubicBezTo>
                  <a:cubicBezTo>
                    <a:pt x="4507" y="262"/>
                    <a:pt x="3850" y="0"/>
                    <a:pt x="30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7111531" y="2823798"/>
              <a:ext cx="640465" cy="553581"/>
            </a:xfrm>
            <a:custGeom>
              <a:avLst/>
              <a:gdLst/>
              <a:ahLst/>
              <a:cxnLst/>
              <a:rect l="l" t="t" r="r" b="b"/>
              <a:pathLst>
                <a:path w="9524" h="8232" extrusionOk="0">
                  <a:moveTo>
                    <a:pt x="7622" y="1"/>
                  </a:moveTo>
                  <a:cubicBezTo>
                    <a:pt x="7398" y="1"/>
                    <a:pt x="7164" y="43"/>
                    <a:pt x="6929" y="127"/>
                  </a:cubicBezTo>
                  <a:cubicBezTo>
                    <a:pt x="4751" y="2032"/>
                    <a:pt x="2191" y="5176"/>
                    <a:pt x="2191" y="5176"/>
                  </a:cubicBezTo>
                  <a:cubicBezTo>
                    <a:pt x="2191" y="5176"/>
                    <a:pt x="583" y="5319"/>
                    <a:pt x="405" y="5723"/>
                  </a:cubicBezTo>
                  <a:cubicBezTo>
                    <a:pt x="301" y="5968"/>
                    <a:pt x="627" y="6014"/>
                    <a:pt x="887" y="6014"/>
                  </a:cubicBezTo>
                  <a:cubicBezTo>
                    <a:pt x="1045" y="6014"/>
                    <a:pt x="1179" y="5997"/>
                    <a:pt x="1179" y="5997"/>
                  </a:cubicBezTo>
                  <a:lnTo>
                    <a:pt x="1179" y="5997"/>
                  </a:lnTo>
                  <a:cubicBezTo>
                    <a:pt x="1179" y="5997"/>
                    <a:pt x="0" y="6581"/>
                    <a:pt x="191" y="6878"/>
                  </a:cubicBezTo>
                  <a:cubicBezTo>
                    <a:pt x="283" y="7014"/>
                    <a:pt x="416" y="7050"/>
                    <a:pt x="535" y="7050"/>
                  </a:cubicBezTo>
                  <a:cubicBezTo>
                    <a:pt x="677" y="7050"/>
                    <a:pt x="798" y="6997"/>
                    <a:pt x="798" y="6997"/>
                  </a:cubicBezTo>
                  <a:lnTo>
                    <a:pt x="798" y="6997"/>
                  </a:lnTo>
                  <a:cubicBezTo>
                    <a:pt x="797" y="6998"/>
                    <a:pt x="322" y="7224"/>
                    <a:pt x="703" y="7545"/>
                  </a:cubicBezTo>
                  <a:cubicBezTo>
                    <a:pt x="763" y="7590"/>
                    <a:pt x="819" y="7606"/>
                    <a:pt x="868" y="7606"/>
                  </a:cubicBezTo>
                  <a:cubicBezTo>
                    <a:pt x="970" y="7606"/>
                    <a:pt x="1043" y="7535"/>
                    <a:pt x="1071" y="7502"/>
                  </a:cubicBezTo>
                  <a:lnTo>
                    <a:pt x="1071" y="7502"/>
                  </a:lnTo>
                  <a:cubicBezTo>
                    <a:pt x="1026" y="7562"/>
                    <a:pt x="891" y="7776"/>
                    <a:pt x="1084" y="7938"/>
                  </a:cubicBezTo>
                  <a:cubicBezTo>
                    <a:pt x="1143" y="7991"/>
                    <a:pt x="1201" y="8010"/>
                    <a:pt x="1255" y="8010"/>
                  </a:cubicBezTo>
                  <a:cubicBezTo>
                    <a:pt x="1395" y="8010"/>
                    <a:pt x="1506" y="7878"/>
                    <a:pt x="1522" y="7857"/>
                  </a:cubicBezTo>
                  <a:lnTo>
                    <a:pt x="1522" y="7857"/>
                  </a:lnTo>
                  <a:cubicBezTo>
                    <a:pt x="1506" y="7879"/>
                    <a:pt x="1412" y="8024"/>
                    <a:pt x="1643" y="8200"/>
                  </a:cubicBezTo>
                  <a:cubicBezTo>
                    <a:pt x="1673" y="8222"/>
                    <a:pt x="1711" y="8232"/>
                    <a:pt x="1755" y="8232"/>
                  </a:cubicBezTo>
                  <a:cubicBezTo>
                    <a:pt x="2096" y="8232"/>
                    <a:pt x="2820" y="7621"/>
                    <a:pt x="3358" y="7009"/>
                  </a:cubicBezTo>
                  <a:cubicBezTo>
                    <a:pt x="3358" y="7009"/>
                    <a:pt x="6620" y="4628"/>
                    <a:pt x="9061" y="2842"/>
                  </a:cubicBezTo>
                  <a:cubicBezTo>
                    <a:pt x="9523" y="961"/>
                    <a:pt x="8692" y="1"/>
                    <a:pt x="762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7316501" y="1829544"/>
              <a:ext cx="353991" cy="270469"/>
            </a:xfrm>
            <a:custGeom>
              <a:avLst/>
              <a:gdLst/>
              <a:ahLst/>
              <a:cxnLst/>
              <a:rect l="l" t="t" r="r" b="b"/>
              <a:pathLst>
                <a:path w="5264" h="4022" extrusionOk="0">
                  <a:moveTo>
                    <a:pt x="4268" y="0"/>
                  </a:moveTo>
                  <a:cubicBezTo>
                    <a:pt x="4243" y="0"/>
                    <a:pt x="4217" y="2"/>
                    <a:pt x="4191" y="6"/>
                  </a:cubicBezTo>
                  <a:cubicBezTo>
                    <a:pt x="3453" y="113"/>
                    <a:pt x="786" y="1196"/>
                    <a:pt x="857" y="1732"/>
                  </a:cubicBezTo>
                  <a:cubicBezTo>
                    <a:pt x="857" y="1732"/>
                    <a:pt x="0" y="3173"/>
                    <a:pt x="1345" y="3792"/>
                  </a:cubicBezTo>
                  <a:cubicBezTo>
                    <a:pt x="1691" y="3950"/>
                    <a:pt x="2078" y="4022"/>
                    <a:pt x="2467" y="4022"/>
                  </a:cubicBezTo>
                  <a:cubicBezTo>
                    <a:pt x="3605" y="4022"/>
                    <a:pt x="4764" y="3405"/>
                    <a:pt x="4977" y="2518"/>
                  </a:cubicBezTo>
                  <a:cubicBezTo>
                    <a:pt x="5264" y="1370"/>
                    <a:pt x="4953" y="0"/>
                    <a:pt x="42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6699976" y="1326263"/>
              <a:ext cx="1020077" cy="735620"/>
            </a:xfrm>
            <a:custGeom>
              <a:avLst/>
              <a:gdLst/>
              <a:ahLst/>
              <a:cxnLst/>
              <a:rect l="l" t="t" r="r" b="b"/>
              <a:pathLst>
                <a:path w="15169" h="10939" extrusionOk="0">
                  <a:moveTo>
                    <a:pt x="6717" y="1"/>
                  </a:moveTo>
                  <a:cubicBezTo>
                    <a:pt x="4563" y="1"/>
                    <a:pt x="2535" y="259"/>
                    <a:pt x="1465" y="858"/>
                  </a:cubicBezTo>
                  <a:cubicBezTo>
                    <a:pt x="1465" y="858"/>
                    <a:pt x="774" y="2870"/>
                    <a:pt x="393" y="4263"/>
                  </a:cubicBezTo>
                  <a:cubicBezTo>
                    <a:pt x="0" y="5668"/>
                    <a:pt x="2084" y="8680"/>
                    <a:pt x="2810" y="9240"/>
                  </a:cubicBezTo>
                  <a:cubicBezTo>
                    <a:pt x="3361" y="9663"/>
                    <a:pt x="6113" y="10938"/>
                    <a:pt x="8852" y="10938"/>
                  </a:cubicBezTo>
                  <a:cubicBezTo>
                    <a:pt x="11440" y="10938"/>
                    <a:pt x="14016" y="9800"/>
                    <a:pt x="14716" y="5728"/>
                  </a:cubicBezTo>
                  <a:cubicBezTo>
                    <a:pt x="14966" y="4275"/>
                    <a:pt x="15169" y="3477"/>
                    <a:pt x="14728" y="1846"/>
                  </a:cubicBezTo>
                  <a:cubicBezTo>
                    <a:pt x="14428" y="751"/>
                    <a:pt x="10389" y="1"/>
                    <a:pt x="671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444608" y="1747636"/>
              <a:ext cx="187284" cy="212031"/>
            </a:xfrm>
            <a:custGeom>
              <a:avLst/>
              <a:gdLst/>
              <a:ahLst/>
              <a:cxnLst/>
              <a:rect l="l" t="t" r="r" b="b"/>
              <a:pathLst>
                <a:path w="2785" h="3153" extrusionOk="0">
                  <a:moveTo>
                    <a:pt x="1383" y="0"/>
                  </a:moveTo>
                  <a:cubicBezTo>
                    <a:pt x="1037" y="0"/>
                    <a:pt x="762" y="81"/>
                    <a:pt x="762" y="81"/>
                  </a:cubicBezTo>
                  <a:lnTo>
                    <a:pt x="0" y="2212"/>
                  </a:lnTo>
                  <a:cubicBezTo>
                    <a:pt x="264" y="2815"/>
                    <a:pt x="848" y="3152"/>
                    <a:pt x="1412" y="3152"/>
                  </a:cubicBezTo>
                  <a:cubicBezTo>
                    <a:pt x="2096" y="3152"/>
                    <a:pt x="2749" y="2656"/>
                    <a:pt x="2762" y="1533"/>
                  </a:cubicBezTo>
                  <a:cubicBezTo>
                    <a:pt x="2785" y="238"/>
                    <a:pt x="1979" y="0"/>
                    <a:pt x="1383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6789617" y="1225123"/>
              <a:ext cx="815174" cy="858616"/>
            </a:xfrm>
            <a:custGeom>
              <a:avLst/>
              <a:gdLst/>
              <a:ahLst/>
              <a:cxnLst/>
              <a:rect l="l" t="t" r="r" b="b"/>
              <a:pathLst>
                <a:path w="12122" h="12768" extrusionOk="0">
                  <a:moveTo>
                    <a:pt x="4638" y="0"/>
                  </a:moveTo>
                  <a:cubicBezTo>
                    <a:pt x="2804" y="0"/>
                    <a:pt x="1287" y="638"/>
                    <a:pt x="620" y="2350"/>
                  </a:cubicBezTo>
                  <a:cubicBezTo>
                    <a:pt x="620" y="2350"/>
                    <a:pt x="346" y="4755"/>
                    <a:pt x="156" y="7613"/>
                  </a:cubicBezTo>
                  <a:cubicBezTo>
                    <a:pt x="1" y="9923"/>
                    <a:pt x="1060" y="12268"/>
                    <a:pt x="4513" y="12673"/>
                  </a:cubicBezTo>
                  <a:cubicBezTo>
                    <a:pt x="5023" y="12735"/>
                    <a:pt x="5499" y="12767"/>
                    <a:pt x="5944" y="12767"/>
                  </a:cubicBezTo>
                  <a:cubicBezTo>
                    <a:pt x="8587" y="12767"/>
                    <a:pt x="10133" y="11609"/>
                    <a:pt x="11050" y="8470"/>
                  </a:cubicBezTo>
                  <a:cubicBezTo>
                    <a:pt x="12121" y="4803"/>
                    <a:pt x="11740" y="1719"/>
                    <a:pt x="8418" y="671"/>
                  </a:cubicBezTo>
                  <a:cubicBezTo>
                    <a:pt x="7121" y="262"/>
                    <a:pt x="5814" y="0"/>
                    <a:pt x="4638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7084296" y="1817372"/>
              <a:ext cx="88901" cy="39004"/>
            </a:xfrm>
            <a:custGeom>
              <a:avLst/>
              <a:gdLst/>
              <a:ahLst/>
              <a:cxnLst/>
              <a:rect l="l" t="t" r="r" b="b"/>
              <a:pathLst>
                <a:path w="1322" h="580" extrusionOk="0">
                  <a:moveTo>
                    <a:pt x="1269" y="0"/>
                  </a:moveTo>
                  <a:cubicBezTo>
                    <a:pt x="1257" y="0"/>
                    <a:pt x="1245" y="6"/>
                    <a:pt x="1238" y="20"/>
                  </a:cubicBezTo>
                  <a:cubicBezTo>
                    <a:pt x="1020" y="407"/>
                    <a:pt x="719" y="503"/>
                    <a:pt x="478" y="503"/>
                  </a:cubicBezTo>
                  <a:cubicBezTo>
                    <a:pt x="259" y="503"/>
                    <a:pt x="89" y="424"/>
                    <a:pt x="72" y="413"/>
                  </a:cubicBezTo>
                  <a:cubicBezTo>
                    <a:pt x="68" y="410"/>
                    <a:pt x="64" y="408"/>
                    <a:pt x="58" y="408"/>
                  </a:cubicBezTo>
                  <a:cubicBezTo>
                    <a:pt x="42" y="408"/>
                    <a:pt x="21" y="419"/>
                    <a:pt x="12" y="437"/>
                  </a:cubicBezTo>
                  <a:cubicBezTo>
                    <a:pt x="0" y="461"/>
                    <a:pt x="12" y="485"/>
                    <a:pt x="36" y="496"/>
                  </a:cubicBezTo>
                  <a:cubicBezTo>
                    <a:pt x="36" y="496"/>
                    <a:pt x="238" y="580"/>
                    <a:pt x="476" y="580"/>
                  </a:cubicBezTo>
                  <a:cubicBezTo>
                    <a:pt x="750" y="580"/>
                    <a:pt x="1084" y="485"/>
                    <a:pt x="1310" y="68"/>
                  </a:cubicBezTo>
                  <a:cubicBezTo>
                    <a:pt x="1322" y="44"/>
                    <a:pt x="1310" y="20"/>
                    <a:pt x="1298" y="8"/>
                  </a:cubicBezTo>
                  <a:cubicBezTo>
                    <a:pt x="1288" y="3"/>
                    <a:pt x="1278" y="0"/>
                    <a:pt x="1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7097880" y="1345496"/>
              <a:ext cx="1681" cy="2488"/>
            </a:xfrm>
            <a:custGeom>
              <a:avLst/>
              <a:gdLst/>
              <a:ahLst/>
              <a:cxnLst/>
              <a:rect l="l" t="t" r="r" b="b"/>
              <a:pathLst>
                <a:path w="25" h="37" extrusionOk="0">
                  <a:moveTo>
                    <a:pt x="1" y="36"/>
                  </a:moveTo>
                  <a:cubicBezTo>
                    <a:pt x="13" y="13"/>
                    <a:pt x="24" y="1"/>
                    <a:pt x="24" y="1"/>
                  </a:cubicBezTo>
                  <a:cubicBezTo>
                    <a:pt x="24" y="1"/>
                    <a:pt x="13" y="13"/>
                    <a:pt x="1" y="36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274808" y="1541388"/>
              <a:ext cx="169060" cy="125080"/>
            </a:xfrm>
            <a:custGeom>
              <a:avLst/>
              <a:gdLst/>
              <a:ahLst/>
              <a:cxnLst/>
              <a:rect l="l" t="t" r="r" b="b"/>
              <a:pathLst>
                <a:path w="2514" h="1860" extrusionOk="0">
                  <a:moveTo>
                    <a:pt x="550" y="1"/>
                  </a:moveTo>
                  <a:cubicBezTo>
                    <a:pt x="356" y="1"/>
                    <a:pt x="238" y="106"/>
                    <a:pt x="156" y="255"/>
                  </a:cubicBezTo>
                  <a:cubicBezTo>
                    <a:pt x="1" y="540"/>
                    <a:pt x="191" y="993"/>
                    <a:pt x="703" y="1374"/>
                  </a:cubicBezTo>
                  <a:cubicBezTo>
                    <a:pt x="1123" y="1683"/>
                    <a:pt x="1448" y="1860"/>
                    <a:pt x="1699" y="1860"/>
                  </a:cubicBezTo>
                  <a:cubicBezTo>
                    <a:pt x="1825" y="1860"/>
                    <a:pt x="1933" y="1815"/>
                    <a:pt x="2025" y="1719"/>
                  </a:cubicBezTo>
                  <a:cubicBezTo>
                    <a:pt x="2025" y="1719"/>
                    <a:pt x="2513" y="1231"/>
                    <a:pt x="1596" y="529"/>
                  </a:cubicBezTo>
                  <a:cubicBezTo>
                    <a:pt x="1103" y="144"/>
                    <a:pt x="775" y="1"/>
                    <a:pt x="55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6864127" y="1500703"/>
              <a:ext cx="175381" cy="98249"/>
            </a:xfrm>
            <a:custGeom>
              <a:avLst/>
              <a:gdLst/>
              <a:ahLst/>
              <a:cxnLst/>
              <a:rect l="l" t="t" r="r" b="b"/>
              <a:pathLst>
                <a:path w="2608" h="1461" extrusionOk="0">
                  <a:moveTo>
                    <a:pt x="2004" y="1"/>
                  </a:moveTo>
                  <a:cubicBezTo>
                    <a:pt x="1791" y="1"/>
                    <a:pt x="1498" y="57"/>
                    <a:pt x="1095" y="193"/>
                  </a:cubicBezTo>
                  <a:cubicBezTo>
                    <a:pt x="0" y="574"/>
                    <a:pt x="310" y="1193"/>
                    <a:pt x="310" y="1193"/>
                  </a:cubicBezTo>
                  <a:cubicBezTo>
                    <a:pt x="393" y="1378"/>
                    <a:pt x="564" y="1461"/>
                    <a:pt x="820" y="1461"/>
                  </a:cubicBezTo>
                  <a:cubicBezTo>
                    <a:pt x="1041" y="1461"/>
                    <a:pt x="1324" y="1399"/>
                    <a:pt x="1667" y="1288"/>
                  </a:cubicBezTo>
                  <a:cubicBezTo>
                    <a:pt x="2274" y="1086"/>
                    <a:pt x="2607" y="717"/>
                    <a:pt x="2548" y="395"/>
                  </a:cubicBezTo>
                  <a:cubicBezTo>
                    <a:pt x="2503" y="169"/>
                    <a:pt x="2372" y="1"/>
                    <a:pt x="2004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461420" y="1787514"/>
              <a:ext cx="149760" cy="115329"/>
            </a:xfrm>
            <a:custGeom>
              <a:avLst/>
              <a:gdLst/>
              <a:ahLst/>
              <a:cxnLst/>
              <a:rect l="l" t="t" r="r" b="b"/>
              <a:pathLst>
                <a:path w="2227" h="1715" extrusionOk="0">
                  <a:moveTo>
                    <a:pt x="1315" y="1"/>
                  </a:moveTo>
                  <a:cubicBezTo>
                    <a:pt x="1140" y="1"/>
                    <a:pt x="960" y="53"/>
                    <a:pt x="774" y="167"/>
                  </a:cubicBezTo>
                  <a:cubicBezTo>
                    <a:pt x="0" y="607"/>
                    <a:pt x="405" y="1679"/>
                    <a:pt x="405" y="1691"/>
                  </a:cubicBezTo>
                  <a:cubicBezTo>
                    <a:pt x="417" y="1714"/>
                    <a:pt x="429" y="1714"/>
                    <a:pt x="441" y="1714"/>
                  </a:cubicBezTo>
                  <a:lnTo>
                    <a:pt x="464" y="1714"/>
                  </a:lnTo>
                  <a:cubicBezTo>
                    <a:pt x="476" y="1714"/>
                    <a:pt x="488" y="1691"/>
                    <a:pt x="488" y="1667"/>
                  </a:cubicBezTo>
                  <a:cubicBezTo>
                    <a:pt x="476" y="1655"/>
                    <a:pt x="107" y="643"/>
                    <a:pt x="822" y="238"/>
                  </a:cubicBezTo>
                  <a:cubicBezTo>
                    <a:pt x="996" y="130"/>
                    <a:pt x="1165" y="80"/>
                    <a:pt x="1328" y="80"/>
                  </a:cubicBezTo>
                  <a:cubicBezTo>
                    <a:pt x="1399" y="80"/>
                    <a:pt x="1468" y="89"/>
                    <a:pt x="1536" y="107"/>
                  </a:cubicBezTo>
                  <a:cubicBezTo>
                    <a:pt x="1929" y="226"/>
                    <a:pt x="2143" y="619"/>
                    <a:pt x="2143" y="619"/>
                  </a:cubicBezTo>
                  <a:cubicBezTo>
                    <a:pt x="2150" y="633"/>
                    <a:pt x="2161" y="639"/>
                    <a:pt x="2172" y="639"/>
                  </a:cubicBezTo>
                  <a:cubicBezTo>
                    <a:pt x="2179" y="639"/>
                    <a:pt x="2186" y="636"/>
                    <a:pt x="2191" y="631"/>
                  </a:cubicBezTo>
                  <a:cubicBezTo>
                    <a:pt x="2215" y="619"/>
                    <a:pt x="2227" y="595"/>
                    <a:pt x="2215" y="583"/>
                  </a:cubicBezTo>
                  <a:cubicBezTo>
                    <a:pt x="2203" y="559"/>
                    <a:pt x="1988" y="155"/>
                    <a:pt x="1560" y="36"/>
                  </a:cubicBezTo>
                  <a:cubicBezTo>
                    <a:pt x="1479" y="13"/>
                    <a:pt x="1398" y="1"/>
                    <a:pt x="13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482199" y="1830418"/>
              <a:ext cx="83320" cy="23604"/>
            </a:xfrm>
            <a:custGeom>
              <a:avLst/>
              <a:gdLst/>
              <a:ahLst/>
              <a:cxnLst/>
              <a:rect l="l" t="t" r="r" b="b"/>
              <a:pathLst>
                <a:path w="1239" h="351" extrusionOk="0">
                  <a:moveTo>
                    <a:pt x="522" y="1"/>
                  </a:moveTo>
                  <a:cubicBezTo>
                    <a:pt x="359" y="1"/>
                    <a:pt x="186" y="51"/>
                    <a:pt x="24" y="195"/>
                  </a:cubicBezTo>
                  <a:cubicBezTo>
                    <a:pt x="1" y="219"/>
                    <a:pt x="1" y="243"/>
                    <a:pt x="13" y="255"/>
                  </a:cubicBezTo>
                  <a:cubicBezTo>
                    <a:pt x="24" y="267"/>
                    <a:pt x="36" y="273"/>
                    <a:pt x="47" y="273"/>
                  </a:cubicBezTo>
                  <a:cubicBezTo>
                    <a:pt x="57" y="273"/>
                    <a:pt x="66" y="267"/>
                    <a:pt x="72" y="255"/>
                  </a:cubicBezTo>
                  <a:cubicBezTo>
                    <a:pt x="218" y="127"/>
                    <a:pt x="375" y="82"/>
                    <a:pt x="522" y="82"/>
                  </a:cubicBezTo>
                  <a:cubicBezTo>
                    <a:pt x="869" y="82"/>
                    <a:pt x="1167" y="330"/>
                    <a:pt x="1167" y="338"/>
                  </a:cubicBezTo>
                  <a:cubicBezTo>
                    <a:pt x="1179" y="350"/>
                    <a:pt x="1191" y="350"/>
                    <a:pt x="1191" y="350"/>
                  </a:cubicBezTo>
                  <a:cubicBezTo>
                    <a:pt x="1203" y="350"/>
                    <a:pt x="1215" y="338"/>
                    <a:pt x="1227" y="326"/>
                  </a:cubicBezTo>
                  <a:cubicBezTo>
                    <a:pt x="1239" y="314"/>
                    <a:pt x="1239" y="291"/>
                    <a:pt x="1227" y="279"/>
                  </a:cubicBezTo>
                  <a:cubicBezTo>
                    <a:pt x="1219" y="270"/>
                    <a:pt x="897" y="1"/>
                    <a:pt x="5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060288" y="1508033"/>
              <a:ext cx="116136" cy="279481"/>
            </a:xfrm>
            <a:custGeom>
              <a:avLst/>
              <a:gdLst/>
              <a:ahLst/>
              <a:cxnLst/>
              <a:rect l="l" t="t" r="r" b="b"/>
              <a:pathLst>
                <a:path w="1727" h="4156" extrusionOk="0">
                  <a:moveTo>
                    <a:pt x="1679" y="1"/>
                  </a:moveTo>
                  <a:cubicBezTo>
                    <a:pt x="1655" y="1"/>
                    <a:pt x="1631" y="24"/>
                    <a:pt x="1631" y="48"/>
                  </a:cubicBezTo>
                  <a:cubicBezTo>
                    <a:pt x="1643" y="763"/>
                    <a:pt x="1619" y="2679"/>
                    <a:pt x="1453" y="2906"/>
                  </a:cubicBezTo>
                  <a:cubicBezTo>
                    <a:pt x="1396" y="2983"/>
                    <a:pt x="1318" y="3023"/>
                    <a:pt x="1220" y="3023"/>
                  </a:cubicBezTo>
                  <a:cubicBezTo>
                    <a:pt x="1094" y="3023"/>
                    <a:pt x="933" y="2957"/>
                    <a:pt x="738" y="2822"/>
                  </a:cubicBezTo>
                  <a:cubicBezTo>
                    <a:pt x="726" y="2822"/>
                    <a:pt x="714" y="2810"/>
                    <a:pt x="714" y="2810"/>
                  </a:cubicBezTo>
                  <a:cubicBezTo>
                    <a:pt x="630" y="2760"/>
                    <a:pt x="551" y="2736"/>
                    <a:pt x="477" y="2736"/>
                  </a:cubicBezTo>
                  <a:cubicBezTo>
                    <a:pt x="395" y="2736"/>
                    <a:pt x="319" y="2766"/>
                    <a:pt x="250" y="2822"/>
                  </a:cubicBezTo>
                  <a:cubicBezTo>
                    <a:pt x="60" y="2977"/>
                    <a:pt x="0" y="3358"/>
                    <a:pt x="107" y="3632"/>
                  </a:cubicBezTo>
                  <a:cubicBezTo>
                    <a:pt x="250" y="3965"/>
                    <a:pt x="572" y="4144"/>
                    <a:pt x="595" y="4156"/>
                  </a:cubicBezTo>
                  <a:lnTo>
                    <a:pt x="607" y="4156"/>
                  </a:lnTo>
                  <a:cubicBezTo>
                    <a:pt x="619" y="4156"/>
                    <a:pt x="643" y="4144"/>
                    <a:pt x="643" y="4132"/>
                  </a:cubicBezTo>
                  <a:cubicBezTo>
                    <a:pt x="655" y="4120"/>
                    <a:pt x="655" y="4084"/>
                    <a:pt x="631" y="4084"/>
                  </a:cubicBezTo>
                  <a:cubicBezTo>
                    <a:pt x="631" y="4073"/>
                    <a:pt x="310" y="3906"/>
                    <a:pt x="179" y="3596"/>
                  </a:cubicBezTo>
                  <a:cubicBezTo>
                    <a:pt x="83" y="3358"/>
                    <a:pt x="143" y="3025"/>
                    <a:pt x="310" y="2882"/>
                  </a:cubicBezTo>
                  <a:cubicBezTo>
                    <a:pt x="357" y="2840"/>
                    <a:pt x="411" y="2819"/>
                    <a:pt x="470" y="2819"/>
                  </a:cubicBezTo>
                  <a:cubicBezTo>
                    <a:pt x="530" y="2819"/>
                    <a:pt x="595" y="2840"/>
                    <a:pt x="667" y="2882"/>
                  </a:cubicBezTo>
                  <a:cubicBezTo>
                    <a:pt x="667" y="2882"/>
                    <a:pt x="679" y="2894"/>
                    <a:pt x="691" y="2894"/>
                  </a:cubicBezTo>
                  <a:cubicBezTo>
                    <a:pt x="915" y="3051"/>
                    <a:pt x="1086" y="3107"/>
                    <a:pt x="1217" y="3107"/>
                  </a:cubicBezTo>
                  <a:cubicBezTo>
                    <a:pt x="1364" y="3107"/>
                    <a:pt x="1461" y="3035"/>
                    <a:pt x="1524" y="2953"/>
                  </a:cubicBezTo>
                  <a:cubicBezTo>
                    <a:pt x="1726" y="2668"/>
                    <a:pt x="1715" y="310"/>
                    <a:pt x="1715" y="48"/>
                  </a:cubicBezTo>
                  <a:cubicBezTo>
                    <a:pt x="1715" y="24"/>
                    <a:pt x="1703" y="1"/>
                    <a:pt x="16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241991" y="1811656"/>
              <a:ext cx="186612" cy="98181"/>
            </a:xfrm>
            <a:custGeom>
              <a:avLst/>
              <a:gdLst/>
              <a:ahLst/>
              <a:cxnLst/>
              <a:rect l="l" t="t" r="r" b="b"/>
              <a:pathLst>
                <a:path w="2775" h="1460" extrusionOk="0">
                  <a:moveTo>
                    <a:pt x="1608" y="1"/>
                  </a:moveTo>
                  <a:cubicBezTo>
                    <a:pt x="1504" y="1"/>
                    <a:pt x="1396" y="8"/>
                    <a:pt x="1287" y="22"/>
                  </a:cubicBezTo>
                  <a:cubicBezTo>
                    <a:pt x="548" y="117"/>
                    <a:pt x="1" y="510"/>
                    <a:pt x="48" y="903"/>
                  </a:cubicBezTo>
                  <a:cubicBezTo>
                    <a:pt x="89" y="1237"/>
                    <a:pt x="561" y="1460"/>
                    <a:pt x="1156" y="1460"/>
                  </a:cubicBezTo>
                  <a:cubicBezTo>
                    <a:pt x="1260" y="1460"/>
                    <a:pt x="1367" y="1453"/>
                    <a:pt x="1477" y="1439"/>
                  </a:cubicBezTo>
                  <a:cubicBezTo>
                    <a:pt x="2215" y="1343"/>
                    <a:pt x="2775" y="951"/>
                    <a:pt x="2715" y="558"/>
                  </a:cubicBezTo>
                  <a:cubicBezTo>
                    <a:pt x="2675" y="223"/>
                    <a:pt x="2203" y="1"/>
                    <a:pt x="1608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6840053" y="1771778"/>
              <a:ext cx="189033" cy="107327"/>
            </a:xfrm>
            <a:custGeom>
              <a:avLst/>
              <a:gdLst/>
              <a:ahLst/>
              <a:cxnLst/>
              <a:rect l="l" t="t" r="r" b="b"/>
              <a:pathLst>
                <a:path w="2811" h="1596" extrusionOk="0">
                  <a:moveTo>
                    <a:pt x="930" y="1"/>
                  </a:moveTo>
                  <a:cubicBezTo>
                    <a:pt x="519" y="1"/>
                    <a:pt x="198" y="138"/>
                    <a:pt x="120" y="389"/>
                  </a:cubicBezTo>
                  <a:cubicBezTo>
                    <a:pt x="1" y="770"/>
                    <a:pt x="477" y="1258"/>
                    <a:pt x="1191" y="1484"/>
                  </a:cubicBezTo>
                  <a:cubicBezTo>
                    <a:pt x="1426" y="1559"/>
                    <a:pt x="1657" y="1595"/>
                    <a:pt x="1866" y="1595"/>
                  </a:cubicBezTo>
                  <a:cubicBezTo>
                    <a:pt x="2284" y="1595"/>
                    <a:pt x="2612" y="1452"/>
                    <a:pt x="2692" y="1198"/>
                  </a:cubicBezTo>
                  <a:cubicBezTo>
                    <a:pt x="2811" y="829"/>
                    <a:pt x="2334" y="341"/>
                    <a:pt x="1620" y="115"/>
                  </a:cubicBezTo>
                  <a:cubicBezTo>
                    <a:pt x="1380" y="37"/>
                    <a:pt x="1143" y="1"/>
                    <a:pt x="930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6723984" y="1180605"/>
              <a:ext cx="976904" cy="570730"/>
            </a:xfrm>
            <a:custGeom>
              <a:avLst/>
              <a:gdLst/>
              <a:ahLst/>
              <a:cxnLst/>
              <a:rect l="l" t="t" r="r" b="b"/>
              <a:pathLst>
                <a:path w="14527" h="8487" extrusionOk="0">
                  <a:moveTo>
                    <a:pt x="6743" y="0"/>
                  </a:moveTo>
                  <a:cubicBezTo>
                    <a:pt x="4581" y="0"/>
                    <a:pt x="2696" y="877"/>
                    <a:pt x="1822" y="1774"/>
                  </a:cubicBezTo>
                  <a:cubicBezTo>
                    <a:pt x="512" y="3119"/>
                    <a:pt x="0" y="7382"/>
                    <a:pt x="620" y="7763"/>
                  </a:cubicBezTo>
                  <a:cubicBezTo>
                    <a:pt x="643" y="7777"/>
                    <a:pt x="677" y="7784"/>
                    <a:pt x="721" y="7784"/>
                  </a:cubicBezTo>
                  <a:cubicBezTo>
                    <a:pt x="1618" y="7784"/>
                    <a:pt x="6619" y="4902"/>
                    <a:pt x="8775" y="3858"/>
                  </a:cubicBezTo>
                  <a:cubicBezTo>
                    <a:pt x="8886" y="3804"/>
                    <a:pt x="9003" y="3778"/>
                    <a:pt x="9117" y="3778"/>
                  </a:cubicBezTo>
                  <a:cubicBezTo>
                    <a:pt x="9456" y="3778"/>
                    <a:pt x="9779" y="4001"/>
                    <a:pt x="9895" y="4358"/>
                  </a:cubicBezTo>
                  <a:cubicBezTo>
                    <a:pt x="10561" y="6477"/>
                    <a:pt x="11514" y="7656"/>
                    <a:pt x="12192" y="8275"/>
                  </a:cubicBezTo>
                  <a:cubicBezTo>
                    <a:pt x="12351" y="8419"/>
                    <a:pt x="12543" y="8487"/>
                    <a:pt x="12734" y="8487"/>
                  </a:cubicBezTo>
                  <a:cubicBezTo>
                    <a:pt x="13031" y="8487"/>
                    <a:pt x="13321" y="8322"/>
                    <a:pt x="13466" y="8025"/>
                  </a:cubicBezTo>
                  <a:cubicBezTo>
                    <a:pt x="13919" y="7048"/>
                    <a:pt x="14526" y="5393"/>
                    <a:pt x="14312" y="3905"/>
                  </a:cubicBezTo>
                  <a:cubicBezTo>
                    <a:pt x="14026" y="1810"/>
                    <a:pt x="10787" y="952"/>
                    <a:pt x="10252" y="821"/>
                  </a:cubicBezTo>
                  <a:cubicBezTo>
                    <a:pt x="10192" y="810"/>
                    <a:pt x="10145" y="786"/>
                    <a:pt x="10097" y="762"/>
                  </a:cubicBezTo>
                  <a:cubicBezTo>
                    <a:pt x="8971" y="219"/>
                    <a:pt x="7822" y="0"/>
                    <a:pt x="674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7378100" y="1137500"/>
              <a:ext cx="164218" cy="154400"/>
            </a:xfrm>
            <a:custGeom>
              <a:avLst/>
              <a:gdLst/>
              <a:ahLst/>
              <a:cxnLst/>
              <a:rect l="l" t="t" r="r" b="b"/>
              <a:pathLst>
                <a:path w="2442" h="2296" extrusionOk="0">
                  <a:moveTo>
                    <a:pt x="825" y="1"/>
                  </a:moveTo>
                  <a:cubicBezTo>
                    <a:pt x="792" y="1"/>
                    <a:pt x="756" y="8"/>
                    <a:pt x="715" y="22"/>
                  </a:cubicBezTo>
                  <a:cubicBezTo>
                    <a:pt x="1" y="260"/>
                    <a:pt x="48" y="1832"/>
                    <a:pt x="560" y="2177"/>
                  </a:cubicBezTo>
                  <a:lnTo>
                    <a:pt x="1168" y="2296"/>
                  </a:lnTo>
                  <a:cubicBezTo>
                    <a:pt x="1168" y="2296"/>
                    <a:pt x="2442" y="1153"/>
                    <a:pt x="1942" y="939"/>
                  </a:cubicBezTo>
                  <a:cubicBezTo>
                    <a:pt x="1899" y="920"/>
                    <a:pt x="1857" y="912"/>
                    <a:pt x="1815" y="912"/>
                  </a:cubicBezTo>
                  <a:cubicBezTo>
                    <a:pt x="1371" y="912"/>
                    <a:pt x="953" y="1855"/>
                    <a:pt x="953" y="1855"/>
                  </a:cubicBezTo>
                  <a:cubicBezTo>
                    <a:pt x="953" y="1855"/>
                    <a:pt x="1377" y="1"/>
                    <a:pt x="82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6949734" y="1698546"/>
              <a:ext cx="50570" cy="60187"/>
            </a:xfrm>
            <a:custGeom>
              <a:avLst/>
              <a:gdLst/>
              <a:ahLst/>
              <a:cxnLst/>
              <a:rect l="l" t="t" r="r" b="b"/>
              <a:pathLst>
                <a:path w="752" h="895" extrusionOk="0">
                  <a:moveTo>
                    <a:pt x="376" y="1"/>
                  </a:moveTo>
                  <a:cubicBezTo>
                    <a:pt x="181" y="1"/>
                    <a:pt x="13" y="187"/>
                    <a:pt x="1" y="430"/>
                  </a:cubicBezTo>
                  <a:cubicBezTo>
                    <a:pt x="1" y="680"/>
                    <a:pt x="156" y="882"/>
                    <a:pt x="358" y="894"/>
                  </a:cubicBezTo>
                  <a:cubicBezTo>
                    <a:pt x="561" y="894"/>
                    <a:pt x="727" y="704"/>
                    <a:pt x="739" y="454"/>
                  </a:cubicBezTo>
                  <a:cubicBezTo>
                    <a:pt x="751" y="204"/>
                    <a:pt x="596" y="1"/>
                    <a:pt x="394" y="1"/>
                  </a:cubicBezTo>
                  <a:cubicBezTo>
                    <a:pt x="388" y="1"/>
                    <a:pt x="38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7252415" y="1726588"/>
              <a:ext cx="50503" cy="60119"/>
            </a:xfrm>
            <a:custGeom>
              <a:avLst/>
              <a:gdLst/>
              <a:ahLst/>
              <a:cxnLst/>
              <a:rect l="l" t="t" r="r" b="b"/>
              <a:pathLst>
                <a:path w="751" h="894" extrusionOk="0">
                  <a:moveTo>
                    <a:pt x="375" y="0"/>
                  </a:moveTo>
                  <a:cubicBezTo>
                    <a:pt x="181" y="0"/>
                    <a:pt x="12" y="187"/>
                    <a:pt x="1" y="430"/>
                  </a:cubicBezTo>
                  <a:cubicBezTo>
                    <a:pt x="1" y="680"/>
                    <a:pt x="155" y="882"/>
                    <a:pt x="358" y="894"/>
                  </a:cubicBezTo>
                  <a:cubicBezTo>
                    <a:pt x="560" y="894"/>
                    <a:pt x="727" y="703"/>
                    <a:pt x="739" y="453"/>
                  </a:cubicBezTo>
                  <a:cubicBezTo>
                    <a:pt x="751" y="203"/>
                    <a:pt x="596" y="1"/>
                    <a:pt x="393" y="1"/>
                  </a:cubicBezTo>
                  <a:cubicBezTo>
                    <a:pt x="387" y="1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6751219" y="1567480"/>
              <a:ext cx="912011" cy="326218"/>
            </a:xfrm>
            <a:custGeom>
              <a:avLst/>
              <a:gdLst/>
              <a:ahLst/>
              <a:cxnLst/>
              <a:rect l="l" t="t" r="r" b="b"/>
              <a:pathLst>
                <a:path w="13562" h="4851" extrusionOk="0">
                  <a:moveTo>
                    <a:pt x="2287" y="111"/>
                  </a:moveTo>
                  <a:cubicBezTo>
                    <a:pt x="2338" y="111"/>
                    <a:pt x="2389" y="113"/>
                    <a:pt x="2441" y="117"/>
                  </a:cubicBezTo>
                  <a:cubicBezTo>
                    <a:pt x="3572" y="212"/>
                    <a:pt x="4417" y="1212"/>
                    <a:pt x="4334" y="2343"/>
                  </a:cubicBezTo>
                  <a:cubicBezTo>
                    <a:pt x="4244" y="3427"/>
                    <a:pt x="3339" y="4244"/>
                    <a:pt x="2281" y="4244"/>
                  </a:cubicBezTo>
                  <a:cubicBezTo>
                    <a:pt x="2224" y="4244"/>
                    <a:pt x="2166" y="4241"/>
                    <a:pt x="2108" y="4236"/>
                  </a:cubicBezTo>
                  <a:cubicBezTo>
                    <a:pt x="965" y="4141"/>
                    <a:pt x="119" y="3141"/>
                    <a:pt x="215" y="2010"/>
                  </a:cubicBezTo>
                  <a:cubicBezTo>
                    <a:pt x="305" y="930"/>
                    <a:pt x="1221" y="111"/>
                    <a:pt x="2287" y="111"/>
                  </a:cubicBezTo>
                  <a:close/>
                  <a:moveTo>
                    <a:pt x="8208" y="609"/>
                  </a:moveTo>
                  <a:cubicBezTo>
                    <a:pt x="8266" y="609"/>
                    <a:pt x="8324" y="612"/>
                    <a:pt x="8382" y="617"/>
                  </a:cubicBezTo>
                  <a:cubicBezTo>
                    <a:pt x="9513" y="712"/>
                    <a:pt x="10359" y="1712"/>
                    <a:pt x="10263" y="2843"/>
                  </a:cubicBezTo>
                  <a:cubicBezTo>
                    <a:pt x="10173" y="3916"/>
                    <a:pt x="9279" y="4732"/>
                    <a:pt x="8212" y="4732"/>
                  </a:cubicBezTo>
                  <a:cubicBezTo>
                    <a:pt x="8154" y="4732"/>
                    <a:pt x="8096" y="4729"/>
                    <a:pt x="8037" y="4724"/>
                  </a:cubicBezTo>
                  <a:cubicBezTo>
                    <a:pt x="6906" y="4629"/>
                    <a:pt x="6061" y="3629"/>
                    <a:pt x="6156" y="2498"/>
                  </a:cubicBezTo>
                  <a:cubicBezTo>
                    <a:pt x="6246" y="1425"/>
                    <a:pt x="7150" y="609"/>
                    <a:pt x="8208" y="609"/>
                  </a:cubicBezTo>
                  <a:close/>
                  <a:moveTo>
                    <a:pt x="2257" y="1"/>
                  </a:moveTo>
                  <a:cubicBezTo>
                    <a:pt x="1139" y="1"/>
                    <a:pt x="197" y="861"/>
                    <a:pt x="95" y="1998"/>
                  </a:cubicBezTo>
                  <a:cubicBezTo>
                    <a:pt x="0" y="3200"/>
                    <a:pt x="893" y="4248"/>
                    <a:pt x="2096" y="4355"/>
                  </a:cubicBezTo>
                  <a:cubicBezTo>
                    <a:pt x="2154" y="4360"/>
                    <a:pt x="2212" y="4362"/>
                    <a:pt x="2270" y="4362"/>
                  </a:cubicBezTo>
                  <a:cubicBezTo>
                    <a:pt x="3388" y="4362"/>
                    <a:pt x="4351" y="3499"/>
                    <a:pt x="4441" y="2355"/>
                  </a:cubicBezTo>
                  <a:cubicBezTo>
                    <a:pt x="4453" y="2272"/>
                    <a:pt x="4453" y="2188"/>
                    <a:pt x="4453" y="2093"/>
                  </a:cubicBezTo>
                  <a:cubicBezTo>
                    <a:pt x="4683" y="1985"/>
                    <a:pt x="4909" y="1946"/>
                    <a:pt x="5116" y="1946"/>
                  </a:cubicBezTo>
                  <a:cubicBezTo>
                    <a:pt x="5595" y="1946"/>
                    <a:pt x="5976" y="2158"/>
                    <a:pt x="6084" y="2224"/>
                  </a:cubicBezTo>
                  <a:cubicBezTo>
                    <a:pt x="6061" y="2307"/>
                    <a:pt x="6049" y="2403"/>
                    <a:pt x="6037" y="2486"/>
                  </a:cubicBezTo>
                  <a:cubicBezTo>
                    <a:pt x="5941" y="3689"/>
                    <a:pt x="6834" y="4736"/>
                    <a:pt x="8037" y="4843"/>
                  </a:cubicBezTo>
                  <a:cubicBezTo>
                    <a:pt x="8096" y="4848"/>
                    <a:pt x="8155" y="4851"/>
                    <a:pt x="8213" y="4851"/>
                  </a:cubicBezTo>
                  <a:cubicBezTo>
                    <a:pt x="9317" y="4851"/>
                    <a:pt x="10257" y="4011"/>
                    <a:pt x="10371" y="2903"/>
                  </a:cubicBezTo>
                  <a:lnTo>
                    <a:pt x="12966" y="3129"/>
                  </a:lnTo>
                  <a:cubicBezTo>
                    <a:pt x="13038" y="3165"/>
                    <a:pt x="13442" y="3391"/>
                    <a:pt x="13419" y="3796"/>
                  </a:cubicBezTo>
                  <a:cubicBezTo>
                    <a:pt x="13419" y="3831"/>
                    <a:pt x="13442" y="3855"/>
                    <a:pt x="13478" y="3867"/>
                  </a:cubicBezTo>
                  <a:cubicBezTo>
                    <a:pt x="13502" y="3867"/>
                    <a:pt x="13538" y="3843"/>
                    <a:pt x="13538" y="3808"/>
                  </a:cubicBezTo>
                  <a:cubicBezTo>
                    <a:pt x="13561" y="3296"/>
                    <a:pt x="13026" y="3034"/>
                    <a:pt x="13014" y="3022"/>
                  </a:cubicBezTo>
                  <a:lnTo>
                    <a:pt x="12990" y="3022"/>
                  </a:lnTo>
                  <a:lnTo>
                    <a:pt x="10382" y="2796"/>
                  </a:lnTo>
                  <a:cubicBezTo>
                    <a:pt x="10454" y="1617"/>
                    <a:pt x="9573" y="593"/>
                    <a:pt x="8394" y="498"/>
                  </a:cubicBezTo>
                  <a:cubicBezTo>
                    <a:pt x="8335" y="493"/>
                    <a:pt x="8277" y="491"/>
                    <a:pt x="8219" y="491"/>
                  </a:cubicBezTo>
                  <a:cubicBezTo>
                    <a:pt x="7220" y="491"/>
                    <a:pt x="6356" y="1160"/>
                    <a:pt x="6108" y="2105"/>
                  </a:cubicBezTo>
                  <a:cubicBezTo>
                    <a:pt x="5960" y="2023"/>
                    <a:pt x="5585" y="1833"/>
                    <a:pt x="5116" y="1833"/>
                  </a:cubicBezTo>
                  <a:cubicBezTo>
                    <a:pt x="4906" y="1833"/>
                    <a:pt x="4677" y="1871"/>
                    <a:pt x="4441" y="1974"/>
                  </a:cubicBezTo>
                  <a:cubicBezTo>
                    <a:pt x="4346" y="938"/>
                    <a:pt x="3524" y="93"/>
                    <a:pt x="2453" y="10"/>
                  </a:cubicBezTo>
                  <a:cubicBezTo>
                    <a:pt x="2387" y="4"/>
                    <a:pt x="2322" y="1"/>
                    <a:pt x="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7481392" y="1912393"/>
              <a:ext cx="56152" cy="77738"/>
            </a:xfrm>
            <a:custGeom>
              <a:avLst/>
              <a:gdLst/>
              <a:ahLst/>
              <a:cxnLst/>
              <a:rect l="l" t="t" r="r" b="b"/>
              <a:pathLst>
                <a:path w="835" h="1156" extrusionOk="0">
                  <a:moveTo>
                    <a:pt x="417" y="0"/>
                  </a:moveTo>
                  <a:cubicBezTo>
                    <a:pt x="191" y="0"/>
                    <a:pt x="1" y="262"/>
                    <a:pt x="1" y="572"/>
                  </a:cubicBezTo>
                  <a:cubicBezTo>
                    <a:pt x="1" y="893"/>
                    <a:pt x="191" y="1155"/>
                    <a:pt x="417" y="1155"/>
                  </a:cubicBezTo>
                  <a:cubicBezTo>
                    <a:pt x="656" y="1155"/>
                    <a:pt x="834" y="893"/>
                    <a:pt x="834" y="572"/>
                  </a:cubicBezTo>
                  <a:cubicBezTo>
                    <a:pt x="834" y="262"/>
                    <a:pt x="656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6988199" y="2159796"/>
              <a:ext cx="388354" cy="119499"/>
            </a:xfrm>
            <a:custGeom>
              <a:avLst/>
              <a:gdLst/>
              <a:ahLst/>
              <a:cxnLst/>
              <a:rect l="l" t="t" r="r" b="b"/>
              <a:pathLst>
                <a:path w="5775" h="1777" extrusionOk="0">
                  <a:moveTo>
                    <a:pt x="5226" y="1"/>
                  </a:moveTo>
                  <a:cubicBezTo>
                    <a:pt x="4979" y="1"/>
                    <a:pt x="4834" y="24"/>
                    <a:pt x="4834" y="24"/>
                  </a:cubicBezTo>
                  <a:cubicBezTo>
                    <a:pt x="4834" y="24"/>
                    <a:pt x="3669" y="1096"/>
                    <a:pt x="2284" y="1096"/>
                  </a:cubicBezTo>
                  <a:cubicBezTo>
                    <a:pt x="2269" y="1096"/>
                    <a:pt x="2254" y="1096"/>
                    <a:pt x="2239" y="1096"/>
                  </a:cubicBezTo>
                  <a:cubicBezTo>
                    <a:pt x="846" y="1072"/>
                    <a:pt x="739" y="24"/>
                    <a:pt x="739" y="24"/>
                  </a:cubicBezTo>
                  <a:cubicBezTo>
                    <a:pt x="700" y="22"/>
                    <a:pt x="661" y="22"/>
                    <a:pt x="624" y="22"/>
                  </a:cubicBezTo>
                  <a:cubicBezTo>
                    <a:pt x="376" y="22"/>
                    <a:pt x="166" y="54"/>
                    <a:pt x="0" y="95"/>
                  </a:cubicBezTo>
                  <a:cubicBezTo>
                    <a:pt x="346" y="929"/>
                    <a:pt x="1001" y="1608"/>
                    <a:pt x="1882" y="1715"/>
                  </a:cubicBezTo>
                  <a:cubicBezTo>
                    <a:pt x="2132" y="1757"/>
                    <a:pt x="2371" y="1777"/>
                    <a:pt x="2600" y="1777"/>
                  </a:cubicBezTo>
                  <a:cubicBezTo>
                    <a:pt x="3989" y="1777"/>
                    <a:pt x="4988" y="1038"/>
                    <a:pt x="5775" y="36"/>
                  </a:cubicBezTo>
                  <a:cubicBezTo>
                    <a:pt x="5561" y="9"/>
                    <a:pt x="5375" y="1"/>
                    <a:pt x="5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7258803" y="3128564"/>
              <a:ext cx="153795" cy="147407"/>
            </a:xfrm>
            <a:custGeom>
              <a:avLst/>
              <a:gdLst/>
              <a:ahLst/>
              <a:cxnLst/>
              <a:rect l="l" t="t" r="r" b="b"/>
              <a:pathLst>
                <a:path w="2287" h="2192" extrusionOk="0">
                  <a:moveTo>
                    <a:pt x="406" y="1"/>
                  </a:moveTo>
                  <a:cubicBezTo>
                    <a:pt x="144" y="394"/>
                    <a:pt x="1" y="644"/>
                    <a:pt x="1" y="644"/>
                  </a:cubicBezTo>
                  <a:lnTo>
                    <a:pt x="1561" y="2192"/>
                  </a:lnTo>
                  <a:cubicBezTo>
                    <a:pt x="1561" y="2192"/>
                    <a:pt x="1882" y="2120"/>
                    <a:pt x="2287" y="1941"/>
                  </a:cubicBezTo>
                  <a:cubicBezTo>
                    <a:pt x="1727" y="1239"/>
                    <a:pt x="1072" y="608"/>
                    <a:pt x="406" y="1"/>
                  </a:cubicBezTo>
                  <a:close/>
                </a:path>
              </a:pathLst>
            </a:custGeom>
            <a:solidFill>
              <a:srgbClr val="E874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6837699" y="2162150"/>
              <a:ext cx="964867" cy="1097008"/>
            </a:xfrm>
            <a:custGeom>
              <a:avLst/>
              <a:gdLst/>
              <a:ahLst/>
              <a:cxnLst/>
              <a:rect l="l" t="t" r="r" b="b"/>
              <a:pathLst>
                <a:path w="14348" h="16313" extrusionOk="0">
                  <a:moveTo>
                    <a:pt x="8013" y="1"/>
                  </a:moveTo>
                  <a:cubicBezTo>
                    <a:pt x="7226" y="1003"/>
                    <a:pt x="6227" y="1742"/>
                    <a:pt x="4838" y="1742"/>
                  </a:cubicBezTo>
                  <a:cubicBezTo>
                    <a:pt x="4609" y="1742"/>
                    <a:pt x="4370" y="1722"/>
                    <a:pt x="4120" y="1680"/>
                  </a:cubicBezTo>
                  <a:cubicBezTo>
                    <a:pt x="3239" y="1573"/>
                    <a:pt x="2584" y="882"/>
                    <a:pt x="2238" y="60"/>
                  </a:cubicBezTo>
                  <a:cubicBezTo>
                    <a:pt x="1798" y="168"/>
                    <a:pt x="1596" y="346"/>
                    <a:pt x="1596" y="346"/>
                  </a:cubicBezTo>
                  <a:cubicBezTo>
                    <a:pt x="1012" y="1608"/>
                    <a:pt x="0" y="4656"/>
                    <a:pt x="36" y="7359"/>
                  </a:cubicBezTo>
                  <a:cubicBezTo>
                    <a:pt x="60" y="10074"/>
                    <a:pt x="1405" y="10705"/>
                    <a:pt x="1405" y="10705"/>
                  </a:cubicBezTo>
                  <a:cubicBezTo>
                    <a:pt x="1405" y="10705"/>
                    <a:pt x="1298" y="10931"/>
                    <a:pt x="4608" y="11014"/>
                  </a:cubicBezTo>
                  <a:cubicBezTo>
                    <a:pt x="4770" y="11018"/>
                    <a:pt x="4930" y="11020"/>
                    <a:pt x="5089" y="11020"/>
                  </a:cubicBezTo>
                  <a:cubicBezTo>
                    <a:pt x="8178" y="11020"/>
                    <a:pt x="10644" y="10288"/>
                    <a:pt x="10644" y="10288"/>
                  </a:cubicBezTo>
                  <a:lnTo>
                    <a:pt x="10644" y="10288"/>
                  </a:lnTo>
                  <a:cubicBezTo>
                    <a:pt x="8715" y="11574"/>
                    <a:pt x="7322" y="13419"/>
                    <a:pt x="6668" y="14372"/>
                  </a:cubicBezTo>
                  <a:cubicBezTo>
                    <a:pt x="7334" y="14967"/>
                    <a:pt x="7989" y="15610"/>
                    <a:pt x="8549" y="16312"/>
                  </a:cubicBezTo>
                  <a:cubicBezTo>
                    <a:pt x="8763" y="16229"/>
                    <a:pt x="9001" y="16110"/>
                    <a:pt x="9227" y="15955"/>
                  </a:cubicBezTo>
                  <a:cubicBezTo>
                    <a:pt x="9918" y="15503"/>
                    <a:pt x="13930" y="13205"/>
                    <a:pt x="14145" y="11538"/>
                  </a:cubicBezTo>
                  <a:cubicBezTo>
                    <a:pt x="14347" y="9883"/>
                    <a:pt x="13907" y="6502"/>
                    <a:pt x="12025" y="3001"/>
                  </a:cubicBezTo>
                  <a:cubicBezTo>
                    <a:pt x="10799" y="715"/>
                    <a:pt x="9073" y="132"/>
                    <a:pt x="8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2"/>
            <p:cNvSpPr/>
            <p:nvPr/>
          </p:nvSpPr>
          <p:spPr>
            <a:xfrm>
              <a:off x="6824855" y="2382856"/>
              <a:ext cx="109748" cy="502406"/>
            </a:xfrm>
            <a:custGeom>
              <a:avLst/>
              <a:gdLst/>
              <a:ahLst/>
              <a:cxnLst/>
              <a:rect l="l" t="t" r="r" b="b"/>
              <a:pathLst>
                <a:path w="1632" h="7471" extrusionOk="0">
                  <a:moveTo>
                    <a:pt x="770" y="0"/>
                  </a:moveTo>
                  <a:cubicBezTo>
                    <a:pt x="756" y="0"/>
                    <a:pt x="748" y="11"/>
                    <a:pt x="739" y="29"/>
                  </a:cubicBezTo>
                  <a:cubicBezTo>
                    <a:pt x="727" y="41"/>
                    <a:pt x="1" y="1672"/>
                    <a:pt x="179" y="4315"/>
                  </a:cubicBezTo>
                  <a:cubicBezTo>
                    <a:pt x="370" y="6982"/>
                    <a:pt x="1525" y="7446"/>
                    <a:pt x="1584" y="7458"/>
                  </a:cubicBezTo>
                  <a:cubicBezTo>
                    <a:pt x="1584" y="7458"/>
                    <a:pt x="1584" y="7470"/>
                    <a:pt x="1596" y="7470"/>
                  </a:cubicBezTo>
                  <a:cubicBezTo>
                    <a:pt x="1608" y="7470"/>
                    <a:pt x="1620" y="7458"/>
                    <a:pt x="1632" y="7446"/>
                  </a:cubicBezTo>
                  <a:cubicBezTo>
                    <a:pt x="1632" y="7423"/>
                    <a:pt x="1620" y="7399"/>
                    <a:pt x="1608" y="7399"/>
                  </a:cubicBezTo>
                  <a:cubicBezTo>
                    <a:pt x="1596" y="7387"/>
                    <a:pt x="441" y="6923"/>
                    <a:pt x="263" y="4315"/>
                  </a:cubicBezTo>
                  <a:cubicBezTo>
                    <a:pt x="72" y="1696"/>
                    <a:pt x="798" y="77"/>
                    <a:pt x="798" y="53"/>
                  </a:cubicBezTo>
                  <a:cubicBezTo>
                    <a:pt x="810" y="41"/>
                    <a:pt x="810" y="17"/>
                    <a:pt x="786" y="5"/>
                  </a:cubicBezTo>
                  <a:cubicBezTo>
                    <a:pt x="780" y="2"/>
                    <a:pt x="775" y="0"/>
                    <a:pt x="7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2"/>
            <p:cNvSpPr/>
            <p:nvPr/>
          </p:nvSpPr>
          <p:spPr>
            <a:xfrm>
              <a:off x="7402175" y="2383192"/>
              <a:ext cx="154535" cy="473221"/>
            </a:xfrm>
            <a:custGeom>
              <a:avLst/>
              <a:gdLst/>
              <a:ahLst/>
              <a:cxnLst/>
              <a:rect l="l" t="t" r="r" b="b"/>
              <a:pathLst>
                <a:path w="2298" h="7037" extrusionOk="0">
                  <a:moveTo>
                    <a:pt x="250" y="0"/>
                  </a:moveTo>
                  <a:cubicBezTo>
                    <a:pt x="226" y="0"/>
                    <a:pt x="214" y="12"/>
                    <a:pt x="202" y="24"/>
                  </a:cubicBezTo>
                  <a:cubicBezTo>
                    <a:pt x="202" y="72"/>
                    <a:pt x="0" y="1072"/>
                    <a:pt x="679" y="3501"/>
                  </a:cubicBezTo>
                  <a:cubicBezTo>
                    <a:pt x="1369" y="5941"/>
                    <a:pt x="2215" y="7013"/>
                    <a:pt x="2226" y="7025"/>
                  </a:cubicBezTo>
                  <a:cubicBezTo>
                    <a:pt x="2226" y="7037"/>
                    <a:pt x="2238" y="7037"/>
                    <a:pt x="2250" y="7037"/>
                  </a:cubicBezTo>
                  <a:cubicBezTo>
                    <a:pt x="2262" y="7037"/>
                    <a:pt x="2262" y="7037"/>
                    <a:pt x="2274" y="7025"/>
                  </a:cubicBezTo>
                  <a:cubicBezTo>
                    <a:pt x="2286" y="7013"/>
                    <a:pt x="2298" y="6989"/>
                    <a:pt x="2286" y="6977"/>
                  </a:cubicBezTo>
                  <a:cubicBezTo>
                    <a:pt x="2274" y="6965"/>
                    <a:pt x="1429" y="5906"/>
                    <a:pt x="750" y="3489"/>
                  </a:cubicBezTo>
                  <a:cubicBezTo>
                    <a:pt x="83" y="1072"/>
                    <a:pt x="274" y="60"/>
                    <a:pt x="274" y="48"/>
                  </a:cubicBezTo>
                  <a:cubicBezTo>
                    <a:pt x="286" y="24"/>
                    <a:pt x="274" y="0"/>
                    <a:pt x="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7302850" y="2120456"/>
              <a:ext cx="265897" cy="139740"/>
            </a:xfrm>
            <a:custGeom>
              <a:avLst/>
              <a:gdLst/>
              <a:ahLst/>
              <a:cxnLst/>
              <a:rect l="l" t="t" r="r" b="b"/>
              <a:pathLst>
                <a:path w="3954" h="2078" extrusionOk="0">
                  <a:moveTo>
                    <a:pt x="844" y="0"/>
                  </a:moveTo>
                  <a:cubicBezTo>
                    <a:pt x="719" y="0"/>
                    <a:pt x="620" y="61"/>
                    <a:pt x="620" y="61"/>
                  </a:cubicBezTo>
                  <a:cubicBezTo>
                    <a:pt x="620" y="61"/>
                    <a:pt x="1" y="847"/>
                    <a:pt x="453" y="1181"/>
                  </a:cubicBezTo>
                  <a:cubicBezTo>
                    <a:pt x="511" y="1222"/>
                    <a:pt x="565" y="1241"/>
                    <a:pt x="616" y="1241"/>
                  </a:cubicBezTo>
                  <a:cubicBezTo>
                    <a:pt x="839" y="1241"/>
                    <a:pt x="1001" y="896"/>
                    <a:pt x="1086" y="656"/>
                  </a:cubicBezTo>
                  <a:lnTo>
                    <a:pt x="1086" y="656"/>
                  </a:lnTo>
                  <a:cubicBezTo>
                    <a:pt x="1019" y="927"/>
                    <a:pt x="970" y="1358"/>
                    <a:pt x="1298" y="1454"/>
                  </a:cubicBezTo>
                  <a:cubicBezTo>
                    <a:pt x="1329" y="1464"/>
                    <a:pt x="1359" y="1468"/>
                    <a:pt x="1387" y="1468"/>
                  </a:cubicBezTo>
                  <a:cubicBezTo>
                    <a:pt x="1655" y="1468"/>
                    <a:pt x="1811" y="1076"/>
                    <a:pt x="1885" y="808"/>
                  </a:cubicBezTo>
                  <a:lnTo>
                    <a:pt x="1885" y="808"/>
                  </a:lnTo>
                  <a:cubicBezTo>
                    <a:pt x="1833" y="1073"/>
                    <a:pt x="1778" y="1473"/>
                    <a:pt x="1894" y="1597"/>
                  </a:cubicBezTo>
                  <a:cubicBezTo>
                    <a:pt x="1957" y="1664"/>
                    <a:pt x="2059" y="1718"/>
                    <a:pt x="2182" y="1718"/>
                  </a:cubicBezTo>
                  <a:cubicBezTo>
                    <a:pt x="2378" y="1718"/>
                    <a:pt x="2624" y="1582"/>
                    <a:pt x="2842" y="1145"/>
                  </a:cubicBezTo>
                  <a:lnTo>
                    <a:pt x="2842" y="1145"/>
                  </a:lnTo>
                  <a:cubicBezTo>
                    <a:pt x="2744" y="1398"/>
                    <a:pt x="2635" y="1795"/>
                    <a:pt x="2822" y="1966"/>
                  </a:cubicBezTo>
                  <a:cubicBezTo>
                    <a:pt x="2904" y="2041"/>
                    <a:pt x="2989" y="2077"/>
                    <a:pt x="3075" y="2077"/>
                  </a:cubicBezTo>
                  <a:cubicBezTo>
                    <a:pt x="3291" y="2077"/>
                    <a:pt x="3509" y="1851"/>
                    <a:pt x="3680" y="1442"/>
                  </a:cubicBezTo>
                  <a:cubicBezTo>
                    <a:pt x="3680" y="1442"/>
                    <a:pt x="3954" y="1038"/>
                    <a:pt x="3406" y="800"/>
                  </a:cubicBezTo>
                  <a:cubicBezTo>
                    <a:pt x="3319" y="763"/>
                    <a:pt x="3245" y="749"/>
                    <a:pt x="3185" y="749"/>
                  </a:cubicBezTo>
                  <a:cubicBezTo>
                    <a:pt x="3033" y="749"/>
                    <a:pt x="2965" y="835"/>
                    <a:pt x="2965" y="835"/>
                  </a:cubicBezTo>
                  <a:cubicBezTo>
                    <a:pt x="2965" y="835"/>
                    <a:pt x="2822" y="514"/>
                    <a:pt x="2441" y="407"/>
                  </a:cubicBezTo>
                  <a:cubicBezTo>
                    <a:pt x="2352" y="384"/>
                    <a:pt x="2277" y="376"/>
                    <a:pt x="2216" y="376"/>
                  </a:cubicBezTo>
                  <a:cubicBezTo>
                    <a:pt x="2016" y="376"/>
                    <a:pt x="1953" y="466"/>
                    <a:pt x="1953" y="466"/>
                  </a:cubicBezTo>
                  <a:cubicBezTo>
                    <a:pt x="1953" y="466"/>
                    <a:pt x="1918" y="288"/>
                    <a:pt x="1572" y="192"/>
                  </a:cubicBezTo>
                  <a:cubicBezTo>
                    <a:pt x="1512" y="175"/>
                    <a:pt x="1459" y="168"/>
                    <a:pt x="1414" y="168"/>
                  </a:cubicBezTo>
                  <a:cubicBezTo>
                    <a:pt x="1211" y="168"/>
                    <a:pt x="1156" y="311"/>
                    <a:pt x="1156" y="311"/>
                  </a:cubicBezTo>
                  <a:cubicBezTo>
                    <a:pt x="1156" y="311"/>
                    <a:pt x="1096" y="61"/>
                    <a:pt x="941" y="14"/>
                  </a:cubicBezTo>
                  <a:cubicBezTo>
                    <a:pt x="908" y="4"/>
                    <a:pt x="875" y="0"/>
                    <a:pt x="844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6555468" y="636161"/>
              <a:ext cx="185805" cy="199389"/>
            </a:xfrm>
            <a:custGeom>
              <a:avLst/>
              <a:gdLst/>
              <a:ahLst/>
              <a:cxnLst/>
              <a:rect l="l" t="t" r="r" b="b"/>
              <a:pathLst>
                <a:path w="2763" h="2965" extrusionOk="0">
                  <a:moveTo>
                    <a:pt x="1442" y="1"/>
                  </a:moveTo>
                  <a:cubicBezTo>
                    <a:pt x="1388" y="1"/>
                    <a:pt x="1334" y="33"/>
                    <a:pt x="1322" y="98"/>
                  </a:cubicBezTo>
                  <a:lnTo>
                    <a:pt x="1167" y="740"/>
                  </a:lnTo>
                  <a:cubicBezTo>
                    <a:pt x="1120" y="955"/>
                    <a:pt x="953" y="1133"/>
                    <a:pt x="762" y="1169"/>
                  </a:cubicBezTo>
                  <a:lnTo>
                    <a:pt x="143" y="1300"/>
                  </a:lnTo>
                  <a:cubicBezTo>
                    <a:pt x="12" y="1336"/>
                    <a:pt x="0" y="1526"/>
                    <a:pt x="131" y="1562"/>
                  </a:cubicBezTo>
                  <a:lnTo>
                    <a:pt x="739" y="1741"/>
                  </a:lnTo>
                  <a:cubicBezTo>
                    <a:pt x="929" y="1800"/>
                    <a:pt x="1072" y="1979"/>
                    <a:pt x="1108" y="2205"/>
                  </a:cubicBezTo>
                  <a:lnTo>
                    <a:pt x="1203" y="2860"/>
                  </a:lnTo>
                  <a:cubicBezTo>
                    <a:pt x="1215" y="2928"/>
                    <a:pt x="1273" y="2964"/>
                    <a:pt x="1331" y="2964"/>
                  </a:cubicBezTo>
                  <a:cubicBezTo>
                    <a:pt x="1384" y="2964"/>
                    <a:pt x="1436" y="2934"/>
                    <a:pt x="1453" y="2872"/>
                  </a:cubicBezTo>
                  <a:lnTo>
                    <a:pt x="1620" y="2169"/>
                  </a:lnTo>
                  <a:cubicBezTo>
                    <a:pt x="1667" y="1979"/>
                    <a:pt x="1798" y="1836"/>
                    <a:pt x="1965" y="1800"/>
                  </a:cubicBezTo>
                  <a:lnTo>
                    <a:pt x="2632" y="1657"/>
                  </a:lnTo>
                  <a:cubicBezTo>
                    <a:pt x="2763" y="1633"/>
                    <a:pt x="2763" y="1443"/>
                    <a:pt x="2632" y="1407"/>
                  </a:cubicBezTo>
                  <a:lnTo>
                    <a:pt x="1989" y="1205"/>
                  </a:lnTo>
                  <a:cubicBezTo>
                    <a:pt x="1822" y="1157"/>
                    <a:pt x="1703" y="1002"/>
                    <a:pt x="1667" y="812"/>
                  </a:cubicBezTo>
                  <a:lnTo>
                    <a:pt x="1560" y="109"/>
                  </a:lnTo>
                  <a:cubicBezTo>
                    <a:pt x="1554" y="36"/>
                    <a:pt x="1498" y="1"/>
                    <a:pt x="1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4157157" y="1630897"/>
              <a:ext cx="186679" cy="199389"/>
            </a:xfrm>
            <a:custGeom>
              <a:avLst/>
              <a:gdLst/>
              <a:ahLst/>
              <a:cxnLst/>
              <a:rect l="l" t="t" r="r" b="b"/>
              <a:pathLst>
                <a:path w="2776" h="2965" extrusionOk="0">
                  <a:moveTo>
                    <a:pt x="1439" y="1"/>
                  </a:moveTo>
                  <a:cubicBezTo>
                    <a:pt x="1386" y="1"/>
                    <a:pt x="1334" y="31"/>
                    <a:pt x="1322" y="93"/>
                  </a:cubicBezTo>
                  <a:lnTo>
                    <a:pt x="1168" y="736"/>
                  </a:lnTo>
                  <a:cubicBezTo>
                    <a:pt x="1120" y="962"/>
                    <a:pt x="953" y="1129"/>
                    <a:pt x="763" y="1177"/>
                  </a:cubicBezTo>
                  <a:lnTo>
                    <a:pt x="144" y="1308"/>
                  </a:lnTo>
                  <a:cubicBezTo>
                    <a:pt x="13" y="1331"/>
                    <a:pt x="1" y="1522"/>
                    <a:pt x="132" y="1558"/>
                  </a:cubicBezTo>
                  <a:lnTo>
                    <a:pt x="739" y="1748"/>
                  </a:lnTo>
                  <a:cubicBezTo>
                    <a:pt x="930" y="1796"/>
                    <a:pt x="1072" y="1986"/>
                    <a:pt x="1108" y="2212"/>
                  </a:cubicBezTo>
                  <a:lnTo>
                    <a:pt x="1203" y="2855"/>
                  </a:lnTo>
                  <a:cubicBezTo>
                    <a:pt x="1216" y="2928"/>
                    <a:pt x="1271" y="2964"/>
                    <a:pt x="1328" y="2964"/>
                  </a:cubicBezTo>
                  <a:cubicBezTo>
                    <a:pt x="1381" y="2964"/>
                    <a:pt x="1436" y="2931"/>
                    <a:pt x="1453" y="2867"/>
                  </a:cubicBezTo>
                  <a:lnTo>
                    <a:pt x="1620" y="2177"/>
                  </a:lnTo>
                  <a:cubicBezTo>
                    <a:pt x="1668" y="1986"/>
                    <a:pt x="1799" y="1843"/>
                    <a:pt x="1965" y="1808"/>
                  </a:cubicBezTo>
                  <a:lnTo>
                    <a:pt x="2632" y="1665"/>
                  </a:lnTo>
                  <a:cubicBezTo>
                    <a:pt x="2763" y="1629"/>
                    <a:pt x="2775" y="1438"/>
                    <a:pt x="2632" y="1403"/>
                  </a:cubicBezTo>
                  <a:lnTo>
                    <a:pt x="1989" y="1212"/>
                  </a:lnTo>
                  <a:cubicBezTo>
                    <a:pt x="1823" y="1165"/>
                    <a:pt x="1703" y="1010"/>
                    <a:pt x="1668" y="819"/>
                  </a:cubicBezTo>
                  <a:lnTo>
                    <a:pt x="1561" y="105"/>
                  </a:lnTo>
                  <a:cubicBezTo>
                    <a:pt x="1554" y="37"/>
                    <a:pt x="1496" y="1"/>
                    <a:pt x="1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8430893" y="3560697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2" y="1"/>
                  </a:moveTo>
                  <a:cubicBezTo>
                    <a:pt x="1379" y="1"/>
                    <a:pt x="1327" y="31"/>
                    <a:pt x="1310" y="93"/>
                  </a:cubicBezTo>
                  <a:lnTo>
                    <a:pt x="1155" y="736"/>
                  </a:lnTo>
                  <a:cubicBezTo>
                    <a:pt x="1108" y="962"/>
                    <a:pt x="953" y="1129"/>
                    <a:pt x="750" y="1165"/>
                  </a:cubicBezTo>
                  <a:lnTo>
                    <a:pt x="143" y="1296"/>
                  </a:lnTo>
                  <a:cubicBezTo>
                    <a:pt x="0" y="1331"/>
                    <a:pt x="0" y="1522"/>
                    <a:pt x="131" y="1558"/>
                  </a:cubicBezTo>
                  <a:lnTo>
                    <a:pt x="727" y="1736"/>
                  </a:lnTo>
                  <a:cubicBezTo>
                    <a:pt x="917" y="1796"/>
                    <a:pt x="1060" y="1974"/>
                    <a:pt x="1096" y="2200"/>
                  </a:cubicBezTo>
                  <a:lnTo>
                    <a:pt x="1203" y="2855"/>
                  </a:lnTo>
                  <a:cubicBezTo>
                    <a:pt x="1209" y="2928"/>
                    <a:pt x="1265" y="2964"/>
                    <a:pt x="1321" y="2964"/>
                  </a:cubicBezTo>
                  <a:cubicBezTo>
                    <a:pt x="1375" y="2964"/>
                    <a:pt x="1429" y="2931"/>
                    <a:pt x="1441" y="2867"/>
                  </a:cubicBezTo>
                  <a:lnTo>
                    <a:pt x="1608" y="2165"/>
                  </a:lnTo>
                  <a:cubicBezTo>
                    <a:pt x="1655" y="1986"/>
                    <a:pt x="1786" y="1843"/>
                    <a:pt x="1953" y="1808"/>
                  </a:cubicBezTo>
                  <a:lnTo>
                    <a:pt x="2620" y="1665"/>
                  </a:lnTo>
                  <a:cubicBezTo>
                    <a:pt x="2751" y="1629"/>
                    <a:pt x="2763" y="1438"/>
                    <a:pt x="2632" y="1403"/>
                  </a:cubicBezTo>
                  <a:lnTo>
                    <a:pt x="1977" y="1212"/>
                  </a:lnTo>
                  <a:cubicBezTo>
                    <a:pt x="1810" y="1165"/>
                    <a:pt x="1691" y="1010"/>
                    <a:pt x="1667" y="819"/>
                  </a:cubicBezTo>
                  <a:lnTo>
                    <a:pt x="1560" y="105"/>
                  </a:lnTo>
                  <a:cubicBezTo>
                    <a:pt x="1548" y="37"/>
                    <a:pt x="1490" y="1"/>
                    <a:pt x="1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8010636" y="1986261"/>
              <a:ext cx="185805" cy="199322"/>
            </a:xfrm>
            <a:custGeom>
              <a:avLst/>
              <a:gdLst/>
              <a:ahLst/>
              <a:cxnLst/>
              <a:rect l="l" t="t" r="r" b="b"/>
              <a:pathLst>
                <a:path w="2763" h="2964" extrusionOk="0">
                  <a:moveTo>
                    <a:pt x="1436" y="0"/>
                  </a:moveTo>
                  <a:cubicBezTo>
                    <a:pt x="1382" y="0"/>
                    <a:pt x="1328" y="33"/>
                    <a:pt x="1310" y="97"/>
                  </a:cubicBezTo>
                  <a:lnTo>
                    <a:pt x="1155" y="740"/>
                  </a:lnTo>
                  <a:cubicBezTo>
                    <a:pt x="1108" y="954"/>
                    <a:pt x="953" y="1133"/>
                    <a:pt x="750" y="1169"/>
                  </a:cubicBezTo>
                  <a:lnTo>
                    <a:pt x="143" y="1300"/>
                  </a:lnTo>
                  <a:cubicBezTo>
                    <a:pt x="0" y="1335"/>
                    <a:pt x="0" y="1526"/>
                    <a:pt x="131" y="1562"/>
                  </a:cubicBezTo>
                  <a:lnTo>
                    <a:pt x="727" y="1740"/>
                  </a:lnTo>
                  <a:cubicBezTo>
                    <a:pt x="917" y="1800"/>
                    <a:pt x="1060" y="1978"/>
                    <a:pt x="1096" y="2205"/>
                  </a:cubicBezTo>
                  <a:lnTo>
                    <a:pt x="1203" y="2859"/>
                  </a:lnTo>
                  <a:cubicBezTo>
                    <a:pt x="1209" y="2928"/>
                    <a:pt x="1267" y="2964"/>
                    <a:pt x="1325" y="2964"/>
                  </a:cubicBezTo>
                  <a:cubicBezTo>
                    <a:pt x="1378" y="2964"/>
                    <a:pt x="1430" y="2934"/>
                    <a:pt x="1441" y="2871"/>
                  </a:cubicBezTo>
                  <a:lnTo>
                    <a:pt x="1608" y="2169"/>
                  </a:lnTo>
                  <a:cubicBezTo>
                    <a:pt x="1655" y="1978"/>
                    <a:pt x="1786" y="1836"/>
                    <a:pt x="1953" y="1800"/>
                  </a:cubicBezTo>
                  <a:lnTo>
                    <a:pt x="2620" y="1657"/>
                  </a:lnTo>
                  <a:cubicBezTo>
                    <a:pt x="2751" y="1633"/>
                    <a:pt x="2763" y="1443"/>
                    <a:pt x="2632" y="1407"/>
                  </a:cubicBezTo>
                  <a:lnTo>
                    <a:pt x="1977" y="1205"/>
                  </a:lnTo>
                  <a:cubicBezTo>
                    <a:pt x="1810" y="1157"/>
                    <a:pt x="1691" y="1002"/>
                    <a:pt x="1667" y="812"/>
                  </a:cubicBezTo>
                  <a:lnTo>
                    <a:pt x="1560" y="109"/>
                  </a:lnTo>
                  <a:cubicBezTo>
                    <a:pt x="1548" y="36"/>
                    <a:pt x="1492" y="0"/>
                    <a:pt x="1436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6" name="Google Shape;986;p42"/>
            <p:cNvGrpSpPr/>
            <p:nvPr/>
          </p:nvGrpSpPr>
          <p:grpSpPr>
            <a:xfrm>
              <a:off x="4318075" y="403696"/>
              <a:ext cx="1348907" cy="1226248"/>
              <a:chOff x="6494019" y="-137261"/>
              <a:chExt cx="2116596" cy="1924130"/>
            </a:xfrm>
          </p:grpSpPr>
          <p:sp>
            <p:nvSpPr>
              <p:cNvPr id="987" name="Google Shape;987;p42"/>
              <p:cNvSpPr/>
              <p:nvPr/>
            </p:nvSpPr>
            <p:spPr>
              <a:xfrm>
                <a:off x="6494019" y="-137261"/>
                <a:ext cx="2116596" cy="1924130"/>
              </a:xfrm>
              <a:custGeom>
                <a:avLst/>
                <a:gdLst/>
                <a:ahLst/>
                <a:cxnLst/>
                <a:rect l="l" t="t" r="r" b="b"/>
                <a:pathLst>
                  <a:path w="63509" h="57734" extrusionOk="0">
                    <a:moveTo>
                      <a:pt x="31969" y="1"/>
                    </a:moveTo>
                    <a:cubicBezTo>
                      <a:pt x="28706" y="1"/>
                      <a:pt x="26051" y="3644"/>
                      <a:pt x="25992" y="8168"/>
                    </a:cubicBezTo>
                    <a:cubicBezTo>
                      <a:pt x="25897" y="8049"/>
                      <a:pt x="25801" y="7930"/>
                      <a:pt x="25694" y="7811"/>
                    </a:cubicBezTo>
                    <a:cubicBezTo>
                      <a:pt x="23611" y="5439"/>
                      <a:pt x="20864" y="4108"/>
                      <a:pt x="18518" y="4108"/>
                    </a:cubicBezTo>
                    <a:cubicBezTo>
                      <a:pt x="17378" y="4108"/>
                      <a:pt x="16332" y="4423"/>
                      <a:pt x="15502" y="5085"/>
                    </a:cubicBezTo>
                    <a:cubicBezTo>
                      <a:pt x="13478" y="6692"/>
                      <a:pt x="13359" y="9883"/>
                      <a:pt x="14967" y="12895"/>
                    </a:cubicBezTo>
                    <a:cubicBezTo>
                      <a:pt x="13279" y="12099"/>
                      <a:pt x="11536" y="11713"/>
                      <a:pt x="9957" y="11713"/>
                    </a:cubicBezTo>
                    <a:cubicBezTo>
                      <a:pt x="7613" y="11713"/>
                      <a:pt x="5631" y="12564"/>
                      <a:pt x="4727" y="14193"/>
                    </a:cubicBezTo>
                    <a:cubicBezTo>
                      <a:pt x="3310" y="16753"/>
                      <a:pt x="5084" y="20337"/>
                      <a:pt x="8704" y="22563"/>
                    </a:cubicBezTo>
                    <a:cubicBezTo>
                      <a:pt x="3894" y="22575"/>
                      <a:pt x="0" y="25111"/>
                      <a:pt x="0" y="28254"/>
                    </a:cubicBezTo>
                    <a:cubicBezTo>
                      <a:pt x="0" y="31243"/>
                      <a:pt x="3537" y="33683"/>
                      <a:pt x="8025" y="33922"/>
                    </a:cubicBezTo>
                    <a:cubicBezTo>
                      <a:pt x="7894" y="34017"/>
                      <a:pt x="7763" y="34124"/>
                      <a:pt x="7632" y="34231"/>
                    </a:cubicBezTo>
                    <a:cubicBezTo>
                      <a:pt x="3930" y="37172"/>
                      <a:pt x="2644" y="41518"/>
                      <a:pt x="4751" y="43923"/>
                    </a:cubicBezTo>
                    <a:cubicBezTo>
                      <a:pt x="5674" y="44975"/>
                      <a:pt x="7091" y="45488"/>
                      <a:pt x="8702" y="45488"/>
                    </a:cubicBezTo>
                    <a:cubicBezTo>
                      <a:pt x="10792" y="45488"/>
                      <a:pt x="13209" y="44625"/>
                      <a:pt x="15300" y="42958"/>
                    </a:cubicBezTo>
                    <a:cubicBezTo>
                      <a:pt x="15348" y="42923"/>
                      <a:pt x="15383" y="42887"/>
                      <a:pt x="15431" y="42851"/>
                    </a:cubicBezTo>
                    <a:lnTo>
                      <a:pt x="15431" y="42851"/>
                    </a:lnTo>
                    <a:cubicBezTo>
                      <a:pt x="15014" y="43375"/>
                      <a:pt x="14621" y="43947"/>
                      <a:pt x="14276" y="44578"/>
                    </a:cubicBezTo>
                    <a:cubicBezTo>
                      <a:pt x="12026" y="48638"/>
                      <a:pt x="12573" y="53114"/>
                      <a:pt x="15502" y="54579"/>
                    </a:cubicBezTo>
                    <a:cubicBezTo>
                      <a:pt x="16132" y="54896"/>
                      <a:pt x="16822" y="55047"/>
                      <a:pt x="17539" y="55047"/>
                    </a:cubicBezTo>
                    <a:cubicBezTo>
                      <a:pt x="20020" y="55047"/>
                      <a:pt x="22828" y="53242"/>
                      <a:pt x="24611" y="50304"/>
                    </a:cubicBezTo>
                    <a:cubicBezTo>
                      <a:pt x="24932" y="54484"/>
                      <a:pt x="27480" y="57734"/>
                      <a:pt x="30564" y="57734"/>
                    </a:cubicBezTo>
                    <a:cubicBezTo>
                      <a:pt x="33612" y="57734"/>
                      <a:pt x="36124" y="54555"/>
                      <a:pt x="36493" y="50459"/>
                    </a:cubicBezTo>
                    <a:cubicBezTo>
                      <a:pt x="36612" y="50602"/>
                      <a:pt x="36719" y="50745"/>
                      <a:pt x="36838" y="50876"/>
                    </a:cubicBezTo>
                    <a:cubicBezTo>
                      <a:pt x="38925" y="53251"/>
                      <a:pt x="41676" y="54582"/>
                      <a:pt x="44024" y="54582"/>
                    </a:cubicBezTo>
                    <a:cubicBezTo>
                      <a:pt x="45161" y="54582"/>
                      <a:pt x="46203" y="54271"/>
                      <a:pt x="47030" y="53614"/>
                    </a:cubicBezTo>
                    <a:cubicBezTo>
                      <a:pt x="49566" y="51590"/>
                      <a:pt x="49114" y="47102"/>
                      <a:pt x="46030" y="43577"/>
                    </a:cubicBezTo>
                    <a:cubicBezTo>
                      <a:pt x="43944" y="41202"/>
                      <a:pt x="41187" y="39871"/>
                      <a:pt x="38835" y="39871"/>
                    </a:cubicBezTo>
                    <a:cubicBezTo>
                      <a:pt x="37697" y="39871"/>
                      <a:pt x="36653" y="40183"/>
                      <a:pt x="35826" y="40839"/>
                    </a:cubicBezTo>
                    <a:cubicBezTo>
                      <a:pt x="35124" y="41411"/>
                      <a:pt x="34648" y="42161"/>
                      <a:pt x="34398" y="43030"/>
                    </a:cubicBezTo>
                    <a:cubicBezTo>
                      <a:pt x="33362" y="41827"/>
                      <a:pt x="32028" y="41101"/>
                      <a:pt x="30564" y="41101"/>
                    </a:cubicBezTo>
                    <a:cubicBezTo>
                      <a:pt x="28825" y="41101"/>
                      <a:pt x="27266" y="42125"/>
                      <a:pt x="26170" y="43768"/>
                    </a:cubicBezTo>
                    <a:cubicBezTo>
                      <a:pt x="25920" y="42018"/>
                      <a:pt x="25063" y="40589"/>
                      <a:pt x="23646" y="39863"/>
                    </a:cubicBezTo>
                    <a:cubicBezTo>
                      <a:pt x="23014" y="39551"/>
                      <a:pt x="22325" y="39402"/>
                      <a:pt x="21610" y="39402"/>
                    </a:cubicBezTo>
                    <a:cubicBezTo>
                      <a:pt x="20141" y="39402"/>
                      <a:pt x="18562" y="40028"/>
                      <a:pt x="17145" y="41149"/>
                    </a:cubicBezTo>
                    <a:cubicBezTo>
                      <a:pt x="19372" y="38434"/>
                      <a:pt x="19884" y="35219"/>
                      <a:pt x="18169" y="33267"/>
                    </a:cubicBezTo>
                    <a:cubicBezTo>
                      <a:pt x="17515" y="32517"/>
                      <a:pt x="16598" y="32040"/>
                      <a:pt x="15538" y="31826"/>
                    </a:cubicBezTo>
                    <a:cubicBezTo>
                      <a:pt x="16753" y="30850"/>
                      <a:pt x="17479" y="29611"/>
                      <a:pt x="17479" y="28254"/>
                    </a:cubicBezTo>
                    <a:cubicBezTo>
                      <a:pt x="17479" y="26778"/>
                      <a:pt x="16610" y="25432"/>
                      <a:pt x="15193" y="24420"/>
                    </a:cubicBezTo>
                    <a:cubicBezTo>
                      <a:pt x="17443" y="24361"/>
                      <a:pt x="19324" y="23515"/>
                      <a:pt x="20193" y="21944"/>
                    </a:cubicBezTo>
                    <a:cubicBezTo>
                      <a:pt x="20848" y="20765"/>
                      <a:pt x="20824" y="19360"/>
                      <a:pt x="20253" y="17967"/>
                    </a:cubicBezTo>
                    <a:lnTo>
                      <a:pt x="20253" y="17967"/>
                    </a:lnTo>
                    <a:cubicBezTo>
                      <a:pt x="21417" y="18523"/>
                      <a:pt x="22602" y="18814"/>
                      <a:pt x="23699" y="18814"/>
                    </a:cubicBezTo>
                    <a:cubicBezTo>
                      <a:pt x="24834" y="18814"/>
                      <a:pt x="25877" y="18502"/>
                      <a:pt x="26706" y="17848"/>
                    </a:cubicBezTo>
                    <a:cubicBezTo>
                      <a:pt x="27611" y="17122"/>
                      <a:pt x="28135" y="16074"/>
                      <a:pt x="28290" y="14872"/>
                    </a:cubicBezTo>
                    <a:cubicBezTo>
                      <a:pt x="29314" y="15979"/>
                      <a:pt x="30588" y="16634"/>
                      <a:pt x="31969" y="16634"/>
                    </a:cubicBezTo>
                    <a:cubicBezTo>
                      <a:pt x="33671" y="16634"/>
                      <a:pt x="35195" y="15645"/>
                      <a:pt x="36291" y="14074"/>
                    </a:cubicBezTo>
                    <a:cubicBezTo>
                      <a:pt x="36350" y="16205"/>
                      <a:pt x="37243" y="17991"/>
                      <a:pt x="38886" y="18813"/>
                    </a:cubicBezTo>
                    <a:cubicBezTo>
                      <a:pt x="39518" y="19133"/>
                      <a:pt x="40210" y="19285"/>
                      <a:pt x="40929" y="19285"/>
                    </a:cubicBezTo>
                    <a:cubicBezTo>
                      <a:pt x="42078" y="19285"/>
                      <a:pt x="43296" y="18897"/>
                      <a:pt x="44446" y="18193"/>
                    </a:cubicBezTo>
                    <a:lnTo>
                      <a:pt x="44446" y="18193"/>
                    </a:lnTo>
                    <a:cubicBezTo>
                      <a:pt x="43589" y="20229"/>
                      <a:pt x="43684" y="22265"/>
                      <a:pt x="44899" y="23658"/>
                    </a:cubicBezTo>
                    <a:cubicBezTo>
                      <a:pt x="45637" y="24504"/>
                      <a:pt x="46685" y="24992"/>
                      <a:pt x="47899" y="25159"/>
                    </a:cubicBezTo>
                    <a:cubicBezTo>
                      <a:pt x="46732" y="26123"/>
                      <a:pt x="46030" y="27349"/>
                      <a:pt x="46030" y="28671"/>
                    </a:cubicBezTo>
                    <a:cubicBezTo>
                      <a:pt x="46030" y="30290"/>
                      <a:pt x="47054" y="31743"/>
                      <a:pt x="48709" y="32779"/>
                    </a:cubicBezTo>
                    <a:cubicBezTo>
                      <a:pt x="48693" y="32778"/>
                      <a:pt x="48677" y="32778"/>
                      <a:pt x="48661" y="32778"/>
                    </a:cubicBezTo>
                    <a:cubicBezTo>
                      <a:pt x="46324" y="32778"/>
                      <a:pt x="44345" y="33635"/>
                      <a:pt x="43446" y="35255"/>
                    </a:cubicBezTo>
                    <a:cubicBezTo>
                      <a:pt x="41910" y="38041"/>
                      <a:pt x="44125" y="42030"/>
                      <a:pt x="48387" y="44173"/>
                    </a:cubicBezTo>
                    <a:cubicBezTo>
                      <a:pt x="50162" y="45058"/>
                      <a:pt x="52013" y="45487"/>
                      <a:pt x="53680" y="45487"/>
                    </a:cubicBezTo>
                    <a:cubicBezTo>
                      <a:pt x="56029" y="45487"/>
                      <a:pt x="58014" y="44635"/>
                      <a:pt x="58913" y="43006"/>
                    </a:cubicBezTo>
                    <a:cubicBezTo>
                      <a:pt x="60389" y="40339"/>
                      <a:pt x="58413" y="36553"/>
                      <a:pt x="54472" y="34362"/>
                    </a:cubicBezTo>
                    <a:lnTo>
                      <a:pt x="54769" y="34362"/>
                    </a:lnTo>
                    <a:cubicBezTo>
                      <a:pt x="59603" y="34362"/>
                      <a:pt x="63508" y="31814"/>
                      <a:pt x="63508" y="28671"/>
                    </a:cubicBezTo>
                    <a:cubicBezTo>
                      <a:pt x="63508" y="25599"/>
                      <a:pt x="59758" y="23087"/>
                      <a:pt x="55079" y="22992"/>
                    </a:cubicBezTo>
                    <a:cubicBezTo>
                      <a:pt x="55198" y="22896"/>
                      <a:pt x="55329" y="22801"/>
                      <a:pt x="55448" y="22706"/>
                    </a:cubicBezTo>
                    <a:cubicBezTo>
                      <a:pt x="59151" y="19753"/>
                      <a:pt x="60437" y="15419"/>
                      <a:pt x="58317" y="13002"/>
                    </a:cubicBezTo>
                    <a:cubicBezTo>
                      <a:pt x="57397" y="11953"/>
                      <a:pt x="55984" y="11443"/>
                      <a:pt x="54378" y="11443"/>
                    </a:cubicBezTo>
                    <a:cubicBezTo>
                      <a:pt x="52576" y="11443"/>
                      <a:pt x="50530" y="12084"/>
                      <a:pt x="48661" y="13324"/>
                    </a:cubicBezTo>
                    <a:cubicBezTo>
                      <a:pt x="50423" y="9490"/>
                      <a:pt x="49769" y="5478"/>
                      <a:pt x="47042" y="4108"/>
                    </a:cubicBezTo>
                    <a:cubicBezTo>
                      <a:pt x="46411" y="3793"/>
                      <a:pt x="45720" y="3643"/>
                      <a:pt x="45003" y="3643"/>
                    </a:cubicBezTo>
                    <a:cubicBezTo>
                      <a:pt x="42529" y="3643"/>
                      <a:pt x="39739" y="5425"/>
                      <a:pt x="37958" y="8323"/>
                    </a:cubicBezTo>
                    <a:cubicBezTo>
                      <a:pt x="37958" y="3727"/>
                      <a:pt x="35279" y="1"/>
                      <a:pt x="319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2"/>
              <p:cNvSpPr/>
              <p:nvPr/>
            </p:nvSpPr>
            <p:spPr>
              <a:xfrm>
                <a:off x="6933325" y="242331"/>
                <a:ext cx="1238002" cy="1209350"/>
              </a:xfrm>
              <a:custGeom>
                <a:avLst/>
                <a:gdLst/>
                <a:ahLst/>
                <a:cxnLst/>
                <a:rect l="l" t="t" r="r" b="b"/>
                <a:pathLst>
                  <a:path w="46983" h="45900" extrusionOk="0">
                    <a:moveTo>
                      <a:pt x="23491" y="1"/>
                    </a:moveTo>
                    <a:cubicBezTo>
                      <a:pt x="10514" y="1"/>
                      <a:pt x="0" y="10276"/>
                      <a:pt x="0" y="22956"/>
                    </a:cubicBezTo>
                    <a:cubicBezTo>
                      <a:pt x="0" y="35624"/>
                      <a:pt x="10514" y="45899"/>
                      <a:pt x="23491" y="45899"/>
                    </a:cubicBezTo>
                    <a:cubicBezTo>
                      <a:pt x="36469" y="45899"/>
                      <a:pt x="46982" y="35624"/>
                      <a:pt x="46982" y="22956"/>
                    </a:cubicBezTo>
                    <a:cubicBezTo>
                      <a:pt x="46982" y="10276"/>
                      <a:pt x="36469" y="1"/>
                      <a:pt x="234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9" name="Google Shape;989;p42"/>
          <p:cNvSpPr/>
          <p:nvPr/>
        </p:nvSpPr>
        <p:spPr>
          <a:xfrm>
            <a:off x="849993" y="539386"/>
            <a:ext cx="185805" cy="199389"/>
          </a:xfrm>
          <a:custGeom>
            <a:avLst/>
            <a:gdLst/>
            <a:ahLst/>
            <a:cxnLst/>
            <a:rect l="l" t="t" r="r" b="b"/>
            <a:pathLst>
              <a:path w="2763" h="2965" extrusionOk="0">
                <a:moveTo>
                  <a:pt x="1442" y="1"/>
                </a:moveTo>
                <a:cubicBezTo>
                  <a:pt x="1388" y="1"/>
                  <a:pt x="1334" y="33"/>
                  <a:pt x="1322" y="98"/>
                </a:cubicBezTo>
                <a:lnTo>
                  <a:pt x="1167" y="740"/>
                </a:lnTo>
                <a:cubicBezTo>
                  <a:pt x="1120" y="955"/>
                  <a:pt x="953" y="1133"/>
                  <a:pt x="762" y="1169"/>
                </a:cubicBezTo>
                <a:lnTo>
                  <a:pt x="143" y="1300"/>
                </a:lnTo>
                <a:cubicBezTo>
                  <a:pt x="12" y="1336"/>
                  <a:pt x="0" y="1526"/>
                  <a:pt x="131" y="1562"/>
                </a:cubicBezTo>
                <a:lnTo>
                  <a:pt x="739" y="1741"/>
                </a:lnTo>
                <a:cubicBezTo>
                  <a:pt x="929" y="1800"/>
                  <a:pt x="1072" y="1979"/>
                  <a:pt x="1108" y="2205"/>
                </a:cubicBezTo>
                <a:lnTo>
                  <a:pt x="1203" y="2860"/>
                </a:lnTo>
                <a:cubicBezTo>
                  <a:pt x="1215" y="2928"/>
                  <a:pt x="1273" y="2964"/>
                  <a:pt x="1331" y="2964"/>
                </a:cubicBezTo>
                <a:cubicBezTo>
                  <a:pt x="1384" y="2964"/>
                  <a:pt x="1436" y="2934"/>
                  <a:pt x="1453" y="2872"/>
                </a:cubicBezTo>
                <a:lnTo>
                  <a:pt x="1620" y="2169"/>
                </a:lnTo>
                <a:cubicBezTo>
                  <a:pt x="1667" y="1979"/>
                  <a:pt x="1798" y="1836"/>
                  <a:pt x="1965" y="1800"/>
                </a:cubicBezTo>
                <a:lnTo>
                  <a:pt x="2632" y="1657"/>
                </a:lnTo>
                <a:cubicBezTo>
                  <a:pt x="2763" y="1633"/>
                  <a:pt x="2763" y="1443"/>
                  <a:pt x="2632" y="1407"/>
                </a:cubicBezTo>
                <a:lnTo>
                  <a:pt x="1989" y="1205"/>
                </a:lnTo>
                <a:cubicBezTo>
                  <a:pt x="1822" y="1157"/>
                  <a:pt x="1703" y="1002"/>
                  <a:pt x="1667" y="812"/>
                </a:cubicBezTo>
                <a:lnTo>
                  <a:pt x="1560" y="109"/>
                </a:lnTo>
                <a:cubicBezTo>
                  <a:pt x="1554" y="36"/>
                  <a:pt x="1498" y="1"/>
                  <a:pt x="14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53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3"/>
          <p:cNvSpPr txBox="1">
            <a:spLocks noGrp="1"/>
          </p:cNvSpPr>
          <p:nvPr>
            <p:ph type="title"/>
          </p:nvPr>
        </p:nvSpPr>
        <p:spPr>
          <a:xfrm>
            <a:off x="208104" y="523044"/>
            <a:ext cx="7516999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AI Adoption Roadmap</a:t>
            </a:r>
            <a:endParaRPr lang="en-GB" dirty="0"/>
          </a:p>
        </p:txBody>
      </p:sp>
      <p:sp>
        <p:nvSpPr>
          <p:cNvPr id="995" name="Google Shape;995;p43"/>
          <p:cNvSpPr txBox="1">
            <a:spLocks noGrp="1"/>
          </p:cNvSpPr>
          <p:nvPr>
            <p:ph type="subTitle" idx="1"/>
          </p:nvPr>
        </p:nvSpPr>
        <p:spPr>
          <a:xfrm>
            <a:off x="1586939" y="1295234"/>
            <a:ext cx="5337277" cy="2791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algn="l">
              <a:buFont typeface="+mj-lt"/>
              <a:buAutoNum type="arabicPeriod"/>
            </a:pPr>
            <a:r>
              <a:rPr lang="en-GB" b="1" dirty="0"/>
              <a:t>Explore:</a:t>
            </a:r>
            <a:r>
              <a:rPr lang="en-GB" dirty="0"/>
              <a:t> Map where users struggle and AI can help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GB" b="1" dirty="0"/>
              <a:t>Prototype:</a:t>
            </a:r>
            <a:r>
              <a:rPr lang="en-GB" dirty="0"/>
              <a:t> Start with </a:t>
            </a:r>
            <a:r>
              <a:rPr lang="en-GB" b="1" dirty="0">
                <a:highlight>
                  <a:srgbClr val="FFFF00"/>
                </a:highlight>
              </a:rPr>
              <a:t>1–2 test projects </a:t>
            </a:r>
            <a:r>
              <a:rPr lang="en-GB" dirty="0"/>
              <a:t>(e.g., chatbot)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GB" b="1" dirty="0"/>
              <a:t>Scale:</a:t>
            </a:r>
            <a:r>
              <a:rPr lang="en-GB" dirty="0"/>
              <a:t> Roll out high-value solutions site-wide</a:t>
            </a:r>
          </a:p>
          <a:p>
            <a:pPr marL="482600" indent="-342900" algn="l">
              <a:buFont typeface="+mj-lt"/>
              <a:buAutoNum type="arabicPeriod"/>
            </a:pPr>
            <a:r>
              <a:rPr lang="en-GB" b="1" dirty="0"/>
              <a:t>Refine:</a:t>
            </a:r>
            <a:r>
              <a:rPr lang="en-GB" dirty="0"/>
              <a:t> Improve continuously with feedback and analytics</a:t>
            </a:r>
          </a:p>
        </p:txBody>
      </p:sp>
      <p:grpSp>
        <p:nvGrpSpPr>
          <p:cNvPr id="996" name="Google Shape;996;p43"/>
          <p:cNvGrpSpPr/>
          <p:nvPr/>
        </p:nvGrpSpPr>
        <p:grpSpPr>
          <a:xfrm>
            <a:off x="5867261" y="1669472"/>
            <a:ext cx="3188914" cy="3169366"/>
            <a:chOff x="3681100" y="1476500"/>
            <a:chExt cx="942100" cy="936325"/>
          </a:xfrm>
        </p:grpSpPr>
        <p:sp>
          <p:nvSpPr>
            <p:cNvPr id="997" name="Google Shape;997;p43"/>
            <p:cNvSpPr/>
            <p:nvPr/>
          </p:nvSpPr>
          <p:spPr>
            <a:xfrm>
              <a:off x="4067975" y="1768850"/>
              <a:ext cx="352525" cy="277125"/>
            </a:xfrm>
            <a:custGeom>
              <a:avLst/>
              <a:gdLst/>
              <a:ahLst/>
              <a:cxnLst/>
              <a:rect l="l" t="t" r="r" b="b"/>
              <a:pathLst>
                <a:path w="14101" h="11085" extrusionOk="0">
                  <a:moveTo>
                    <a:pt x="1383" y="1"/>
                  </a:moveTo>
                  <a:cubicBezTo>
                    <a:pt x="1336" y="1"/>
                    <a:pt x="1293" y="8"/>
                    <a:pt x="1254" y="22"/>
                  </a:cubicBezTo>
                  <a:cubicBezTo>
                    <a:pt x="837" y="177"/>
                    <a:pt x="1302" y="487"/>
                    <a:pt x="1302" y="487"/>
                  </a:cubicBezTo>
                  <a:cubicBezTo>
                    <a:pt x="1302" y="487"/>
                    <a:pt x="994" y="351"/>
                    <a:pt x="756" y="351"/>
                  </a:cubicBezTo>
                  <a:cubicBezTo>
                    <a:pt x="629" y="351"/>
                    <a:pt x="521" y="390"/>
                    <a:pt x="492" y="510"/>
                  </a:cubicBezTo>
                  <a:cubicBezTo>
                    <a:pt x="420" y="868"/>
                    <a:pt x="659" y="1058"/>
                    <a:pt x="659" y="1058"/>
                  </a:cubicBezTo>
                  <a:cubicBezTo>
                    <a:pt x="659" y="1058"/>
                    <a:pt x="615" y="1053"/>
                    <a:pt x="552" y="1053"/>
                  </a:cubicBezTo>
                  <a:cubicBezTo>
                    <a:pt x="365" y="1053"/>
                    <a:pt x="1" y="1099"/>
                    <a:pt x="28" y="1463"/>
                  </a:cubicBezTo>
                  <a:cubicBezTo>
                    <a:pt x="63" y="1749"/>
                    <a:pt x="432" y="1820"/>
                    <a:pt x="432" y="1820"/>
                  </a:cubicBezTo>
                  <a:cubicBezTo>
                    <a:pt x="432" y="1820"/>
                    <a:pt x="51" y="1880"/>
                    <a:pt x="63" y="2177"/>
                  </a:cubicBezTo>
                  <a:cubicBezTo>
                    <a:pt x="87" y="2487"/>
                    <a:pt x="611" y="2499"/>
                    <a:pt x="611" y="2499"/>
                  </a:cubicBezTo>
                  <a:cubicBezTo>
                    <a:pt x="611" y="2499"/>
                    <a:pt x="373" y="2594"/>
                    <a:pt x="420" y="2916"/>
                  </a:cubicBezTo>
                  <a:cubicBezTo>
                    <a:pt x="456" y="3201"/>
                    <a:pt x="1171" y="3570"/>
                    <a:pt x="1837" y="3570"/>
                  </a:cubicBezTo>
                  <a:cubicBezTo>
                    <a:pt x="1873" y="4297"/>
                    <a:pt x="2040" y="6368"/>
                    <a:pt x="2766" y="8726"/>
                  </a:cubicBezTo>
                  <a:cubicBezTo>
                    <a:pt x="2766" y="8761"/>
                    <a:pt x="2778" y="8797"/>
                    <a:pt x="2790" y="8821"/>
                  </a:cubicBezTo>
                  <a:cubicBezTo>
                    <a:pt x="3254" y="10547"/>
                    <a:pt x="3564" y="10928"/>
                    <a:pt x="4266" y="11083"/>
                  </a:cubicBezTo>
                  <a:cubicBezTo>
                    <a:pt x="4270" y="11084"/>
                    <a:pt x="4278" y="11084"/>
                    <a:pt x="4289" y="11084"/>
                  </a:cubicBezTo>
                  <a:cubicBezTo>
                    <a:pt x="4442" y="11084"/>
                    <a:pt x="5235" y="11011"/>
                    <a:pt x="5290" y="11000"/>
                  </a:cubicBezTo>
                  <a:cubicBezTo>
                    <a:pt x="8576" y="10440"/>
                    <a:pt x="11719" y="9000"/>
                    <a:pt x="13934" y="5166"/>
                  </a:cubicBezTo>
                  <a:cubicBezTo>
                    <a:pt x="14101" y="4856"/>
                    <a:pt x="13934" y="4463"/>
                    <a:pt x="13589" y="4392"/>
                  </a:cubicBezTo>
                  <a:cubicBezTo>
                    <a:pt x="12398" y="4130"/>
                    <a:pt x="11422" y="3975"/>
                    <a:pt x="10195" y="3678"/>
                  </a:cubicBezTo>
                  <a:cubicBezTo>
                    <a:pt x="10156" y="3669"/>
                    <a:pt x="10115" y="3664"/>
                    <a:pt x="10075" y="3664"/>
                  </a:cubicBezTo>
                  <a:cubicBezTo>
                    <a:pt x="9897" y="3664"/>
                    <a:pt x="9721" y="3748"/>
                    <a:pt x="9624" y="3904"/>
                  </a:cubicBezTo>
                  <a:cubicBezTo>
                    <a:pt x="8922" y="5071"/>
                    <a:pt x="7838" y="5940"/>
                    <a:pt x="5874" y="6904"/>
                  </a:cubicBezTo>
                  <a:cubicBezTo>
                    <a:pt x="5171" y="5392"/>
                    <a:pt x="4350" y="3916"/>
                    <a:pt x="4111" y="3344"/>
                  </a:cubicBezTo>
                  <a:cubicBezTo>
                    <a:pt x="4111" y="3344"/>
                    <a:pt x="4111" y="3332"/>
                    <a:pt x="4111" y="3332"/>
                  </a:cubicBezTo>
                  <a:cubicBezTo>
                    <a:pt x="4088" y="3285"/>
                    <a:pt x="4064" y="3237"/>
                    <a:pt x="4052" y="3201"/>
                  </a:cubicBezTo>
                  <a:cubicBezTo>
                    <a:pt x="3897" y="2773"/>
                    <a:pt x="3492" y="1558"/>
                    <a:pt x="2909" y="927"/>
                  </a:cubicBezTo>
                  <a:cubicBezTo>
                    <a:pt x="2618" y="615"/>
                    <a:pt x="1831" y="1"/>
                    <a:pt x="1383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3"/>
            <p:cNvSpPr/>
            <p:nvPr/>
          </p:nvSpPr>
          <p:spPr>
            <a:xfrm>
              <a:off x="4232950" y="1845300"/>
              <a:ext cx="200650" cy="175050"/>
            </a:xfrm>
            <a:custGeom>
              <a:avLst/>
              <a:gdLst/>
              <a:ahLst/>
              <a:cxnLst/>
              <a:rect l="l" t="t" r="r" b="b"/>
              <a:pathLst>
                <a:path w="8026" h="7002" extrusionOk="0">
                  <a:moveTo>
                    <a:pt x="4918" y="0"/>
                  </a:moveTo>
                  <a:cubicBezTo>
                    <a:pt x="2858" y="155"/>
                    <a:pt x="1" y="2620"/>
                    <a:pt x="1" y="2620"/>
                  </a:cubicBezTo>
                  <a:cubicBezTo>
                    <a:pt x="215" y="4489"/>
                    <a:pt x="2489" y="7001"/>
                    <a:pt x="2489" y="7001"/>
                  </a:cubicBezTo>
                  <a:cubicBezTo>
                    <a:pt x="4251" y="6656"/>
                    <a:pt x="8026" y="5299"/>
                    <a:pt x="7490" y="1679"/>
                  </a:cubicBezTo>
                  <a:cubicBezTo>
                    <a:pt x="7287" y="286"/>
                    <a:pt x="4918" y="0"/>
                    <a:pt x="49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3"/>
            <p:cNvSpPr/>
            <p:nvPr/>
          </p:nvSpPr>
          <p:spPr>
            <a:xfrm>
              <a:off x="3883800" y="2222425"/>
              <a:ext cx="191875" cy="187075"/>
            </a:xfrm>
            <a:custGeom>
              <a:avLst/>
              <a:gdLst/>
              <a:ahLst/>
              <a:cxnLst/>
              <a:rect l="l" t="t" r="r" b="b"/>
              <a:pathLst>
                <a:path w="7675" h="7483" extrusionOk="0">
                  <a:moveTo>
                    <a:pt x="4335" y="1"/>
                  </a:moveTo>
                  <a:lnTo>
                    <a:pt x="4275" y="4668"/>
                  </a:lnTo>
                  <a:cubicBezTo>
                    <a:pt x="4275" y="4668"/>
                    <a:pt x="1" y="6275"/>
                    <a:pt x="25" y="7085"/>
                  </a:cubicBezTo>
                  <a:cubicBezTo>
                    <a:pt x="33" y="7387"/>
                    <a:pt x="729" y="7482"/>
                    <a:pt x="1596" y="7482"/>
                  </a:cubicBezTo>
                  <a:cubicBezTo>
                    <a:pt x="3051" y="7482"/>
                    <a:pt x="4989" y="7216"/>
                    <a:pt x="4989" y="7216"/>
                  </a:cubicBezTo>
                  <a:cubicBezTo>
                    <a:pt x="4989" y="7216"/>
                    <a:pt x="5372" y="7308"/>
                    <a:pt x="5822" y="7308"/>
                  </a:cubicBezTo>
                  <a:cubicBezTo>
                    <a:pt x="6638" y="7308"/>
                    <a:pt x="7675" y="7006"/>
                    <a:pt x="7061" y="5311"/>
                  </a:cubicBezTo>
                  <a:lnTo>
                    <a:pt x="7502" y="346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3"/>
            <p:cNvSpPr/>
            <p:nvPr/>
          </p:nvSpPr>
          <p:spPr>
            <a:xfrm>
              <a:off x="3965075" y="2032600"/>
              <a:ext cx="325350" cy="305900"/>
            </a:xfrm>
            <a:custGeom>
              <a:avLst/>
              <a:gdLst/>
              <a:ahLst/>
              <a:cxnLst/>
              <a:rect l="l" t="t" r="r" b="b"/>
              <a:pathLst>
                <a:path w="13014" h="12236" extrusionOk="0">
                  <a:moveTo>
                    <a:pt x="5316" y="1"/>
                  </a:moveTo>
                  <a:cubicBezTo>
                    <a:pt x="3070" y="1"/>
                    <a:pt x="772" y="1405"/>
                    <a:pt x="417" y="5081"/>
                  </a:cubicBezTo>
                  <a:cubicBezTo>
                    <a:pt x="0" y="9284"/>
                    <a:pt x="619" y="12035"/>
                    <a:pt x="619" y="12035"/>
                  </a:cubicBezTo>
                  <a:cubicBezTo>
                    <a:pt x="619" y="12035"/>
                    <a:pt x="2066" y="12236"/>
                    <a:pt x="3286" y="12236"/>
                  </a:cubicBezTo>
                  <a:cubicBezTo>
                    <a:pt x="3693" y="12236"/>
                    <a:pt x="4075" y="12213"/>
                    <a:pt x="4370" y="12154"/>
                  </a:cubicBezTo>
                  <a:lnTo>
                    <a:pt x="4751" y="6462"/>
                  </a:lnTo>
                  <a:lnTo>
                    <a:pt x="10109" y="10844"/>
                  </a:lnTo>
                  <a:lnTo>
                    <a:pt x="13014" y="4474"/>
                  </a:lnTo>
                  <a:cubicBezTo>
                    <a:pt x="13014" y="4474"/>
                    <a:pt x="8751" y="497"/>
                    <a:pt x="6251" y="81"/>
                  </a:cubicBezTo>
                  <a:cubicBezTo>
                    <a:pt x="5944" y="28"/>
                    <a:pt x="5631" y="1"/>
                    <a:pt x="5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3"/>
            <p:cNvSpPr/>
            <p:nvPr/>
          </p:nvSpPr>
          <p:spPr>
            <a:xfrm>
              <a:off x="3879350" y="2364700"/>
              <a:ext cx="50625" cy="39325"/>
            </a:xfrm>
            <a:custGeom>
              <a:avLst/>
              <a:gdLst/>
              <a:ahLst/>
              <a:cxnLst/>
              <a:rect l="l" t="t" r="r" b="b"/>
              <a:pathLst>
                <a:path w="2025" h="1573" extrusionOk="0">
                  <a:moveTo>
                    <a:pt x="1703" y="1"/>
                  </a:moveTo>
                  <a:cubicBezTo>
                    <a:pt x="393" y="644"/>
                    <a:pt x="0" y="1239"/>
                    <a:pt x="0" y="1239"/>
                  </a:cubicBezTo>
                  <a:cubicBezTo>
                    <a:pt x="0" y="1239"/>
                    <a:pt x="72" y="1429"/>
                    <a:pt x="1929" y="1572"/>
                  </a:cubicBezTo>
                  <a:cubicBezTo>
                    <a:pt x="2024" y="1025"/>
                    <a:pt x="1941" y="465"/>
                    <a:pt x="1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3"/>
            <p:cNvSpPr/>
            <p:nvPr/>
          </p:nvSpPr>
          <p:spPr>
            <a:xfrm>
              <a:off x="3921900" y="2347750"/>
              <a:ext cx="144700" cy="58975"/>
            </a:xfrm>
            <a:custGeom>
              <a:avLst/>
              <a:gdLst/>
              <a:ahLst/>
              <a:cxnLst/>
              <a:rect l="l" t="t" r="r" b="b"/>
              <a:pathLst>
                <a:path w="5788" h="2359" extrusionOk="0">
                  <a:moveTo>
                    <a:pt x="1751" y="0"/>
                  </a:moveTo>
                  <a:cubicBezTo>
                    <a:pt x="1037" y="214"/>
                    <a:pt x="453" y="453"/>
                    <a:pt x="1" y="679"/>
                  </a:cubicBezTo>
                  <a:cubicBezTo>
                    <a:pt x="239" y="1143"/>
                    <a:pt x="322" y="1703"/>
                    <a:pt x="227" y="2250"/>
                  </a:cubicBezTo>
                  <a:cubicBezTo>
                    <a:pt x="703" y="2286"/>
                    <a:pt x="1299" y="2322"/>
                    <a:pt x="2037" y="2346"/>
                  </a:cubicBezTo>
                  <a:cubicBezTo>
                    <a:pt x="2273" y="2354"/>
                    <a:pt x="2495" y="2358"/>
                    <a:pt x="2702" y="2358"/>
                  </a:cubicBezTo>
                  <a:cubicBezTo>
                    <a:pt x="5683" y="2358"/>
                    <a:pt x="5787" y="1536"/>
                    <a:pt x="5787" y="1536"/>
                  </a:cubicBezTo>
                  <a:cubicBezTo>
                    <a:pt x="5787" y="619"/>
                    <a:pt x="5537" y="83"/>
                    <a:pt x="5549" y="24"/>
                  </a:cubicBezTo>
                  <a:lnTo>
                    <a:pt x="5549" y="24"/>
                  </a:lnTo>
                  <a:cubicBezTo>
                    <a:pt x="4991" y="348"/>
                    <a:pt x="4390" y="457"/>
                    <a:pt x="3834" y="457"/>
                  </a:cubicBezTo>
                  <a:cubicBezTo>
                    <a:pt x="2697" y="457"/>
                    <a:pt x="1751" y="0"/>
                    <a:pt x="17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3"/>
            <p:cNvSpPr/>
            <p:nvPr/>
          </p:nvSpPr>
          <p:spPr>
            <a:xfrm>
              <a:off x="3877850" y="2386125"/>
              <a:ext cx="188750" cy="26700"/>
            </a:xfrm>
            <a:custGeom>
              <a:avLst/>
              <a:gdLst/>
              <a:ahLst/>
              <a:cxnLst/>
              <a:rect l="l" t="t" r="r" b="b"/>
              <a:pathLst>
                <a:path w="7550" h="1068" extrusionOk="0">
                  <a:moveTo>
                    <a:pt x="7549" y="1"/>
                  </a:moveTo>
                  <a:lnTo>
                    <a:pt x="7549" y="1"/>
                  </a:lnTo>
                  <a:cubicBezTo>
                    <a:pt x="6569" y="281"/>
                    <a:pt x="4984" y="613"/>
                    <a:pt x="2976" y="613"/>
                  </a:cubicBezTo>
                  <a:cubicBezTo>
                    <a:pt x="2082" y="613"/>
                    <a:pt x="1105" y="547"/>
                    <a:pt x="60" y="382"/>
                  </a:cubicBezTo>
                  <a:cubicBezTo>
                    <a:pt x="1" y="608"/>
                    <a:pt x="24" y="763"/>
                    <a:pt x="24" y="763"/>
                  </a:cubicBezTo>
                  <a:cubicBezTo>
                    <a:pt x="24" y="763"/>
                    <a:pt x="356" y="1067"/>
                    <a:pt x="2594" y="1067"/>
                  </a:cubicBezTo>
                  <a:cubicBezTo>
                    <a:pt x="2899" y="1067"/>
                    <a:pt x="3240" y="1062"/>
                    <a:pt x="3620" y="1049"/>
                  </a:cubicBezTo>
                  <a:cubicBezTo>
                    <a:pt x="6466" y="953"/>
                    <a:pt x="7502" y="561"/>
                    <a:pt x="7502" y="561"/>
                  </a:cubicBezTo>
                  <a:cubicBezTo>
                    <a:pt x="7525" y="370"/>
                    <a:pt x="7537" y="180"/>
                    <a:pt x="7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3"/>
            <p:cNvSpPr/>
            <p:nvPr/>
          </p:nvSpPr>
          <p:spPr>
            <a:xfrm>
              <a:off x="3939175" y="2355350"/>
              <a:ext cx="16700" cy="29025"/>
            </a:xfrm>
            <a:custGeom>
              <a:avLst/>
              <a:gdLst/>
              <a:ahLst/>
              <a:cxnLst/>
              <a:rect l="l" t="t" r="r" b="b"/>
              <a:pathLst>
                <a:path w="668" h="1161" extrusionOk="0">
                  <a:moveTo>
                    <a:pt x="51" y="1"/>
                  </a:moveTo>
                  <a:cubicBezTo>
                    <a:pt x="35" y="1"/>
                    <a:pt x="21" y="9"/>
                    <a:pt x="12" y="18"/>
                  </a:cubicBezTo>
                  <a:cubicBezTo>
                    <a:pt x="0" y="41"/>
                    <a:pt x="12" y="65"/>
                    <a:pt x="24" y="77"/>
                  </a:cubicBezTo>
                  <a:cubicBezTo>
                    <a:pt x="48" y="89"/>
                    <a:pt x="584" y="399"/>
                    <a:pt x="536" y="1113"/>
                  </a:cubicBezTo>
                  <a:cubicBezTo>
                    <a:pt x="536" y="1137"/>
                    <a:pt x="548" y="1161"/>
                    <a:pt x="584" y="1161"/>
                  </a:cubicBezTo>
                  <a:lnTo>
                    <a:pt x="596" y="1161"/>
                  </a:lnTo>
                  <a:cubicBezTo>
                    <a:pt x="608" y="1161"/>
                    <a:pt x="619" y="1137"/>
                    <a:pt x="619" y="1125"/>
                  </a:cubicBezTo>
                  <a:cubicBezTo>
                    <a:pt x="667" y="339"/>
                    <a:pt x="84" y="6"/>
                    <a:pt x="72" y="6"/>
                  </a:cubicBezTo>
                  <a:cubicBezTo>
                    <a:pt x="65" y="2"/>
                    <a:pt x="58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3"/>
            <p:cNvSpPr/>
            <p:nvPr/>
          </p:nvSpPr>
          <p:spPr>
            <a:xfrm>
              <a:off x="3954950" y="2349625"/>
              <a:ext cx="15500" cy="29100"/>
            </a:xfrm>
            <a:custGeom>
              <a:avLst/>
              <a:gdLst/>
              <a:ahLst/>
              <a:cxnLst/>
              <a:rect l="l" t="t" r="r" b="b"/>
              <a:pathLst>
                <a:path w="620" h="1164" extrusionOk="0">
                  <a:moveTo>
                    <a:pt x="48" y="1"/>
                  </a:moveTo>
                  <a:cubicBezTo>
                    <a:pt x="34" y="1"/>
                    <a:pt x="19" y="6"/>
                    <a:pt x="12" y="20"/>
                  </a:cubicBezTo>
                  <a:cubicBezTo>
                    <a:pt x="0" y="44"/>
                    <a:pt x="12" y="68"/>
                    <a:pt x="36" y="80"/>
                  </a:cubicBezTo>
                  <a:cubicBezTo>
                    <a:pt x="36" y="80"/>
                    <a:pt x="500" y="354"/>
                    <a:pt x="524" y="1116"/>
                  </a:cubicBezTo>
                  <a:cubicBezTo>
                    <a:pt x="524" y="1140"/>
                    <a:pt x="548" y="1163"/>
                    <a:pt x="572" y="1163"/>
                  </a:cubicBezTo>
                  <a:lnTo>
                    <a:pt x="584" y="1163"/>
                  </a:lnTo>
                  <a:cubicBezTo>
                    <a:pt x="596" y="1151"/>
                    <a:pt x="619" y="1140"/>
                    <a:pt x="619" y="1116"/>
                  </a:cubicBezTo>
                  <a:cubicBezTo>
                    <a:pt x="584" y="294"/>
                    <a:pt x="96" y="20"/>
                    <a:pt x="72" y="8"/>
                  </a:cubicBezTo>
                  <a:cubicBezTo>
                    <a:pt x="67" y="4"/>
                    <a:pt x="58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3"/>
            <p:cNvSpPr/>
            <p:nvPr/>
          </p:nvSpPr>
          <p:spPr>
            <a:xfrm>
              <a:off x="3954050" y="2332225"/>
              <a:ext cx="16100" cy="25350"/>
            </a:xfrm>
            <a:custGeom>
              <a:avLst/>
              <a:gdLst/>
              <a:ahLst/>
              <a:cxnLst/>
              <a:rect l="l" t="t" r="r" b="b"/>
              <a:pathLst>
                <a:path w="644" h="1014" extrusionOk="0">
                  <a:moveTo>
                    <a:pt x="310" y="85"/>
                  </a:moveTo>
                  <a:cubicBezTo>
                    <a:pt x="370" y="85"/>
                    <a:pt x="394" y="109"/>
                    <a:pt x="405" y="121"/>
                  </a:cubicBezTo>
                  <a:cubicBezTo>
                    <a:pt x="501" y="252"/>
                    <a:pt x="405" y="633"/>
                    <a:pt x="334" y="859"/>
                  </a:cubicBezTo>
                  <a:cubicBezTo>
                    <a:pt x="251" y="645"/>
                    <a:pt x="132" y="288"/>
                    <a:pt x="215" y="145"/>
                  </a:cubicBezTo>
                  <a:cubicBezTo>
                    <a:pt x="227" y="121"/>
                    <a:pt x="251" y="97"/>
                    <a:pt x="286" y="97"/>
                  </a:cubicBezTo>
                  <a:cubicBezTo>
                    <a:pt x="286" y="85"/>
                    <a:pt x="298" y="85"/>
                    <a:pt x="310" y="85"/>
                  </a:cubicBezTo>
                  <a:close/>
                  <a:moveTo>
                    <a:pt x="339" y="0"/>
                  </a:moveTo>
                  <a:cubicBezTo>
                    <a:pt x="330" y="0"/>
                    <a:pt x="320" y="1"/>
                    <a:pt x="310" y="2"/>
                  </a:cubicBezTo>
                  <a:cubicBezTo>
                    <a:pt x="227" y="2"/>
                    <a:pt x="167" y="38"/>
                    <a:pt x="132" y="97"/>
                  </a:cubicBezTo>
                  <a:cubicBezTo>
                    <a:pt x="1" y="335"/>
                    <a:pt x="263" y="919"/>
                    <a:pt x="298" y="990"/>
                  </a:cubicBezTo>
                  <a:cubicBezTo>
                    <a:pt x="310" y="1002"/>
                    <a:pt x="322" y="1014"/>
                    <a:pt x="346" y="1014"/>
                  </a:cubicBezTo>
                  <a:cubicBezTo>
                    <a:pt x="358" y="1014"/>
                    <a:pt x="370" y="1002"/>
                    <a:pt x="382" y="990"/>
                  </a:cubicBezTo>
                  <a:cubicBezTo>
                    <a:pt x="405" y="919"/>
                    <a:pt x="644" y="288"/>
                    <a:pt x="477" y="73"/>
                  </a:cubicBezTo>
                  <a:cubicBezTo>
                    <a:pt x="456" y="42"/>
                    <a:pt x="41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3"/>
            <p:cNvSpPr/>
            <p:nvPr/>
          </p:nvSpPr>
          <p:spPr>
            <a:xfrm>
              <a:off x="3961500" y="2342375"/>
              <a:ext cx="23525" cy="15500"/>
            </a:xfrm>
            <a:custGeom>
              <a:avLst/>
              <a:gdLst/>
              <a:ahLst/>
              <a:cxnLst/>
              <a:rect l="l" t="t" r="r" b="b"/>
              <a:pathLst>
                <a:path w="941" h="620" extrusionOk="0">
                  <a:moveTo>
                    <a:pt x="706" y="91"/>
                  </a:moveTo>
                  <a:cubicBezTo>
                    <a:pt x="712" y="91"/>
                    <a:pt x="719" y="92"/>
                    <a:pt x="727" y="96"/>
                  </a:cubicBezTo>
                  <a:cubicBezTo>
                    <a:pt x="762" y="96"/>
                    <a:pt x="798" y="108"/>
                    <a:pt x="822" y="156"/>
                  </a:cubicBezTo>
                  <a:cubicBezTo>
                    <a:pt x="858" y="203"/>
                    <a:pt x="846" y="239"/>
                    <a:pt x="834" y="263"/>
                  </a:cubicBezTo>
                  <a:cubicBezTo>
                    <a:pt x="762" y="406"/>
                    <a:pt x="381" y="489"/>
                    <a:pt x="143" y="525"/>
                  </a:cubicBezTo>
                  <a:cubicBezTo>
                    <a:pt x="274" y="370"/>
                    <a:pt x="512" y="132"/>
                    <a:pt x="667" y="96"/>
                  </a:cubicBezTo>
                  <a:cubicBezTo>
                    <a:pt x="683" y="96"/>
                    <a:pt x="693" y="91"/>
                    <a:pt x="706" y="91"/>
                  </a:cubicBezTo>
                  <a:close/>
                  <a:moveTo>
                    <a:pt x="729" y="1"/>
                  </a:moveTo>
                  <a:cubicBezTo>
                    <a:pt x="455" y="1"/>
                    <a:pt x="47" y="490"/>
                    <a:pt x="12" y="548"/>
                  </a:cubicBezTo>
                  <a:cubicBezTo>
                    <a:pt x="0" y="560"/>
                    <a:pt x="0" y="584"/>
                    <a:pt x="0" y="596"/>
                  </a:cubicBezTo>
                  <a:cubicBezTo>
                    <a:pt x="12" y="608"/>
                    <a:pt x="24" y="620"/>
                    <a:pt x="48" y="620"/>
                  </a:cubicBezTo>
                  <a:cubicBezTo>
                    <a:pt x="84" y="620"/>
                    <a:pt x="250" y="596"/>
                    <a:pt x="429" y="560"/>
                  </a:cubicBezTo>
                  <a:cubicBezTo>
                    <a:pt x="631" y="501"/>
                    <a:pt x="846" y="429"/>
                    <a:pt x="905" y="298"/>
                  </a:cubicBezTo>
                  <a:cubicBezTo>
                    <a:pt x="929" y="263"/>
                    <a:pt x="941" y="191"/>
                    <a:pt x="893" y="108"/>
                  </a:cubicBezTo>
                  <a:cubicBezTo>
                    <a:pt x="858" y="48"/>
                    <a:pt x="798" y="13"/>
                    <a:pt x="738" y="1"/>
                  </a:cubicBezTo>
                  <a:cubicBezTo>
                    <a:pt x="735" y="1"/>
                    <a:pt x="732" y="1"/>
                    <a:pt x="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3"/>
            <p:cNvSpPr/>
            <p:nvPr/>
          </p:nvSpPr>
          <p:spPr>
            <a:xfrm>
              <a:off x="3681100" y="2178375"/>
              <a:ext cx="397400" cy="220100"/>
            </a:xfrm>
            <a:custGeom>
              <a:avLst/>
              <a:gdLst/>
              <a:ahLst/>
              <a:cxnLst/>
              <a:rect l="l" t="t" r="r" b="b"/>
              <a:pathLst>
                <a:path w="15896" h="8804" extrusionOk="0">
                  <a:moveTo>
                    <a:pt x="12335" y="0"/>
                  </a:moveTo>
                  <a:lnTo>
                    <a:pt x="4882" y="5311"/>
                  </a:lnTo>
                  <a:cubicBezTo>
                    <a:pt x="4882" y="5311"/>
                    <a:pt x="1830" y="2746"/>
                    <a:pt x="863" y="2746"/>
                  </a:cubicBezTo>
                  <a:cubicBezTo>
                    <a:pt x="795" y="2746"/>
                    <a:pt x="737" y="2759"/>
                    <a:pt x="691" y="2787"/>
                  </a:cubicBezTo>
                  <a:cubicBezTo>
                    <a:pt x="1" y="3215"/>
                    <a:pt x="3001" y="7180"/>
                    <a:pt x="3001" y="7180"/>
                  </a:cubicBezTo>
                  <a:cubicBezTo>
                    <a:pt x="3001" y="7180"/>
                    <a:pt x="3473" y="8804"/>
                    <a:pt x="4446" y="8804"/>
                  </a:cubicBezTo>
                  <a:cubicBezTo>
                    <a:pt x="4793" y="8804"/>
                    <a:pt x="5204" y="8597"/>
                    <a:pt x="5680" y="8037"/>
                  </a:cubicBezTo>
                  <a:lnTo>
                    <a:pt x="15895" y="2358"/>
                  </a:lnTo>
                  <a:lnTo>
                    <a:pt x="12335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3"/>
            <p:cNvSpPr/>
            <p:nvPr/>
          </p:nvSpPr>
          <p:spPr>
            <a:xfrm>
              <a:off x="3695975" y="2241775"/>
              <a:ext cx="50925" cy="46150"/>
            </a:xfrm>
            <a:custGeom>
              <a:avLst/>
              <a:gdLst/>
              <a:ahLst/>
              <a:cxnLst/>
              <a:rect l="l" t="t" r="r" b="b"/>
              <a:pathLst>
                <a:path w="2037" h="1846" extrusionOk="0">
                  <a:moveTo>
                    <a:pt x="120" y="0"/>
                  </a:moveTo>
                  <a:cubicBezTo>
                    <a:pt x="120" y="0"/>
                    <a:pt x="1" y="155"/>
                    <a:pt x="787" y="1846"/>
                  </a:cubicBezTo>
                  <a:cubicBezTo>
                    <a:pt x="1311" y="1655"/>
                    <a:pt x="1751" y="1310"/>
                    <a:pt x="2037" y="870"/>
                  </a:cubicBezTo>
                  <a:cubicBezTo>
                    <a:pt x="834" y="48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3"/>
            <p:cNvSpPr/>
            <p:nvPr/>
          </p:nvSpPr>
          <p:spPr>
            <a:xfrm>
              <a:off x="3715625" y="2263500"/>
              <a:ext cx="113725" cy="136950"/>
            </a:xfrm>
            <a:custGeom>
              <a:avLst/>
              <a:gdLst/>
              <a:ahLst/>
              <a:cxnLst/>
              <a:rect l="l" t="t" r="r" b="b"/>
              <a:pathLst>
                <a:path w="4549" h="5478" extrusionOk="0">
                  <a:moveTo>
                    <a:pt x="1251" y="1"/>
                  </a:moveTo>
                  <a:cubicBezTo>
                    <a:pt x="965" y="441"/>
                    <a:pt x="525" y="786"/>
                    <a:pt x="1" y="977"/>
                  </a:cubicBezTo>
                  <a:cubicBezTo>
                    <a:pt x="203" y="1406"/>
                    <a:pt x="465" y="1941"/>
                    <a:pt x="810" y="2596"/>
                  </a:cubicBezTo>
                  <a:cubicBezTo>
                    <a:pt x="2175" y="5238"/>
                    <a:pt x="3013" y="5477"/>
                    <a:pt x="3272" y="5477"/>
                  </a:cubicBezTo>
                  <a:cubicBezTo>
                    <a:pt x="3329" y="5477"/>
                    <a:pt x="3358" y="5466"/>
                    <a:pt x="3358" y="5466"/>
                  </a:cubicBezTo>
                  <a:cubicBezTo>
                    <a:pt x="4156" y="5013"/>
                    <a:pt x="4501" y="4525"/>
                    <a:pt x="4549" y="4513"/>
                  </a:cubicBezTo>
                  <a:cubicBezTo>
                    <a:pt x="2858" y="3525"/>
                    <a:pt x="2703" y="1191"/>
                    <a:pt x="2703" y="1191"/>
                  </a:cubicBezTo>
                  <a:cubicBezTo>
                    <a:pt x="2168" y="679"/>
                    <a:pt x="1680" y="286"/>
                    <a:pt x="12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3"/>
            <p:cNvSpPr/>
            <p:nvPr/>
          </p:nvSpPr>
          <p:spPr>
            <a:xfrm>
              <a:off x="3687050" y="2241775"/>
              <a:ext cx="112550" cy="164025"/>
            </a:xfrm>
            <a:custGeom>
              <a:avLst/>
              <a:gdLst/>
              <a:ahLst/>
              <a:cxnLst/>
              <a:rect l="l" t="t" r="r" b="b"/>
              <a:pathLst>
                <a:path w="4502" h="6561" extrusionOk="0">
                  <a:moveTo>
                    <a:pt x="477" y="0"/>
                  </a:moveTo>
                  <a:cubicBezTo>
                    <a:pt x="251" y="60"/>
                    <a:pt x="132" y="167"/>
                    <a:pt x="132" y="167"/>
                  </a:cubicBezTo>
                  <a:cubicBezTo>
                    <a:pt x="132" y="167"/>
                    <a:pt x="1" y="715"/>
                    <a:pt x="1656" y="3429"/>
                  </a:cubicBezTo>
                  <a:cubicBezTo>
                    <a:pt x="3132" y="5858"/>
                    <a:pt x="3977" y="6561"/>
                    <a:pt x="3977" y="6561"/>
                  </a:cubicBezTo>
                  <a:cubicBezTo>
                    <a:pt x="4168" y="6489"/>
                    <a:pt x="4335" y="6418"/>
                    <a:pt x="4501" y="6335"/>
                  </a:cubicBezTo>
                  <a:cubicBezTo>
                    <a:pt x="3454" y="5299"/>
                    <a:pt x="1680" y="3215"/>
                    <a:pt x="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3745100" y="2274525"/>
              <a:ext cx="19375" cy="27025"/>
            </a:xfrm>
            <a:custGeom>
              <a:avLst/>
              <a:gdLst/>
              <a:ahLst/>
              <a:cxnLst/>
              <a:rect l="l" t="t" r="r" b="b"/>
              <a:pathLst>
                <a:path w="775" h="1081" extrusionOk="0">
                  <a:moveTo>
                    <a:pt x="727" y="0"/>
                  </a:moveTo>
                  <a:cubicBezTo>
                    <a:pt x="703" y="0"/>
                    <a:pt x="679" y="24"/>
                    <a:pt x="679" y="48"/>
                  </a:cubicBezTo>
                  <a:cubicBezTo>
                    <a:pt x="679" y="72"/>
                    <a:pt x="679" y="679"/>
                    <a:pt x="36" y="1000"/>
                  </a:cubicBezTo>
                  <a:cubicBezTo>
                    <a:pt x="12" y="1012"/>
                    <a:pt x="0" y="1036"/>
                    <a:pt x="12" y="1060"/>
                  </a:cubicBezTo>
                  <a:cubicBezTo>
                    <a:pt x="12" y="1060"/>
                    <a:pt x="12" y="1060"/>
                    <a:pt x="24" y="1072"/>
                  </a:cubicBezTo>
                  <a:cubicBezTo>
                    <a:pt x="30" y="1078"/>
                    <a:pt x="36" y="1081"/>
                    <a:pt x="44" y="1081"/>
                  </a:cubicBezTo>
                  <a:cubicBezTo>
                    <a:pt x="51" y="1081"/>
                    <a:pt x="60" y="1078"/>
                    <a:pt x="72" y="1072"/>
                  </a:cubicBezTo>
                  <a:cubicBezTo>
                    <a:pt x="762" y="738"/>
                    <a:pt x="774" y="48"/>
                    <a:pt x="774" y="48"/>
                  </a:cubicBezTo>
                  <a:cubicBezTo>
                    <a:pt x="774" y="24"/>
                    <a:pt x="751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3"/>
            <p:cNvSpPr/>
            <p:nvPr/>
          </p:nvSpPr>
          <p:spPr>
            <a:xfrm>
              <a:off x="3757900" y="2285525"/>
              <a:ext cx="19375" cy="26725"/>
            </a:xfrm>
            <a:custGeom>
              <a:avLst/>
              <a:gdLst/>
              <a:ahLst/>
              <a:cxnLst/>
              <a:rect l="l" t="t" r="r" b="b"/>
              <a:pathLst>
                <a:path w="775" h="1069" extrusionOk="0">
                  <a:moveTo>
                    <a:pt x="727" y="1"/>
                  </a:moveTo>
                  <a:cubicBezTo>
                    <a:pt x="703" y="1"/>
                    <a:pt x="679" y="25"/>
                    <a:pt x="679" y="48"/>
                  </a:cubicBezTo>
                  <a:cubicBezTo>
                    <a:pt x="679" y="48"/>
                    <a:pt x="679" y="596"/>
                    <a:pt x="24" y="989"/>
                  </a:cubicBezTo>
                  <a:cubicBezTo>
                    <a:pt x="0" y="1001"/>
                    <a:pt x="0" y="1025"/>
                    <a:pt x="12" y="1048"/>
                  </a:cubicBezTo>
                  <a:cubicBezTo>
                    <a:pt x="19" y="1062"/>
                    <a:pt x="30" y="1068"/>
                    <a:pt x="43" y="1068"/>
                  </a:cubicBezTo>
                  <a:cubicBezTo>
                    <a:pt x="52" y="1068"/>
                    <a:pt x="62" y="1065"/>
                    <a:pt x="72" y="1060"/>
                  </a:cubicBezTo>
                  <a:cubicBezTo>
                    <a:pt x="762" y="632"/>
                    <a:pt x="774" y="72"/>
                    <a:pt x="774" y="48"/>
                  </a:cubicBezTo>
                  <a:cubicBezTo>
                    <a:pt x="774" y="25"/>
                    <a:pt x="751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3"/>
            <p:cNvSpPr/>
            <p:nvPr/>
          </p:nvSpPr>
          <p:spPr>
            <a:xfrm>
              <a:off x="3772775" y="2279875"/>
              <a:ext cx="23250" cy="16100"/>
            </a:xfrm>
            <a:custGeom>
              <a:avLst/>
              <a:gdLst/>
              <a:ahLst/>
              <a:cxnLst/>
              <a:rect l="l" t="t" r="r" b="b"/>
              <a:pathLst>
                <a:path w="930" h="644" extrusionOk="0">
                  <a:moveTo>
                    <a:pt x="715" y="84"/>
                  </a:moveTo>
                  <a:cubicBezTo>
                    <a:pt x="739" y="84"/>
                    <a:pt x="763" y="96"/>
                    <a:pt x="787" y="120"/>
                  </a:cubicBezTo>
                  <a:cubicBezTo>
                    <a:pt x="798" y="131"/>
                    <a:pt x="798" y="131"/>
                    <a:pt x="810" y="143"/>
                  </a:cubicBezTo>
                  <a:cubicBezTo>
                    <a:pt x="846" y="191"/>
                    <a:pt x="834" y="227"/>
                    <a:pt x="822" y="251"/>
                  </a:cubicBezTo>
                  <a:cubicBezTo>
                    <a:pt x="763" y="393"/>
                    <a:pt x="382" y="501"/>
                    <a:pt x="156" y="536"/>
                  </a:cubicBezTo>
                  <a:cubicBezTo>
                    <a:pt x="286" y="358"/>
                    <a:pt x="548" y="84"/>
                    <a:pt x="715" y="84"/>
                  </a:cubicBezTo>
                  <a:close/>
                  <a:moveTo>
                    <a:pt x="706" y="0"/>
                  </a:moveTo>
                  <a:cubicBezTo>
                    <a:pt x="433" y="0"/>
                    <a:pt x="60" y="525"/>
                    <a:pt x="13" y="584"/>
                  </a:cubicBezTo>
                  <a:cubicBezTo>
                    <a:pt x="1" y="596"/>
                    <a:pt x="1" y="608"/>
                    <a:pt x="13" y="632"/>
                  </a:cubicBezTo>
                  <a:cubicBezTo>
                    <a:pt x="25" y="643"/>
                    <a:pt x="36" y="643"/>
                    <a:pt x="48" y="643"/>
                  </a:cubicBezTo>
                  <a:cubicBezTo>
                    <a:pt x="132" y="632"/>
                    <a:pt x="798" y="524"/>
                    <a:pt x="906" y="286"/>
                  </a:cubicBezTo>
                  <a:cubicBezTo>
                    <a:pt x="918" y="239"/>
                    <a:pt x="929" y="179"/>
                    <a:pt x="882" y="96"/>
                  </a:cubicBezTo>
                  <a:cubicBezTo>
                    <a:pt x="834" y="36"/>
                    <a:pt x="775" y="0"/>
                    <a:pt x="715" y="0"/>
                  </a:cubicBezTo>
                  <a:cubicBezTo>
                    <a:pt x="712" y="0"/>
                    <a:pt x="7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3772475" y="2294050"/>
              <a:ext cx="22950" cy="16525"/>
            </a:xfrm>
            <a:custGeom>
              <a:avLst/>
              <a:gdLst/>
              <a:ahLst/>
              <a:cxnLst/>
              <a:rect l="l" t="t" r="r" b="b"/>
              <a:pathLst>
                <a:path w="918" h="661" extrusionOk="0">
                  <a:moveTo>
                    <a:pt x="156" y="100"/>
                  </a:moveTo>
                  <a:lnTo>
                    <a:pt x="156" y="100"/>
                  </a:lnTo>
                  <a:cubicBezTo>
                    <a:pt x="358" y="148"/>
                    <a:pt x="668" y="231"/>
                    <a:pt x="775" y="350"/>
                  </a:cubicBezTo>
                  <a:cubicBezTo>
                    <a:pt x="799" y="362"/>
                    <a:pt x="810" y="386"/>
                    <a:pt x="810" y="398"/>
                  </a:cubicBezTo>
                  <a:cubicBezTo>
                    <a:pt x="834" y="434"/>
                    <a:pt x="822" y="469"/>
                    <a:pt x="799" y="517"/>
                  </a:cubicBezTo>
                  <a:cubicBezTo>
                    <a:pt x="775" y="565"/>
                    <a:pt x="739" y="576"/>
                    <a:pt x="715" y="576"/>
                  </a:cubicBezTo>
                  <a:cubicBezTo>
                    <a:pt x="560" y="576"/>
                    <a:pt x="298" y="291"/>
                    <a:pt x="156" y="100"/>
                  </a:cubicBezTo>
                  <a:close/>
                  <a:moveTo>
                    <a:pt x="47" y="0"/>
                  </a:moveTo>
                  <a:cubicBezTo>
                    <a:pt x="36" y="0"/>
                    <a:pt x="21" y="8"/>
                    <a:pt x="13" y="17"/>
                  </a:cubicBezTo>
                  <a:cubicBezTo>
                    <a:pt x="1" y="29"/>
                    <a:pt x="1" y="53"/>
                    <a:pt x="13" y="65"/>
                  </a:cubicBezTo>
                  <a:cubicBezTo>
                    <a:pt x="37" y="100"/>
                    <a:pt x="132" y="231"/>
                    <a:pt x="263" y="374"/>
                  </a:cubicBezTo>
                  <a:cubicBezTo>
                    <a:pt x="400" y="512"/>
                    <a:pt x="560" y="660"/>
                    <a:pt x="699" y="660"/>
                  </a:cubicBezTo>
                  <a:cubicBezTo>
                    <a:pt x="705" y="660"/>
                    <a:pt x="710" y="660"/>
                    <a:pt x="715" y="660"/>
                  </a:cubicBezTo>
                  <a:cubicBezTo>
                    <a:pt x="763" y="660"/>
                    <a:pt x="834" y="636"/>
                    <a:pt x="882" y="565"/>
                  </a:cubicBezTo>
                  <a:cubicBezTo>
                    <a:pt x="918" y="493"/>
                    <a:pt x="918" y="422"/>
                    <a:pt x="894" y="362"/>
                  </a:cubicBezTo>
                  <a:cubicBezTo>
                    <a:pt x="775" y="112"/>
                    <a:pt x="132" y="5"/>
                    <a:pt x="60" y="5"/>
                  </a:cubicBezTo>
                  <a:cubicBezTo>
                    <a:pt x="57" y="1"/>
                    <a:pt x="52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4342500" y="1847550"/>
              <a:ext cx="156575" cy="180950"/>
            </a:xfrm>
            <a:custGeom>
              <a:avLst/>
              <a:gdLst/>
              <a:ahLst/>
              <a:cxnLst/>
              <a:rect l="l" t="t" r="r" b="b"/>
              <a:pathLst>
                <a:path w="6263" h="7238" extrusionOk="0">
                  <a:moveTo>
                    <a:pt x="2427" y="1"/>
                  </a:moveTo>
                  <a:cubicBezTo>
                    <a:pt x="1484" y="1"/>
                    <a:pt x="798" y="827"/>
                    <a:pt x="798" y="827"/>
                  </a:cubicBezTo>
                  <a:cubicBezTo>
                    <a:pt x="0" y="2089"/>
                    <a:pt x="1227" y="7030"/>
                    <a:pt x="1227" y="7030"/>
                  </a:cubicBezTo>
                  <a:cubicBezTo>
                    <a:pt x="1661" y="7181"/>
                    <a:pt x="2181" y="7238"/>
                    <a:pt x="2720" y="7238"/>
                  </a:cubicBezTo>
                  <a:cubicBezTo>
                    <a:pt x="4400" y="7238"/>
                    <a:pt x="6263" y="6685"/>
                    <a:pt x="6263" y="6685"/>
                  </a:cubicBezTo>
                  <a:cubicBezTo>
                    <a:pt x="6084" y="6197"/>
                    <a:pt x="5132" y="1077"/>
                    <a:pt x="3132" y="160"/>
                  </a:cubicBezTo>
                  <a:cubicBezTo>
                    <a:pt x="2886" y="47"/>
                    <a:pt x="2650" y="1"/>
                    <a:pt x="2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4281175" y="1828925"/>
              <a:ext cx="196475" cy="200350"/>
            </a:xfrm>
            <a:custGeom>
              <a:avLst/>
              <a:gdLst/>
              <a:ahLst/>
              <a:cxnLst/>
              <a:rect l="l" t="t" r="r" b="b"/>
              <a:pathLst>
                <a:path w="7859" h="8014" extrusionOk="0">
                  <a:moveTo>
                    <a:pt x="3882" y="1"/>
                  </a:moveTo>
                  <a:cubicBezTo>
                    <a:pt x="1608" y="274"/>
                    <a:pt x="1" y="5466"/>
                    <a:pt x="1" y="5466"/>
                  </a:cubicBezTo>
                  <a:cubicBezTo>
                    <a:pt x="882" y="7132"/>
                    <a:pt x="3894" y="8013"/>
                    <a:pt x="3894" y="8013"/>
                  </a:cubicBezTo>
                  <a:cubicBezTo>
                    <a:pt x="5406" y="7049"/>
                    <a:pt x="7859" y="4275"/>
                    <a:pt x="6049" y="1108"/>
                  </a:cubicBezTo>
                  <a:lnTo>
                    <a:pt x="38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3806425" y="2071450"/>
              <a:ext cx="665575" cy="313925"/>
            </a:xfrm>
            <a:custGeom>
              <a:avLst/>
              <a:gdLst/>
              <a:ahLst/>
              <a:cxnLst/>
              <a:rect l="l" t="t" r="r" b="b"/>
              <a:pathLst>
                <a:path w="26623" h="12557" extrusionOk="0">
                  <a:moveTo>
                    <a:pt x="12531" y="1"/>
                  </a:moveTo>
                  <a:cubicBezTo>
                    <a:pt x="9775" y="1"/>
                    <a:pt x="0" y="9016"/>
                    <a:pt x="0" y="9016"/>
                  </a:cubicBezTo>
                  <a:cubicBezTo>
                    <a:pt x="0" y="9016"/>
                    <a:pt x="0" y="11874"/>
                    <a:pt x="2405" y="11909"/>
                  </a:cubicBezTo>
                  <a:cubicBezTo>
                    <a:pt x="2405" y="11909"/>
                    <a:pt x="8680" y="9278"/>
                    <a:pt x="10347" y="7575"/>
                  </a:cubicBezTo>
                  <a:cubicBezTo>
                    <a:pt x="10347" y="7575"/>
                    <a:pt x="14534" y="12557"/>
                    <a:pt x="19619" y="12557"/>
                  </a:cubicBezTo>
                  <a:cubicBezTo>
                    <a:pt x="19707" y="12557"/>
                    <a:pt x="19795" y="12555"/>
                    <a:pt x="19884" y="12552"/>
                  </a:cubicBezTo>
                  <a:cubicBezTo>
                    <a:pt x="25087" y="12386"/>
                    <a:pt x="26456" y="9361"/>
                    <a:pt x="26623" y="8790"/>
                  </a:cubicBezTo>
                  <a:lnTo>
                    <a:pt x="18205" y="3754"/>
                  </a:lnTo>
                  <a:cubicBezTo>
                    <a:pt x="18205" y="3754"/>
                    <a:pt x="15264" y="182"/>
                    <a:pt x="12609" y="3"/>
                  </a:cubicBezTo>
                  <a:cubicBezTo>
                    <a:pt x="12583" y="1"/>
                    <a:pt x="12557" y="1"/>
                    <a:pt x="12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257513" y="1853678"/>
              <a:ext cx="263150" cy="445350"/>
            </a:xfrm>
            <a:custGeom>
              <a:avLst/>
              <a:gdLst/>
              <a:ahLst/>
              <a:cxnLst/>
              <a:rect l="l" t="t" r="r" b="b"/>
              <a:pathLst>
                <a:path w="10526" h="17814" extrusionOk="0">
                  <a:moveTo>
                    <a:pt x="6543" y="1"/>
                  </a:moveTo>
                  <a:cubicBezTo>
                    <a:pt x="6531" y="1"/>
                    <a:pt x="6525" y="2"/>
                    <a:pt x="6525" y="2"/>
                  </a:cubicBezTo>
                  <a:lnTo>
                    <a:pt x="2227" y="2240"/>
                  </a:lnTo>
                  <a:cubicBezTo>
                    <a:pt x="1025" y="4169"/>
                    <a:pt x="1" y="12122"/>
                    <a:pt x="1" y="12122"/>
                  </a:cubicBezTo>
                  <a:cubicBezTo>
                    <a:pt x="132" y="14325"/>
                    <a:pt x="3275" y="15122"/>
                    <a:pt x="5775" y="16063"/>
                  </a:cubicBezTo>
                  <a:cubicBezTo>
                    <a:pt x="7263" y="16623"/>
                    <a:pt x="8680" y="17813"/>
                    <a:pt x="8680" y="17813"/>
                  </a:cubicBezTo>
                  <a:cubicBezTo>
                    <a:pt x="8490" y="17563"/>
                    <a:pt x="10526" y="13515"/>
                    <a:pt x="9788" y="7348"/>
                  </a:cubicBezTo>
                  <a:cubicBezTo>
                    <a:pt x="8929" y="183"/>
                    <a:pt x="6762" y="1"/>
                    <a:pt x="6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4285350" y="2080925"/>
              <a:ext cx="111950" cy="121275"/>
            </a:xfrm>
            <a:custGeom>
              <a:avLst/>
              <a:gdLst/>
              <a:ahLst/>
              <a:cxnLst/>
              <a:rect l="l" t="t" r="r" b="b"/>
              <a:pathLst>
                <a:path w="4478" h="4851" extrusionOk="0">
                  <a:moveTo>
                    <a:pt x="43" y="0"/>
                  </a:moveTo>
                  <a:cubicBezTo>
                    <a:pt x="37" y="0"/>
                    <a:pt x="30" y="2"/>
                    <a:pt x="24" y="5"/>
                  </a:cubicBezTo>
                  <a:cubicBezTo>
                    <a:pt x="12" y="5"/>
                    <a:pt x="0" y="29"/>
                    <a:pt x="12" y="53"/>
                  </a:cubicBezTo>
                  <a:cubicBezTo>
                    <a:pt x="810" y="2124"/>
                    <a:pt x="2417" y="3875"/>
                    <a:pt x="4418" y="4851"/>
                  </a:cubicBezTo>
                  <a:lnTo>
                    <a:pt x="4429" y="4851"/>
                  </a:lnTo>
                  <a:cubicBezTo>
                    <a:pt x="4441" y="4851"/>
                    <a:pt x="4453" y="4851"/>
                    <a:pt x="4465" y="4827"/>
                  </a:cubicBezTo>
                  <a:cubicBezTo>
                    <a:pt x="4477" y="4815"/>
                    <a:pt x="4465" y="4791"/>
                    <a:pt x="4453" y="4780"/>
                  </a:cubicBezTo>
                  <a:cubicBezTo>
                    <a:pt x="2465" y="3815"/>
                    <a:pt x="869" y="2077"/>
                    <a:pt x="84" y="29"/>
                  </a:cubicBezTo>
                  <a:cubicBezTo>
                    <a:pt x="75" y="11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4352025" y="2091650"/>
              <a:ext cx="44675" cy="78700"/>
            </a:xfrm>
            <a:custGeom>
              <a:avLst/>
              <a:gdLst/>
              <a:ahLst/>
              <a:cxnLst/>
              <a:rect l="l" t="t" r="r" b="b"/>
              <a:pathLst>
                <a:path w="1787" h="3148" extrusionOk="0">
                  <a:moveTo>
                    <a:pt x="55" y="0"/>
                  </a:moveTo>
                  <a:cubicBezTo>
                    <a:pt x="49" y="0"/>
                    <a:pt x="42" y="2"/>
                    <a:pt x="36" y="5"/>
                  </a:cubicBezTo>
                  <a:cubicBezTo>
                    <a:pt x="12" y="5"/>
                    <a:pt x="0" y="29"/>
                    <a:pt x="12" y="52"/>
                  </a:cubicBezTo>
                  <a:cubicBezTo>
                    <a:pt x="381" y="1160"/>
                    <a:pt x="965" y="2231"/>
                    <a:pt x="1715" y="3124"/>
                  </a:cubicBezTo>
                  <a:cubicBezTo>
                    <a:pt x="1727" y="3136"/>
                    <a:pt x="1739" y="3148"/>
                    <a:pt x="1751" y="3148"/>
                  </a:cubicBezTo>
                  <a:cubicBezTo>
                    <a:pt x="1751" y="3148"/>
                    <a:pt x="1762" y="3136"/>
                    <a:pt x="1774" y="3136"/>
                  </a:cubicBezTo>
                  <a:cubicBezTo>
                    <a:pt x="1786" y="3124"/>
                    <a:pt x="1786" y="3100"/>
                    <a:pt x="1774" y="3077"/>
                  </a:cubicBezTo>
                  <a:cubicBezTo>
                    <a:pt x="1036" y="2184"/>
                    <a:pt x="453" y="1124"/>
                    <a:pt x="84" y="29"/>
                  </a:cubicBezTo>
                  <a:cubicBezTo>
                    <a:pt x="84" y="11"/>
                    <a:pt x="71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4129975" y="1850950"/>
              <a:ext cx="214925" cy="112675"/>
            </a:xfrm>
            <a:custGeom>
              <a:avLst/>
              <a:gdLst/>
              <a:ahLst/>
              <a:cxnLst/>
              <a:rect l="l" t="t" r="r" b="b"/>
              <a:pathLst>
                <a:path w="8597" h="4507" extrusionOk="0">
                  <a:moveTo>
                    <a:pt x="2548" y="1"/>
                  </a:moveTo>
                  <a:lnTo>
                    <a:pt x="0" y="2013"/>
                  </a:lnTo>
                  <a:cubicBezTo>
                    <a:pt x="0" y="2013"/>
                    <a:pt x="2691" y="3453"/>
                    <a:pt x="4394" y="4096"/>
                  </a:cubicBezTo>
                  <a:cubicBezTo>
                    <a:pt x="5177" y="4392"/>
                    <a:pt x="5893" y="4507"/>
                    <a:pt x="6459" y="4507"/>
                  </a:cubicBezTo>
                  <a:cubicBezTo>
                    <a:pt x="7123" y="4507"/>
                    <a:pt x="7581" y="4350"/>
                    <a:pt x="7704" y="4144"/>
                  </a:cubicBezTo>
                  <a:cubicBezTo>
                    <a:pt x="7918" y="3775"/>
                    <a:pt x="8597" y="1620"/>
                    <a:pt x="7846" y="1370"/>
                  </a:cubicBezTo>
                  <a:cubicBezTo>
                    <a:pt x="7791" y="1352"/>
                    <a:pt x="7736" y="1343"/>
                    <a:pt x="7683" y="1343"/>
                  </a:cubicBezTo>
                  <a:cubicBezTo>
                    <a:pt x="7012" y="1343"/>
                    <a:pt x="6572" y="2703"/>
                    <a:pt x="6572" y="2703"/>
                  </a:cubicBezTo>
                  <a:cubicBezTo>
                    <a:pt x="5370" y="1441"/>
                    <a:pt x="2548" y="1"/>
                    <a:pt x="25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4056750" y="1885475"/>
              <a:ext cx="239625" cy="144700"/>
            </a:xfrm>
            <a:custGeom>
              <a:avLst/>
              <a:gdLst/>
              <a:ahLst/>
              <a:cxnLst/>
              <a:rect l="l" t="t" r="r" b="b"/>
              <a:pathLst>
                <a:path w="9585" h="5788" extrusionOk="0">
                  <a:moveTo>
                    <a:pt x="4203" y="1"/>
                  </a:moveTo>
                  <a:lnTo>
                    <a:pt x="0" y="1918"/>
                  </a:lnTo>
                  <a:cubicBezTo>
                    <a:pt x="0" y="1918"/>
                    <a:pt x="905" y="3084"/>
                    <a:pt x="3894" y="4775"/>
                  </a:cubicBezTo>
                  <a:cubicBezTo>
                    <a:pt x="5269" y="5555"/>
                    <a:pt x="6221" y="5787"/>
                    <a:pt x="6870" y="5787"/>
                  </a:cubicBezTo>
                  <a:cubicBezTo>
                    <a:pt x="7519" y="5787"/>
                    <a:pt x="7864" y="5555"/>
                    <a:pt x="8025" y="5406"/>
                  </a:cubicBezTo>
                  <a:cubicBezTo>
                    <a:pt x="8335" y="5108"/>
                    <a:pt x="9585" y="3215"/>
                    <a:pt x="8918" y="2763"/>
                  </a:cubicBezTo>
                  <a:cubicBezTo>
                    <a:pt x="8825" y="2700"/>
                    <a:pt x="8727" y="2673"/>
                    <a:pt x="8627" y="2673"/>
                  </a:cubicBezTo>
                  <a:cubicBezTo>
                    <a:pt x="8013" y="2673"/>
                    <a:pt x="7335" y="3704"/>
                    <a:pt x="7335" y="3704"/>
                  </a:cubicBezTo>
                  <a:cubicBezTo>
                    <a:pt x="6513" y="2168"/>
                    <a:pt x="4203" y="1"/>
                    <a:pt x="4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4170450" y="1577675"/>
              <a:ext cx="45875" cy="72750"/>
            </a:xfrm>
            <a:custGeom>
              <a:avLst/>
              <a:gdLst/>
              <a:ahLst/>
              <a:cxnLst/>
              <a:rect l="l" t="t" r="r" b="b"/>
              <a:pathLst>
                <a:path w="1835" h="2910" extrusionOk="0">
                  <a:moveTo>
                    <a:pt x="901" y="0"/>
                  </a:moveTo>
                  <a:cubicBezTo>
                    <a:pt x="672" y="0"/>
                    <a:pt x="786" y="1026"/>
                    <a:pt x="786" y="1026"/>
                  </a:cubicBezTo>
                  <a:cubicBezTo>
                    <a:pt x="786" y="1026"/>
                    <a:pt x="589" y="192"/>
                    <a:pt x="401" y="192"/>
                  </a:cubicBezTo>
                  <a:cubicBezTo>
                    <a:pt x="399" y="192"/>
                    <a:pt x="396" y="192"/>
                    <a:pt x="393" y="192"/>
                  </a:cubicBezTo>
                  <a:cubicBezTo>
                    <a:pt x="203" y="216"/>
                    <a:pt x="489" y="1311"/>
                    <a:pt x="489" y="1311"/>
                  </a:cubicBezTo>
                  <a:cubicBezTo>
                    <a:pt x="489" y="1311"/>
                    <a:pt x="311" y="1026"/>
                    <a:pt x="186" y="1026"/>
                  </a:cubicBezTo>
                  <a:cubicBezTo>
                    <a:pt x="156" y="1026"/>
                    <a:pt x="129" y="1043"/>
                    <a:pt x="108" y="1085"/>
                  </a:cubicBezTo>
                  <a:cubicBezTo>
                    <a:pt x="0" y="1288"/>
                    <a:pt x="501" y="2014"/>
                    <a:pt x="501" y="2014"/>
                  </a:cubicBezTo>
                  <a:cubicBezTo>
                    <a:pt x="501" y="2014"/>
                    <a:pt x="358" y="2371"/>
                    <a:pt x="179" y="2907"/>
                  </a:cubicBezTo>
                  <a:cubicBezTo>
                    <a:pt x="237" y="2908"/>
                    <a:pt x="295" y="2909"/>
                    <a:pt x="353" y="2909"/>
                  </a:cubicBezTo>
                  <a:cubicBezTo>
                    <a:pt x="736" y="2909"/>
                    <a:pt x="1120" y="2877"/>
                    <a:pt x="1513" y="2835"/>
                  </a:cubicBezTo>
                  <a:cubicBezTo>
                    <a:pt x="1608" y="2240"/>
                    <a:pt x="1667" y="1859"/>
                    <a:pt x="1667" y="1859"/>
                  </a:cubicBezTo>
                  <a:cubicBezTo>
                    <a:pt x="1739" y="1371"/>
                    <a:pt x="1834" y="311"/>
                    <a:pt x="1667" y="276"/>
                  </a:cubicBezTo>
                  <a:cubicBezTo>
                    <a:pt x="1663" y="275"/>
                    <a:pt x="1659" y="274"/>
                    <a:pt x="1655" y="274"/>
                  </a:cubicBezTo>
                  <a:cubicBezTo>
                    <a:pt x="1495" y="274"/>
                    <a:pt x="1382" y="966"/>
                    <a:pt x="1382" y="966"/>
                  </a:cubicBezTo>
                  <a:cubicBezTo>
                    <a:pt x="1382" y="966"/>
                    <a:pt x="1465" y="85"/>
                    <a:pt x="1298" y="49"/>
                  </a:cubicBezTo>
                  <a:cubicBezTo>
                    <a:pt x="1296" y="49"/>
                    <a:pt x="1294" y="49"/>
                    <a:pt x="1292" y="49"/>
                  </a:cubicBezTo>
                  <a:cubicBezTo>
                    <a:pt x="1142" y="49"/>
                    <a:pt x="1084" y="954"/>
                    <a:pt x="1084" y="954"/>
                  </a:cubicBezTo>
                  <a:cubicBezTo>
                    <a:pt x="1084" y="954"/>
                    <a:pt x="1072" y="26"/>
                    <a:pt x="917" y="2"/>
                  </a:cubicBezTo>
                  <a:cubicBezTo>
                    <a:pt x="912" y="1"/>
                    <a:pt x="907" y="0"/>
                    <a:pt x="901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173725" y="1624975"/>
              <a:ext cx="46150" cy="24775"/>
            </a:xfrm>
            <a:custGeom>
              <a:avLst/>
              <a:gdLst/>
              <a:ahLst/>
              <a:cxnLst/>
              <a:rect l="l" t="t" r="r" b="b"/>
              <a:pathLst>
                <a:path w="1846" h="991" extrusionOk="0">
                  <a:moveTo>
                    <a:pt x="552" y="1"/>
                  </a:moveTo>
                  <a:cubicBezTo>
                    <a:pt x="412" y="1"/>
                    <a:pt x="291" y="21"/>
                    <a:pt x="215" y="74"/>
                  </a:cubicBezTo>
                  <a:cubicBezTo>
                    <a:pt x="215" y="74"/>
                    <a:pt x="131" y="300"/>
                    <a:pt x="0" y="646"/>
                  </a:cubicBezTo>
                  <a:cubicBezTo>
                    <a:pt x="584" y="789"/>
                    <a:pt x="1215" y="860"/>
                    <a:pt x="1810" y="991"/>
                  </a:cubicBezTo>
                  <a:cubicBezTo>
                    <a:pt x="1846" y="431"/>
                    <a:pt x="1786" y="253"/>
                    <a:pt x="1786" y="253"/>
                  </a:cubicBezTo>
                  <a:cubicBezTo>
                    <a:pt x="1786" y="253"/>
                    <a:pt x="1045" y="1"/>
                    <a:pt x="5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4140975" y="1641100"/>
              <a:ext cx="78025" cy="171175"/>
            </a:xfrm>
            <a:custGeom>
              <a:avLst/>
              <a:gdLst/>
              <a:ahLst/>
              <a:cxnLst/>
              <a:rect l="l" t="t" r="r" b="b"/>
              <a:pathLst>
                <a:path w="3121" h="6847" extrusionOk="0">
                  <a:moveTo>
                    <a:pt x="1310" y="1"/>
                  </a:moveTo>
                  <a:cubicBezTo>
                    <a:pt x="953" y="894"/>
                    <a:pt x="287" y="2596"/>
                    <a:pt x="1" y="3275"/>
                  </a:cubicBezTo>
                  <a:cubicBezTo>
                    <a:pt x="167" y="4394"/>
                    <a:pt x="882" y="5763"/>
                    <a:pt x="1227" y="6847"/>
                  </a:cubicBezTo>
                  <a:cubicBezTo>
                    <a:pt x="1608" y="6513"/>
                    <a:pt x="1787" y="5751"/>
                    <a:pt x="1953" y="5251"/>
                  </a:cubicBezTo>
                  <a:cubicBezTo>
                    <a:pt x="2811" y="2572"/>
                    <a:pt x="3061" y="1108"/>
                    <a:pt x="3120" y="346"/>
                  </a:cubicBezTo>
                  <a:cubicBezTo>
                    <a:pt x="2525" y="215"/>
                    <a:pt x="1894" y="144"/>
                    <a:pt x="1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4026675" y="1755100"/>
              <a:ext cx="188150" cy="167600"/>
            </a:xfrm>
            <a:custGeom>
              <a:avLst/>
              <a:gdLst/>
              <a:ahLst/>
              <a:cxnLst/>
              <a:rect l="l" t="t" r="r" b="b"/>
              <a:pathLst>
                <a:path w="7526" h="6704" extrusionOk="0">
                  <a:moveTo>
                    <a:pt x="1322" y="1"/>
                  </a:moveTo>
                  <a:cubicBezTo>
                    <a:pt x="1322" y="1"/>
                    <a:pt x="1" y="1108"/>
                    <a:pt x="453" y="4025"/>
                  </a:cubicBezTo>
                  <a:cubicBezTo>
                    <a:pt x="775" y="6073"/>
                    <a:pt x="1346" y="6704"/>
                    <a:pt x="1346" y="6704"/>
                  </a:cubicBezTo>
                  <a:cubicBezTo>
                    <a:pt x="1346" y="6704"/>
                    <a:pt x="7335" y="6525"/>
                    <a:pt x="7442" y="4478"/>
                  </a:cubicBezTo>
                  <a:cubicBezTo>
                    <a:pt x="7526" y="2823"/>
                    <a:pt x="5906" y="120"/>
                    <a:pt x="5906" y="120"/>
                  </a:cubicBezTo>
                  <a:lnTo>
                    <a:pt x="13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3938875" y="1558350"/>
              <a:ext cx="260775" cy="194475"/>
            </a:xfrm>
            <a:custGeom>
              <a:avLst/>
              <a:gdLst/>
              <a:ahLst/>
              <a:cxnLst/>
              <a:rect l="l" t="t" r="r" b="b"/>
              <a:pathLst>
                <a:path w="10431" h="7779" extrusionOk="0">
                  <a:moveTo>
                    <a:pt x="8311" y="1"/>
                  </a:moveTo>
                  <a:lnTo>
                    <a:pt x="3799" y="2156"/>
                  </a:lnTo>
                  <a:lnTo>
                    <a:pt x="143" y="2823"/>
                  </a:lnTo>
                  <a:cubicBezTo>
                    <a:pt x="143" y="2823"/>
                    <a:pt x="143" y="2906"/>
                    <a:pt x="143" y="3025"/>
                  </a:cubicBezTo>
                  <a:cubicBezTo>
                    <a:pt x="143" y="3215"/>
                    <a:pt x="155" y="3525"/>
                    <a:pt x="191" y="3882"/>
                  </a:cubicBezTo>
                  <a:cubicBezTo>
                    <a:pt x="191" y="3882"/>
                    <a:pt x="0" y="6180"/>
                    <a:pt x="572" y="6418"/>
                  </a:cubicBezTo>
                  <a:cubicBezTo>
                    <a:pt x="613" y="6438"/>
                    <a:pt x="653" y="6447"/>
                    <a:pt x="690" y="6447"/>
                  </a:cubicBezTo>
                  <a:cubicBezTo>
                    <a:pt x="836" y="6447"/>
                    <a:pt x="953" y="6310"/>
                    <a:pt x="1048" y="6121"/>
                  </a:cubicBezTo>
                  <a:cubicBezTo>
                    <a:pt x="1370" y="6823"/>
                    <a:pt x="1405" y="7430"/>
                    <a:pt x="1810" y="7430"/>
                  </a:cubicBezTo>
                  <a:cubicBezTo>
                    <a:pt x="2310" y="7406"/>
                    <a:pt x="2667" y="7216"/>
                    <a:pt x="2667" y="7216"/>
                  </a:cubicBezTo>
                  <a:cubicBezTo>
                    <a:pt x="2667" y="7216"/>
                    <a:pt x="3020" y="7778"/>
                    <a:pt x="3259" y="7778"/>
                  </a:cubicBezTo>
                  <a:cubicBezTo>
                    <a:pt x="3268" y="7778"/>
                    <a:pt x="3278" y="7777"/>
                    <a:pt x="3287" y="7776"/>
                  </a:cubicBezTo>
                  <a:cubicBezTo>
                    <a:pt x="3525" y="7716"/>
                    <a:pt x="3929" y="7037"/>
                    <a:pt x="3894" y="6728"/>
                  </a:cubicBezTo>
                  <a:cubicBezTo>
                    <a:pt x="3891" y="6697"/>
                    <a:pt x="3892" y="6683"/>
                    <a:pt x="3895" y="6683"/>
                  </a:cubicBezTo>
                  <a:cubicBezTo>
                    <a:pt x="3923" y="6683"/>
                    <a:pt x="4139" y="7586"/>
                    <a:pt x="4608" y="7586"/>
                  </a:cubicBezTo>
                  <a:cubicBezTo>
                    <a:pt x="4681" y="7586"/>
                    <a:pt x="4761" y="7564"/>
                    <a:pt x="4846" y="7514"/>
                  </a:cubicBezTo>
                  <a:cubicBezTo>
                    <a:pt x="5549" y="7085"/>
                    <a:pt x="7323" y="7073"/>
                    <a:pt x="7859" y="6335"/>
                  </a:cubicBezTo>
                  <a:cubicBezTo>
                    <a:pt x="8406" y="5597"/>
                    <a:pt x="7990" y="5240"/>
                    <a:pt x="7990" y="5240"/>
                  </a:cubicBezTo>
                  <a:lnTo>
                    <a:pt x="7990" y="5240"/>
                  </a:lnTo>
                  <a:cubicBezTo>
                    <a:pt x="7990" y="5240"/>
                    <a:pt x="8420" y="5558"/>
                    <a:pt x="8794" y="5558"/>
                  </a:cubicBezTo>
                  <a:cubicBezTo>
                    <a:pt x="8894" y="5558"/>
                    <a:pt x="8990" y="5535"/>
                    <a:pt x="9073" y="5478"/>
                  </a:cubicBezTo>
                  <a:cubicBezTo>
                    <a:pt x="9454" y="5204"/>
                    <a:pt x="8585" y="4239"/>
                    <a:pt x="8585" y="4239"/>
                  </a:cubicBezTo>
                  <a:lnTo>
                    <a:pt x="8585" y="4239"/>
                  </a:lnTo>
                  <a:cubicBezTo>
                    <a:pt x="8585" y="4239"/>
                    <a:pt x="8617" y="4241"/>
                    <a:pt x="8672" y="4241"/>
                  </a:cubicBezTo>
                  <a:cubicBezTo>
                    <a:pt x="8942" y="4241"/>
                    <a:pt x="9765" y="4208"/>
                    <a:pt x="10121" y="3823"/>
                  </a:cubicBezTo>
                  <a:cubicBezTo>
                    <a:pt x="10430" y="3489"/>
                    <a:pt x="9930" y="2596"/>
                    <a:pt x="9478" y="1906"/>
                  </a:cubicBezTo>
                  <a:cubicBezTo>
                    <a:pt x="9644" y="1834"/>
                    <a:pt x="9823" y="1739"/>
                    <a:pt x="9990" y="1632"/>
                  </a:cubicBezTo>
                  <a:cubicBezTo>
                    <a:pt x="10371" y="1394"/>
                    <a:pt x="8775" y="429"/>
                    <a:pt x="83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4079375" y="1727125"/>
              <a:ext cx="54775" cy="31300"/>
            </a:xfrm>
            <a:custGeom>
              <a:avLst/>
              <a:gdLst/>
              <a:ahLst/>
              <a:cxnLst/>
              <a:rect l="l" t="t" r="r" b="b"/>
              <a:pathLst>
                <a:path w="2191" h="1252" extrusionOk="0">
                  <a:moveTo>
                    <a:pt x="2155" y="1"/>
                  </a:moveTo>
                  <a:cubicBezTo>
                    <a:pt x="1560" y="477"/>
                    <a:pt x="738" y="703"/>
                    <a:pt x="0" y="786"/>
                  </a:cubicBezTo>
                  <a:lnTo>
                    <a:pt x="143" y="1144"/>
                  </a:lnTo>
                  <a:cubicBezTo>
                    <a:pt x="423" y="1216"/>
                    <a:pt x="675" y="1251"/>
                    <a:pt x="900" y="1251"/>
                  </a:cubicBezTo>
                  <a:cubicBezTo>
                    <a:pt x="1668" y="1251"/>
                    <a:pt x="2108" y="841"/>
                    <a:pt x="2191" y="132"/>
                  </a:cubicBezTo>
                  <a:lnTo>
                    <a:pt x="2155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069250" y="1700350"/>
              <a:ext cx="64025" cy="46450"/>
            </a:xfrm>
            <a:custGeom>
              <a:avLst/>
              <a:gdLst/>
              <a:ahLst/>
              <a:cxnLst/>
              <a:rect l="l" t="t" r="r" b="b"/>
              <a:pathLst>
                <a:path w="2561" h="1858" extrusionOk="0">
                  <a:moveTo>
                    <a:pt x="2239" y="0"/>
                  </a:moveTo>
                  <a:lnTo>
                    <a:pt x="0" y="845"/>
                  </a:lnTo>
                  <a:lnTo>
                    <a:pt x="405" y="1857"/>
                  </a:lnTo>
                  <a:cubicBezTo>
                    <a:pt x="1143" y="1774"/>
                    <a:pt x="1965" y="1548"/>
                    <a:pt x="2560" y="1072"/>
                  </a:cubicBezTo>
                  <a:lnTo>
                    <a:pt x="2239" y="0"/>
                  </a:ln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3960900" y="1546250"/>
              <a:ext cx="203925" cy="196100"/>
            </a:xfrm>
            <a:custGeom>
              <a:avLst/>
              <a:gdLst/>
              <a:ahLst/>
              <a:cxnLst/>
              <a:rect l="l" t="t" r="r" b="b"/>
              <a:pathLst>
                <a:path w="8157" h="7844" extrusionOk="0">
                  <a:moveTo>
                    <a:pt x="4814" y="0"/>
                  </a:moveTo>
                  <a:cubicBezTo>
                    <a:pt x="3861" y="0"/>
                    <a:pt x="2769" y="492"/>
                    <a:pt x="1751" y="1175"/>
                  </a:cubicBezTo>
                  <a:cubicBezTo>
                    <a:pt x="0" y="2330"/>
                    <a:pt x="286" y="4188"/>
                    <a:pt x="1524" y="6128"/>
                  </a:cubicBezTo>
                  <a:cubicBezTo>
                    <a:pt x="2315" y="7379"/>
                    <a:pt x="3338" y="7844"/>
                    <a:pt x="4360" y="7844"/>
                  </a:cubicBezTo>
                  <a:cubicBezTo>
                    <a:pt x="4924" y="7844"/>
                    <a:pt x="5488" y="7702"/>
                    <a:pt x="6013" y="7474"/>
                  </a:cubicBezTo>
                  <a:cubicBezTo>
                    <a:pt x="7573" y="6795"/>
                    <a:pt x="8156" y="5128"/>
                    <a:pt x="7692" y="3819"/>
                  </a:cubicBezTo>
                  <a:cubicBezTo>
                    <a:pt x="7097" y="2187"/>
                    <a:pt x="6549" y="842"/>
                    <a:pt x="6549" y="842"/>
                  </a:cubicBezTo>
                  <a:cubicBezTo>
                    <a:pt x="6090" y="245"/>
                    <a:pt x="5487" y="0"/>
                    <a:pt x="4814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4064175" y="15759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2"/>
                  </a:moveTo>
                  <a:cubicBezTo>
                    <a:pt x="13" y="0"/>
                    <a:pt x="1" y="0"/>
                    <a:pt x="1" y="0"/>
                  </a:cubicBezTo>
                  <a:cubicBezTo>
                    <a:pt x="1" y="0"/>
                    <a:pt x="13" y="0"/>
                    <a:pt x="25" y="12"/>
                  </a:cubicBezTo>
                  <a:close/>
                </a:path>
              </a:pathLst>
            </a:custGeom>
            <a:solidFill>
              <a:srgbClr val="F6A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3971925" y="1687250"/>
              <a:ext cx="52100" cy="48025"/>
            </a:xfrm>
            <a:custGeom>
              <a:avLst/>
              <a:gdLst/>
              <a:ahLst/>
              <a:cxnLst/>
              <a:rect l="l" t="t" r="r" b="b"/>
              <a:pathLst>
                <a:path w="2084" h="1921" extrusionOk="0">
                  <a:moveTo>
                    <a:pt x="1286" y="0"/>
                  </a:moveTo>
                  <a:cubicBezTo>
                    <a:pt x="1286" y="0"/>
                    <a:pt x="0" y="0"/>
                    <a:pt x="357" y="1179"/>
                  </a:cubicBezTo>
                  <a:cubicBezTo>
                    <a:pt x="522" y="1705"/>
                    <a:pt x="860" y="1920"/>
                    <a:pt x="1194" y="1920"/>
                  </a:cubicBezTo>
                  <a:cubicBezTo>
                    <a:pt x="1609" y="1920"/>
                    <a:pt x="2018" y="1589"/>
                    <a:pt x="2084" y="1107"/>
                  </a:cubicBezTo>
                  <a:lnTo>
                    <a:pt x="1286" y="0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016850" y="1625425"/>
              <a:ext cx="33375" cy="32425"/>
            </a:xfrm>
            <a:custGeom>
              <a:avLst/>
              <a:gdLst/>
              <a:ahLst/>
              <a:cxnLst/>
              <a:rect l="l" t="t" r="r" b="b"/>
              <a:pathLst>
                <a:path w="1335" h="1297" extrusionOk="0">
                  <a:moveTo>
                    <a:pt x="1007" y="0"/>
                  </a:moveTo>
                  <a:cubicBezTo>
                    <a:pt x="866" y="0"/>
                    <a:pt x="679" y="123"/>
                    <a:pt x="418" y="485"/>
                  </a:cubicBezTo>
                  <a:cubicBezTo>
                    <a:pt x="1" y="1056"/>
                    <a:pt x="370" y="1259"/>
                    <a:pt x="370" y="1259"/>
                  </a:cubicBezTo>
                  <a:cubicBezTo>
                    <a:pt x="413" y="1284"/>
                    <a:pt x="457" y="1297"/>
                    <a:pt x="502" y="1297"/>
                  </a:cubicBezTo>
                  <a:cubicBezTo>
                    <a:pt x="667" y="1297"/>
                    <a:pt x="848" y="1130"/>
                    <a:pt x="1072" y="830"/>
                  </a:cubicBezTo>
                  <a:cubicBezTo>
                    <a:pt x="1311" y="521"/>
                    <a:pt x="1334" y="235"/>
                    <a:pt x="1203" y="92"/>
                  </a:cubicBezTo>
                  <a:cubicBezTo>
                    <a:pt x="1149" y="37"/>
                    <a:pt x="1085" y="0"/>
                    <a:pt x="10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096075" y="1600200"/>
              <a:ext cx="38075" cy="18350"/>
            </a:xfrm>
            <a:custGeom>
              <a:avLst/>
              <a:gdLst/>
              <a:ahLst/>
              <a:cxnLst/>
              <a:rect l="l" t="t" r="r" b="b"/>
              <a:pathLst>
                <a:path w="1523" h="734" extrusionOk="0">
                  <a:moveTo>
                    <a:pt x="663" y="1"/>
                  </a:moveTo>
                  <a:cubicBezTo>
                    <a:pt x="108" y="1"/>
                    <a:pt x="1" y="167"/>
                    <a:pt x="23" y="363"/>
                  </a:cubicBezTo>
                  <a:cubicBezTo>
                    <a:pt x="47" y="565"/>
                    <a:pt x="297" y="720"/>
                    <a:pt x="689" y="732"/>
                  </a:cubicBezTo>
                  <a:cubicBezTo>
                    <a:pt x="726" y="733"/>
                    <a:pt x="762" y="733"/>
                    <a:pt x="796" y="733"/>
                  </a:cubicBezTo>
                  <a:cubicBezTo>
                    <a:pt x="1194" y="733"/>
                    <a:pt x="1419" y="666"/>
                    <a:pt x="1451" y="458"/>
                  </a:cubicBezTo>
                  <a:cubicBezTo>
                    <a:pt x="1451" y="458"/>
                    <a:pt x="1523" y="41"/>
                    <a:pt x="832" y="6"/>
                  </a:cubicBezTo>
                  <a:cubicBezTo>
                    <a:pt x="772" y="2"/>
                    <a:pt x="715" y="1"/>
                    <a:pt x="6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3984125" y="1698375"/>
              <a:ext cx="32175" cy="21925"/>
            </a:xfrm>
            <a:custGeom>
              <a:avLst/>
              <a:gdLst/>
              <a:ahLst/>
              <a:cxnLst/>
              <a:rect l="l" t="t" r="r" b="b"/>
              <a:pathLst>
                <a:path w="1287" h="877" extrusionOk="0">
                  <a:moveTo>
                    <a:pt x="582" y="1"/>
                  </a:moveTo>
                  <a:cubicBezTo>
                    <a:pt x="473" y="1"/>
                    <a:pt x="372" y="24"/>
                    <a:pt x="286" y="79"/>
                  </a:cubicBezTo>
                  <a:cubicBezTo>
                    <a:pt x="72" y="222"/>
                    <a:pt x="12" y="496"/>
                    <a:pt x="0" y="508"/>
                  </a:cubicBezTo>
                  <a:cubicBezTo>
                    <a:pt x="0" y="520"/>
                    <a:pt x="12" y="531"/>
                    <a:pt x="24" y="531"/>
                  </a:cubicBezTo>
                  <a:cubicBezTo>
                    <a:pt x="27" y="535"/>
                    <a:pt x="31" y="536"/>
                    <a:pt x="34" y="536"/>
                  </a:cubicBezTo>
                  <a:cubicBezTo>
                    <a:pt x="42" y="536"/>
                    <a:pt x="48" y="528"/>
                    <a:pt x="48" y="520"/>
                  </a:cubicBezTo>
                  <a:cubicBezTo>
                    <a:pt x="48" y="520"/>
                    <a:pt x="107" y="258"/>
                    <a:pt x="322" y="127"/>
                  </a:cubicBezTo>
                  <a:cubicBezTo>
                    <a:pt x="399" y="81"/>
                    <a:pt x="485" y="54"/>
                    <a:pt x="582" y="54"/>
                  </a:cubicBezTo>
                  <a:cubicBezTo>
                    <a:pt x="635" y="54"/>
                    <a:pt x="691" y="62"/>
                    <a:pt x="750" y="79"/>
                  </a:cubicBezTo>
                  <a:cubicBezTo>
                    <a:pt x="1238" y="198"/>
                    <a:pt x="1191" y="841"/>
                    <a:pt x="1191" y="853"/>
                  </a:cubicBezTo>
                  <a:cubicBezTo>
                    <a:pt x="1179" y="865"/>
                    <a:pt x="1191" y="877"/>
                    <a:pt x="1203" y="877"/>
                  </a:cubicBezTo>
                  <a:lnTo>
                    <a:pt x="1215" y="877"/>
                  </a:lnTo>
                  <a:cubicBezTo>
                    <a:pt x="1227" y="865"/>
                    <a:pt x="1238" y="865"/>
                    <a:pt x="1238" y="853"/>
                  </a:cubicBezTo>
                  <a:cubicBezTo>
                    <a:pt x="1238" y="841"/>
                    <a:pt x="1286" y="150"/>
                    <a:pt x="762" y="20"/>
                  </a:cubicBezTo>
                  <a:cubicBezTo>
                    <a:pt x="701" y="7"/>
                    <a:pt x="640" y="1"/>
                    <a:pt x="582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3995125" y="1705775"/>
              <a:ext cx="17900" cy="8275"/>
            </a:xfrm>
            <a:custGeom>
              <a:avLst/>
              <a:gdLst/>
              <a:ahLst/>
              <a:cxnLst/>
              <a:rect l="l" t="t" r="r" b="b"/>
              <a:pathLst>
                <a:path w="716" h="331" extrusionOk="0">
                  <a:moveTo>
                    <a:pt x="495" y="1"/>
                  </a:moveTo>
                  <a:cubicBezTo>
                    <a:pt x="207" y="1"/>
                    <a:pt x="13" y="285"/>
                    <a:pt x="13" y="295"/>
                  </a:cubicBezTo>
                  <a:cubicBezTo>
                    <a:pt x="1" y="307"/>
                    <a:pt x="13" y="319"/>
                    <a:pt x="25" y="331"/>
                  </a:cubicBezTo>
                  <a:lnTo>
                    <a:pt x="36" y="331"/>
                  </a:lnTo>
                  <a:cubicBezTo>
                    <a:pt x="48" y="331"/>
                    <a:pt x="48" y="319"/>
                    <a:pt x="48" y="319"/>
                  </a:cubicBezTo>
                  <a:cubicBezTo>
                    <a:pt x="58" y="319"/>
                    <a:pt x="238" y="51"/>
                    <a:pt x="501" y="51"/>
                  </a:cubicBezTo>
                  <a:cubicBezTo>
                    <a:pt x="557" y="51"/>
                    <a:pt x="617" y="63"/>
                    <a:pt x="679" y="93"/>
                  </a:cubicBezTo>
                  <a:cubicBezTo>
                    <a:pt x="691" y="93"/>
                    <a:pt x="703" y="93"/>
                    <a:pt x="703" y="81"/>
                  </a:cubicBezTo>
                  <a:cubicBezTo>
                    <a:pt x="715" y="69"/>
                    <a:pt x="703" y="57"/>
                    <a:pt x="691" y="45"/>
                  </a:cubicBezTo>
                  <a:cubicBezTo>
                    <a:pt x="622" y="14"/>
                    <a:pt x="556" y="1"/>
                    <a:pt x="495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135925" y="1618475"/>
              <a:ext cx="53225" cy="47100"/>
            </a:xfrm>
            <a:custGeom>
              <a:avLst/>
              <a:gdLst/>
              <a:ahLst/>
              <a:cxnLst/>
              <a:rect l="l" t="t" r="r" b="b"/>
              <a:pathLst>
                <a:path w="2129" h="1884" extrusionOk="0">
                  <a:moveTo>
                    <a:pt x="800" y="0"/>
                  </a:moveTo>
                  <a:cubicBezTo>
                    <a:pt x="338" y="0"/>
                    <a:pt x="0" y="501"/>
                    <a:pt x="0" y="501"/>
                  </a:cubicBezTo>
                  <a:lnTo>
                    <a:pt x="477" y="1787"/>
                  </a:lnTo>
                  <a:cubicBezTo>
                    <a:pt x="613" y="1853"/>
                    <a:pt x="755" y="1883"/>
                    <a:pt x="894" y="1883"/>
                  </a:cubicBezTo>
                  <a:cubicBezTo>
                    <a:pt x="1556" y="1883"/>
                    <a:pt x="2128" y="1193"/>
                    <a:pt x="1489" y="406"/>
                  </a:cubicBezTo>
                  <a:cubicBezTo>
                    <a:pt x="1247" y="104"/>
                    <a:pt x="1010" y="0"/>
                    <a:pt x="800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141575" y="1626675"/>
              <a:ext cx="25625" cy="31725"/>
            </a:xfrm>
            <a:custGeom>
              <a:avLst/>
              <a:gdLst/>
              <a:ahLst/>
              <a:cxnLst/>
              <a:rect l="l" t="t" r="r" b="b"/>
              <a:pathLst>
                <a:path w="1025" h="1269" extrusionOk="0">
                  <a:moveTo>
                    <a:pt x="732" y="0"/>
                  </a:moveTo>
                  <a:cubicBezTo>
                    <a:pt x="659" y="0"/>
                    <a:pt x="578" y="11"/>
                    <a:pt x="501" y="42"/>
                  </a:cubicBezTo>
                  <a:cubicBezTo>
                    <a:pt x="358" y="113"/>
                    <a:pt x="251" y="232"/>
                    <a:pt x="179" y="411"/>
                  </a:cubicBezTo>
                  <a:cubicBezTo>
                    <a:pt x="1" y="911"/>
                    <a:pt x="596" y="1256"/>
                    <a:pt x="608" y="1256"/>
                  </a:cubicBezTo>
                  <a:cubicBezTo>
                    <a:pt x="608" y="1268"/>
                    <a:pt x="620" y="1268"/>
                    <a:pt x="632" y="1268"/>
                  </a:cubicBezTo>
                  <a:cubicBezTo>
                    <a:pt x="632" y="1256"/>
                    <a:pt x="632" y="1256"/>
                    <a:pt x="632" y="1256"/>
                  </a:cubicBezTo>
                  <a:cubicBezTo>
                    <a:pt x="644" y="1244"/>
                    <a:pt x="644" y="1233"/>
                    <a:pt x="632" y="1221"/>
                  </a:cubicBezTo>
                  <a:cubicBezTo>
                    <a:pt x="620" y="1221"/>
                    <a:pt x="60" y="899"/>
                    <a:pt x="227" y="423"/>
                  </a:cubicBezTo>
                  <a:cubicBezTo>
                    <a:pt x="286" y="268"/>
                    <a:pt x="382" y="149"/>
                    <a:pt x="513" y="90"/>
                  </a:cubicBezTo>
                  <a:cubicBezTo>
                    <a:pt x="588" y="58"/>
                    <a:pt x="666" y="47"/>
                    <a:pt x="737" y="47"/>
                  </a:cubicBezTo>
                  <a:cubicBezTo>
                    <a:pt x="878" y="47"/>
                    <a:pt x="989" y="90"/>
                    <a:pt x="989" y="90"/>
                  </a:cubicBezTo>
                  <a:cubicBezTo>
                    <a:pt x="992" y="93"/>
                    <a:pt x="996" y="94"/>
                    <a:pt x="999" y="94"/>
                  </a:cubicBezTo>
                  <a:cubicBezTo>
                    <a:pt x="1008" y="94"/>
                    <a:pt x="1016" y="86"/>
                    <a:pt x="1025" y="78"/>
                  </a:cubicBezTo>
                  <a:cubicBezTo>
                    <a:pt x="1025" y="66"/>
                    <a:pt x="1025" y="54"/>
                    <a:pt x="1013" y="54"/>
                  </a:cubicBezTo>
                  <a:cubicBezTo>
                    <a:pt x="1005" y="46"/>
                    <a:pt x="883" y="0"/>
                    <a:pt x="732" y="0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4147525" y="1638425"/>
              <a:ext cx="15200" cy="11450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584" y="1"/>
                  </a:moveTo>
                  <a:cubicBezTo>
                    <a:pt x="572" y="1"/>
                    <a:pt x="60" y="1"/>
                    <a:pt x="1" y="429"/>
                  </a:cubicBezTo>
                  <a:cubicBezTo>
                    <a:pt x="1" y="441"/>
                    <a:pt x="1" y="453"/>
                    <a:pt x="13" y="453"/>
                  </a:cubicBezTo>
                  <a:cubicBezTo>
                    <a:pt x="20" y="456"/>
                    <a:pt x="26" y="458"/>
                    <a:pt x="30" y="458"/>
                  </a:cubicBezTo>
                  <a:cubicBezTo>
                    <a:pt x="42" y="458"/>
                    <a:pt x="48" y="450"/>
                    <a:pt x="48" y="441"/>
                  </a:cubicBezTo>
                  <a:cubicBezTo>
                    <a:pt x="108" y="48"/>
                    <a:pt x="572" y="48"/>
                    <a:pt x="584" y="48"/>
                  </a:cubicBezTo>
                  <a:lnTo>
                    <a:pt x="596" y="48"/>
                  </a:lnTo>
                  <a:cubicBezTo>
                    <a:pt x="608" y="36"/>
                    <a:pt x="608" y="36"/>
                    <a:pt x="608" y="24"/>
                  </a:cubicBezTo>
                  <a:cubicBezTo>
                    <a:pt x="608" y="12"/>
                    <a:pt x="596" y="1"/>
                    <a:pt x="584" y="1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3"/>
            <p:cNvSpPr/>
            <p:nvPr/>
          </p:nvSpPr>
          <p:spPr>
            <a:xfrm>
              <a:off x="4033225" y="1685275"/>
              <a:ext cx="42000" cy="22125"/>
            </a:xfrm>
            <a:custGeom>
              <a:avLst/>
              <a:gdLst/>
              <a:ahLst/>
              <a:cxnLst/>
              <a:rect l="l" t="t" r="r" b="b"/>
              <a:pathLst>
                <a:path w="1680" h="885" extrusionOk="0">
                  <a:moveTo>
                    <a:pt x="1012" y="0"/>
                  </a:moveTo>
                  <a:cubicBezTo>
                    <a:pt x="936" y="0"/>
                    <a:pt x="856" y="6"/>
                    <a:pt x="775" y="20"/>
                  </a:cubicBezTo>
                  <a:cubicBezTo>
                    <a:pt x="334" y="79"/>
                    <a:pt x="1" y="329"/>
                    <a:pt x="36" y="567"/>
                  </a:cubicBezTo>
                  <a:cubicBezTo>
                    <a:pt x="66" y="762"/>
                    <a:pt x="324" y="884"/>
                    <a:pt x="664" y="884"/>
                  </a:cubicBezTo>
                  <a:cubicBezTo>
                    <a:pt x="741" y="884"/>
                    <a:pt x="822" y="878"/>
                    <a:pt x="906" y="865"/>
                  </a:cubicBezTo>
                  <a:cubicBezTo>
                    <a:pt x="1346" y="805"/>
                    <a:pt x="1679" y="555"/>
                    <a:pt x="1644" y="317"/>
                  </a:cubicBezTo>
                  <a:cubicBezTo>
                    <a:pt x="1615" y="123"/>
                    <a:pt x="1348" y="0"/>
                    <a:pt x="1012" y="0"/>
                  </a:cubicBez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4109425" y="1654500"/>
              <a:ext cx="40500" cy="28900"/>
            </a:xfrm>
            <a:custGeom>
              <a:avLst/>
              <a:gdLst/>
              <a:ahLst/>
              <a:cxnLst/>
              <a:rect l="l" t="t" r="r" b="b"/>
              <a:pathLst>
                <a:path w="1620" h="1156" extrusionOk="0">
                  <a:moveTo>
                    <a:pt x="1179" y="1"/>
                  </a:moveTo>
                  <a:cubicBezTo>
                    <a:pt x="1001" y="1"/>
                    <a:pt x="781" y="73"/>
                    <a:pt x="572" y="215"/>
                  </a:cubicBezTo>
                  <a:cubicBezTo>
                    <a:pt x="191" y="465"/>
                    <a:pt x="1" y="822"/>
                    <a:pt x="132" y="1024"/>
                  </a:cubicBezTo>
                  <a:cubicBezTo>
                    <a:pt x="189" y="1112"/>
                    <a:pt x="299" y="1155"/>
                    <a:pt x="437" y="1155"/>
                  </a:cubicBezTo>
                  <a:cubicBezTo>
                    <a:pt x="616" y="1155"/>
                    <a:pt x="840" y="1082"/>
                    <a:pt x="1048" y="941"/>
                  </a:cubicBezTo>
                  <a:cubicBezTo>
                    <a:pt x="1418" y="691"/>
                    <a:pt x="1620" y="334"/>
                    <a:pt x="1489" y="131"/>
                  </a:cubicBezTo>
                  <a:cubicBezTo>
                    <a:pt x="1427" y="44"/>
                    <a:pt x="1315" y="1"/>
                    <a:pt x="1179" y="1"/>
                  </a:cubicBezTo>
                  <a:close/>
                </a:path>
              </a:pathLst>
            </a:custGeom>
            <a:solidFill>
              <a:srgbClr val="F29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4074900" y="1661350"/>
              <a:ext cx="19375" cy="10450"/>
            </a:xfrm>
            <a:custGeom>
              <a:avLst/>
              <a:gdLst/>
              <a:ahLst/>
              <a:cxnLst/>
              <a:rect l="l" t="t" r="r" b="b"/>
              <a:pathLst>
                <a:path w="775" h="418" extrusionOk="0">
                  <a:moveTo>
                    <a:pt x="477" y="0"/>
                  </a:moveTo>
                  <a:cubicBezTo>
                    <a:pt x="72" y="0"/>
                    <a:pt x="1" y="334"/>
                    <a:pt x="1" y="334"/>
                  </a:cubicBezTo>
                  <a:cubicBezTo>
                    <a:pt x="1" y="358"/>
                    <a:pt x="12" y="369"/>
                    <a:pt x="24" y="369"/>
                  </a:cubicBezTo>
                  <a:cubicBezTo>
                    <a:pt x="36" y="369"/>
                    <a:pt x="60" y="369"/>
                    <a:pt x="60" y="346"/>
                  </a:cubicBezTo>
                  <a:cubicBezTo>
                    <a:pt x="60" y="334"/>
                    <a:pt x="120" y="60"/>
                    <a:pt x="477" y="60"/>
                  </a:cubicBezTo>
                  <a:cubicBezTo>
                    <a:pt x="560" y="60"/>
                    <a:pt x="620" y="84"/>
                    <a:pt x="644" y="131"/>
                  </a:cubicBezTo>
                  <a:cubicBezTo>
                    <a:pt x="715" y="215"/>
                    <a:pt x="655" y="381"/>
                    <a:pt x="655" y="381"/>
                  </a:cubicBezTo>
                  <a:cubicBezTo>
                    <a:pt x="655" y="393"/>
                    <a:pt x="655" y="405"/>
                    <a:pt x="667" y="417"/>
                  </a:cubicBezTo>
                  <a:lnTo>
                    <a:pt x="679" y="417"/>
                  </a:lnTo>
                  <a:cubicBezTo>
                    <a:pt x="691" y="417"/>
                    <a:pt x="703" y="405"/>
                    <a:pt x="703" y="393"/>
                  </a:cubicBezTo>
                  <a:cubicBezTo>
                    <a:pt x="715" y="393"/>
                    <a:pt x="774" y="215"/>
                    <a:pt x="691" y="96"/>
                  </a:cubicBezTo>
                  <a:cubicBezTo>
                    <a:pt x="655" y="36"/>
                    <a:pt x="584" y="0"/>
                    <a:pt x="477" y="0"/>
                  </a:cubicBezTo>
                  <a:close/>
                </a:path>
              </a:pathLst>
            </a:custGeom>
            <a:solidFill>
              <a:srgbClr val="6C48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937675" y="1524425"/>
              <a:ext cx="235775" cy="166225"/>
            </a:xfrm>
            <a:custGeom>
              <a:avLst/>
              <a:gdLst/>
              <a:ahLst/>
              <a:cxnLst/>
              <a:rect l="l" t="t" r="r" b="b"/>
              <a:pathLst>
                <a:path w="9431" h="6649" extrusionOk="0">
                  <a:moveTo>
                    <a:pt x="5549" y="0"/>
                  </a:moveTo>
                  <a:cubicBezTo>
                    <a:pt x="4462" y="0"/>
                    <a:pt x="3092" y="424"/>
                    <a:pt x="1906" y="1513"/>
                  </a:cubicBezTo>
                  <a:cubicBezTo>
                    <a:pt x="1906" y="1513"/>
                    <a:pt x="1" y="2953"/>
                    <a:pt x="203" y="4382"/>
                  </a:cubicBezTo>
                  <a:cubicBezTo>
                    <a:pt x="398" y="5683"/>
                    <a:pt x="1176" y="6649"/>
                    <a:pt x="1925" y="6649"/>
                  </a:cubicBezTo>
                  <a:cubicBezTo>
                    <a:pt x="1999" y="6649"/>
                    <a:pt x="2072" y="6639"/>
                    <a:pt x="2144" y="6620"/>
                  </a:cubicBezTo>
                  <a:cubicBezTo>
                    <a:pt x="2287" y="6585"/>
                    <a:pt x="2323" y="5930"/>
                    <a:pt x="2561" y="5680"/>
                  </a:cubicBezTo>
                  <a:cubicBezTo>
                    <a:pt x="2577" y="5663"/>
                    <a:pt x="2595" y="5656"/>
                    <a:pt x="2614" y="5656"/>
                  </a:cubicBezTo>
                  <a:cubicBezTo>
                    <a:pt x="2775" y="5656"/>
                    <a:pt x="2997" y="6207"/>
                    <a:pt x="3044" y="6207"/>
                  </a:cubicBezTo>
                  <a:cubicBezTo>
                    <a:pt x="3046" y="6207"/>
                    <a:pt x="3047" y="6206"/>
                    <a:pt x="3049" y="6204"/>
                  </a:cubicBezTo>
                  <a:cubicBezTo>
                    <a:pt x="3168" y="6025"/>
                    <a:pt x="3477" y="4692"/>
                    <a:pt x="3596" y="4489"/>
                  </a:cubicBezTo>
                  <a:cubicBezTo>
                    <a:pt x="4382" y="3108"/>
                    <a:pt x="4906" y="1917"/>
                    <a:pt x="4906" y="1917"/>
                  </a:cubicBezTo>
                  <a:cubicBezTo>
                    <a:pt x="6133" y="2874"/>
                    <a:pt x="8205" y="3813"/>
                    <a:pt x="8916" y="3813"/>
                  </a:cubicBezTo>
                  <a:cubicBezTo>
                    <a:pt x="9019" y="3813"/>
                    <a:pt x="9094" y="3793"/>
                    <a:pt x="9133" y="3751"/>
                  </a:cubicBezTo>
                  <a:cubicBezTo>
                    <a:pt x="9431" y="3418"/>
                    <a:pt x="9300" y="1441"/>
                    <a:pt x="6835" y="251"/>
                  </a:cubicBezTo>
                  <a:cubicBezTo>
                    <a:pt x="6499" y="92"/>
                    <a:pt x="6054" y="0"/>
                    <a:pt x="55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948100" y="1539825"/>
              <a:ext cx="38425" cy="36125"/>
            </a:xfrm>
            <a:custGeom>
              <a:avLst/>
              <a:gdLst/>
              <a:ahLst/>
              <a:cxnLst/>
              <a:rect l="l" t="t" r="r" b="b"/>
              <a:pathLst>
                <a:path w="1537" h="1445" extrusionOk="0">
                  <a:moveTo>
                    <a:pt x="892" y="1"/>
                  </a:moveTo>
                  <a:cubicBezTo>
                    <a:pt x="494" y="1"/>
                    <a:pt x="989" y="1159"/>
                    <a:pt x="989" y="1159"/>
                  </a:cubicBezTo>
                  <a:cubicBezTo>
                    <a:pt x="989" y="1159"/>
                    <a:pt x="655" y="671"/>
                    <a:pt x="387" y="671"/>
                  </a:cubicBezTo>
                  <a:cubicBezTo>
                    <a:pt x="348" y="671"/>
                    <a:pt x="310" y="681"/>
                    <a:pt x="274" y="706"/>
                  </a:cubicBezTo>
                  <a:cubicBezTo>
                    <a:pt x="1" y="897"/>
                    <a:pt x="905" y="1444"/>
                    <a:pt x="905" y="1444"/>
                  </a:cubicBezTo>
                  <a:lnTo>
                    <a:pt x="1263" y="1301"/>
                  </a:lnTo>
                  <a:cubicBezTo>
                    <a:pt x="1536" y="1028"/>
                    <a:pt x="1394" y="63"/>
                    <a:pt x="929" y="4"/>
                  </a:cubicBezTo>
                  <a:cubicBezTo>
                    <a:pt x="916" y="2"/>
                    <a:pt x="904" y="1"/>
                    <a:pt x="8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896000" y="1691100"/>
              <a:ext cx="68200" cy="56900"/>
            </a:xfrm>
            <a:custGeom>
              <a:avLst/>
              <a:gdLst/>
              <a:ahLst/>
              <a:cxnLst/>
              <a:rect l="l" t="t" r="r" b="b"/>
              <a:pathLst>
                <a:path w="2728" h="2276" extrusionOk="0">
                  <a:moveTo>
                    <a:pt x="748" y="1"/>
                  </a:moveTo>
                  <a:cubicBezTo>
                    <a:pt x="735" y="1"/>
                    <a:pt x="724" y="5"/>
                    <a:pt x="715" y="13"/>
                  </a:cubicBezTo>
                  <a:cubicBezTo>
                    <a:pt x="596" y="132"/>
                    <a:pt x="1072" y="751"/>
                    <a:pt x="1072" y="751"/>
                  </a:cubicBezTo>
                  <a:cubicBezTo>
                    <a:pt x="1072" y="751"/>
                    <a:pt x="573" y="234"/>
                    <a:pt x="361" y="234"/>
                  </a:cubicBezTo>
                  <a:cubicBezTo>
                    <a:pt x="329" y="234"/>
                    <a:pt x="303" y="246"/>
                    <a:pt x="287" y="275"/>
                  </a:cubicBezTo>
                  <a:cubicBezTo>
                    <a:pt x="227" y="394"/>
                    <a:pt x="858" y="918"/>
                    <a:pt x="858" y="918"/>
                  </a:cubicBezTo>
                  <a:cubicBezTo>
                    <a:pt x="858" y="918"/>
                    <a:pt x="343" y="550"/>
                    <a:pt x="170" y="550"/>
                  </a:cubicBezTo>
                  <a:cubicBezTo>
                    <a:pt x="146" y="550"/>
                    <a:pt x="129" y="557"/>
                    <a:pt x="120" y="572"/>
                  </a:cubicBezTo>
                  <a:cubicBezTo>
                    <a:pt x="37" y="703"/>
                    <a:pt x="703" y="1132"/>
                    <a:pt x="703" y="1132"/>
                  </a:cubicBezTo>
                  <a:cubicBezTo>
                    <a:pt x="703" y="1132"/>
                    <a:pt x="321" y="917"/>
                    <a:pt x="143" y="917"/>
                  </a:cubicBezTo>
                  <a:cubicBezTo>
                    <a:pt x="103" y="917"/>
                    <a:pt x="73" y="927"/>
                    <a:pt x="60" y="953"/>
                  </a:cubicBezTo>
                  <a:cubicBezTo>
                    <a:pt x="1" y="1084"/>
                    <a:pt x="787" y="1620"/>
                    <a:pt x="1168" y="1846"/>
                  </a:cubicBezTo>
                  <a:cubicBezTo>
                    <a:pt x="1168" y="1846"/>
                    <a:pt x="1465" y="2013"/>
                    <a:pt x="1930" y="2275"/>
                  </a:cubicBezTo>
                  <a:cubicBezTo>
                    <a:pt x="2215" y="1989"/>
                    <a:pt x="2489" y="1704"/>
                    <a:pt x="2727" y="1394"/>
                  </a:cubicBezTo>
                  <a:cubicBezTo>
                    <a:pt x="2251" y="1215"/>
                    <a:pt x="1930" y="1120"/>
                    <a:pt x="1930" y="1120"/>
                  </a:cubicBezTo>
                  <a:cubicBezTo>
                    <a:pt x="1930" y="1120"/>
                    <a:pt x="1704" y="358"/>
                    <a:pt x="1501" y="322"/>
                  </a:cubicBezTo>
                  <a:cubicBezTo>
                    <a:pt x="1490" y="320"/>
                    <a:pt x="1481" y="319"/>
                    <a:pt x="1472" y="319"/>
                  </a:cubicBezTo>
                  <a:cubicBezTo>
                    <a:pt x="1313" y="319"/>
                    <a:pt x="1442" y="703"/>
                    <a:pt x="1442" y="703"/>
                  </a:cubicBezTo>
                  <a:cubicBezTo>
                    <a:pt x="1442" y="703"/>
                    <a:pt x="925" y="1"/>
                    <a:pt x="748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937375" y="1714025"/>
              <a:ext cx="160175" cy="111775"/>
            </a:xfrm>
            <a:custGeom>
              <a:avLst/>
              <a:gdLst/>
              <a:ahLst/>
              <a:cxnLst/>
              <a:rect l="l" t="t" r="r" b="b"/>
              <a:pathLst>
                <a:path w="6407" h="4471" extrusionOk="0">
                  <a:moveTo>
                    <a:pt x="632" y="1"/>
                  </a:moveTo>
                  <a:cubicBezTo>
                    <a:pt x="346" y="513"/>
                    <a:pt x="191" y="1084"/>
                    <a:pt x="1" y="1656"/>
                  </a:cubicBezTo>
                  <a:cubicBezTo>
                    <a:pt x="334" y="1953"/>
                    <a:pt x="894" y="2382"/>
                    <a:pt x="1823" y="2942"/>
                  </a:cubicBezTo>
                  <a:cubicBezTo>
                    <a:pt x="2799" y="3529"/>
                    <a:pt x="4317" y="4471"/>
                    <a:pt x="5539" y="4471"/>
                  </a:cubicBezTo>
                  <a:cubicBezTo>
                    <a:pt x="5853" y="4471"/>
                    <a:pt x="6146" y="4409"/>
                    <a:pt x="6406" y="4263"/>
                  </a:cubicBezTo>
                  <a:lnTo>
                    <a:pt x="5168" y="1739"/>
                  </a:lnTo>
                  <a:cubicBezTo>
                    <a:pt x="5168" y="1739"/>
                    <a:pt x="1787" y="120"/>
                    <a:pt x="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3926075" y="1713700"/>
              <a:ext cx="27100" cy="41725"/>
            </a:xfrm>
            <a:custGeom>
              <a:avLst/>
              <a:gdLst/>
              <a:ahLst/>
              <a:cxnLst/>
              <a:rect l="l" t="t" r="r" b="b"/>
              <a:pathLst>
                <a:path w="1084" h="1669" extrusionOk="0">
                  <a:moveTo>
                    <a:pt x="949" y="1"/>
                  </a:moveTo>
                  <a:cubicBezTo>
                    <a:pt x="877" y="1"/>
                    <a:pt x="809" y="11"/>
                    <a:pt x="751" y="26"/>
                  </a:cubicBezTo>
                  <a:cubicBezTo>
                    <a:pt x="405" y="97"/>
                    <a:pt x="12" y="895"/>
                    <a:pt x="0" y="1204"/>
                  </a:cubicBezTo>
                  <a:cubicBezTo>
                    <a:pt x="0" y="1204"/>
                    <a:pt x="84" y="1359"/>
                    <a:pt x="453" y="1669"/>
                  </a:cubicBezTo>
                  <a:cubicBezTo>
                    <a:pt x="643" y="1097"/>
                    <a:pt x="810" y="526"/>
                    <a:pt x="1084" y="14"/>
                  </a:cubicBezTo>
                  <a:cubicBezTo>
                    <a:pt x="1038" y="5"/>
                    <a:pt x="993" y="1"/>
                    <a:pt x="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4174325" y="1806850"/>
              <a:ext cx="18775" cy="22100"/>
            </a:xfrm>
            <a:custGeom>
              <a:avLst/>
              <a:gdLst/>
              <a:ahLst/>
              <a:cxnLst/>
              <a:rect l="l" t="t" r="r" b="b"/>
              <a:pathLst>
                <a:path w="751" h="884" extrusionOk="0">
                  <a:moveTo>
                    <a:pt x="44" y="1"/>
                  </a:moveTo>
                  <a:cubicBezTo>
                    <a:pt x="36" y="1"/>
                    <a:pt x="29" y="4"/>
                    <a:pt x="24" y="14"/>
                  </a:cubicBezTo>
                  <a:cubicBezTo>
                    <a:pt x="0" y="26"/>
                    <a:pt x="0" y="50"/>
                    <a:pt x="12" y="62"/>
                  </a:cubicBezTo>
                  <a:lnTo>
                    <a:pt x="679" y="872"/>
                  </a:lnTo>
                  <a:cubicBezTo>
                    <a:pt x="691" y="884"/>
                    <a:pt x="703" y="884"/>
                    <a:pt x="715" y="884"/>
                  </a:cubicBezTo>
                  <a:cubicBezTo>
                    <a:pt x="715" y="884"/>
                    <a:pt x="727" y="884"/>
                    <a:pt x="727" y="872"/>
                  </a:cubicBezTo>
                  <a:cubicBezTo>
                    <a:pt x="750" y="860"/>
                    <a:pt x="750" y="836"/>
                    <a:pt x="738" y="824"/>
                  </a:cubicBezTo>
                  <a:lnTo>
                    <a:pt x="72" y="14"/>
                  </a:lnTo>
                  <a:cubicBezTo>
                    <a:pt x="65" y="8"/>
                    <a:pt x="54" y="1"/>
                    <a:pt x="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4063900" y="1729200"/>
              <a:ext cx="84850" cy="39950"/>
            </a:xfrm>
            <a:custGeom>
              <a:avLst/>
              <a:gdLst/>
              <a:ahLst/>
              <a:cxnLst/>
              <a:rect l="l" t="t" r="r" b="b"/>
              <a:pathLst>
                <a:path w="3394" h="1598" extrusionOk="0">
                  <a:moveTo>
                    <a:pt x="2798" y="1"/>
                  </a:moveTo>
                  <a:cubicBezTo>
                    <a:pt x="2798" y="1"/>
                    <a:pt x="2929" y="346"/>
                    <a:pt x="2155" y="822"/>
                  </a:cubicBezTo>
                  <a:cubicBezTo>
                    <a:pt x="1772" y="1060"/>
                    <a:pt x="1478" y="1144"/>
                    <a:pt x="1253" y="1144"/>
                  </a:cubicBezTo>
                  <a:cubicBezTo>
                    <a:pt x="688" y="1144"/>
                    <a:pt x="560" y="608"/>
                    <a:pt x="560" y="608"/>
                  </a:cubicBezTo>
                  <a:cubicBezTo>
                    <a:pt x="310" y="703"/>
                    <a:pt x="60" y="942"/>
                    <a:pt x="0" y="1061"/>
                  </a:cubicBezTo>
                  <a:cubicBezTo>
                    <a:pt x="347" y="1441"/>
                    <a:pt x="780" y="1598"/>
                    <a:pt x="1224" y="1598"/>
                  </a:cubicBezTo>
                  <a:cubicBezTo>
                    <a:pt x="1878" y="1598"/>
                    <a:pt x="2556" y="1259"/>
                    <a:pt x="3024" y="799"/>
                  </a:cubicBezTo>
                  <a:cubicBezTo>
                    <a:pt x="3203" y="584"/>
                    <a:pt x="3310" y="358"/>
                    <a:pt x="3393" y="120"/>
                  </a:cubicBezTo>
                  <a:cubicBezTo>
                    <a:pt x="3072" y="25"/>
                    <a:pt x="2798" y="1"/>
                    <a:pt x="27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4082950" y="1729200"/>
              <a:ext cx="105725" cy="93175"/>
            </a:xfrm>
            <a:custGeom>
              <a:avLst/>
              <a:gdLst/>
              <a:ahLst/>
              <a:cxnLst/>
              <a:rect l="l" t="t" r="r" b="b"/>
              <a:pathLst>
                <a:path w="4229" h="3727" extrusionOk="0">
                  <a:moveTo>
                    <a:pt x="2036" y="1"/>
                  </a:moveTo>
                  <a:cubicBezTo>
                    <a:pt x="2036" y="1"/>
                    <a:pt x="1803" y="1009"/>
                    <a:pt x="543" y="1009"/>
                  </a:cubicBezTo>
                  <a:cubicBezTo>
                    <a:pt x="380" y="1009"/>
                    <a:pt x="200" y="992"/>
                    <a:pt x="0" y="953"/>
                  </a:cubicBezTo>
                  <a:lnTo>
                    <a:pt x="0" y="953"/>
                  </a:lnTo>
                  <a:cubicBezTo>
                    <a:pt x="0" y="954"/>
                    <a:pt x="405" y="3501"/>
                    <a:pt x="1965" y="3704"/>
                  </a:cubicBezTo>
                  <a:cubicBezTo>
                    <a:pt x="2083" y="3719"/>
                    <a:pt x="2197" y="3726"/>
                    <a:pt x="2306" y="3726"/>
                  </a:cubicBezTo>
                  <a:cubicBezTo>
                    <a:pt x="3639" y="3726"/>
                    <a:pt x="4228" y="2629"/>
                    <a:pt x="3810" y="1573"/>
                  </a:cubicBezTo>
                  <a:cubicBezTo>
                    <a:pt x="3370" y="441"/>
                    <a:pt x="2036" y="1"/>
                    <a:pt x="20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4088300" y="1734875"/>
              <a:ext cx="95750" cy="84275"/>
            </a:xfrm>
            <a:custGeom>
              <a:avLst/>
              <a:gdLst/>
              <a:ahLst/>
              <a:cxnLst/>
              <a:rect l="l" t="t" r="r" b="b"/>
              <a:pathLst>
                <a:path w="3830" h="3371" extrusionOk="0">
                  <a:moveTo>
                    <a:pt x="1882" y="0"/>
                  </a:moveTo>
                  <a:cubicBezTo>
                    <a:pt x="1882" y="0"/>
                    <a:pt x="1641" y="932"/>
                    <a:pt x="445" y="932"/>
                  </a:cubicBezTo>
                  <a:cubicBezTo>
                    <a:pt x="310" y="932"/>
                    <a:pt x="162" y="920"/>
                    <a:pt x="0" y="893"/>
                  </a:cubicBezTo>
                  <a:lnTo>
                    <a:pt x="0" y="893"/>
                  </a:lnTo>
                  <a:cubicBezTo>
                    <a:pt x="0" y="893"/>
                    <a:pt x="453" y="3024"/>
                    <a:pt x="1751" y="3322"/>
                  </a:cubicBezTo>
                  <a:cubicBezTo>
                    <a:pt x="1891" y="3355"/>
                    <a:pt x="2026" y="3370"/>
                    <a:pt x="2154" y="3370"/>
                  </a:cubicBezTo>
                  <a:cubicBezTo>
                    <a:pt x="3229" y="3370"/>
                    <a:pt x="3829" y="2286"/>
                    <a:pt x="3489" y="1381"/>
                  </a:cubicBezTo>
                  <a:cubicBezTo>
                    <a:pt x="3096" y="369"/>
                    <a:pt x="1882" y="0"/>
                    <a:pt x="18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4072300" y="1743400"/>
              <a:ext cx="13350" cy="18000"/>
            </a:xfrm>
            <a:custGeom>
              <a:avLst/>
              <a:gdLst/>
              <a:ahLst/>
              <a:cxnLst/>
              <a:rect l="l" t="t" r="r" b="b"/>
              <a:pathLst>
                <a:path w="534" h="720" extrusionOk="0">
                  <a:moveTo>
                    <a:pt x="176" y="0"/>
                  </a:moveTo>
                  <a:cubicBezTo>
                    <a:pt x="108" y="0"/>
                    <a:pt x="0" y="114"/>
                    <a:pt x="9" y="159"/>
                  </a:cubicBezTo>
                  <a:cubicBezTo>
                    <a:pt x="9" y="159"/>
                    <a:pt x="318" y="720"/>
                    <a:pt x="521" y="720"/>
                  </a:cubicBezTo>
                  <a:cubicBezTo>
                    <a:pt x="525" y="720"/>
                    <a:pt x="529" y="719"/>
                    <a:pt x="533" y="719"/>
                  </a:cubicBezTo>
                  <a:lnTo>
                    <a:pt x="509" y="445"/>
                  </a:lnTo>
                  <a:cubicBezTo>
                    <a:pt x="509" y="445"/>
                    <a:pt x="295" y="266"/>
                    <a:pt x="224" y="40"/>
                  </a:cubicBezTo>
                  <a:cubicBezTo>
                    <a:pt x="215" y="12"/>
                    <a:pt x="198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4046925" y="1742900"/>
              <a:ext cx="31875" cy="17600"/>
            </a:xfrm>
            <a:custGeom>
              <a:avLst/>
              <a:gdLst/>
              <a:ahLst/>
              <a:cxnLst/>
              <a:rect l="l" t="t" r="r" b="b"/>
              <a:pathLst>
                <a:path w="1275" h="704" extrusionOk="0">
                  <a:moveTo>
                    <a:pt x="1001" y="155"/>
                  </a:moveTo>
                  <a:lnTo>
                    <a:pt x="1001" y="155"/>
                  </a:lnTo>
                  <a:cubicBezTo>
                    <a:pt x="741" y="405"/>
                    <a:pt x="454" y="545"/>
                    <a:pt x="290" y="545"/>
                  </a:cubicBezTo>
                  <a:cubicBezTo>
                    <a:pt x="266" y="545"/>
                    <a:pt x="245" y="542"/>
                    <a:pt x="227" y="536"/>
                  </a:cubicBezTo>
                  <a:cubicBezTo>
                    <a:pt x="203" y="525"/>
                    <a:pt x="167" y="501"/>
                    <a:pt x="155" y="429"/>
                  </a:cubicBezTo>
                  <a:cubicBezTo>
                    <a:pt x="155" y="394"/>
                    <a:pt x="167" y="370"/>
                    <a:pt x="191" y="346"/>
                  </a:cubicBezTo>
                  <a:cubicBezTo>
                    <a:pt x="322" y="215"/>
                    <a:pt x="727" y="167"/>
                    <a:pt x="1001" y="155"/>
                  </a:cubicBezTo>
                  <a:close/>
                  <a:moveTo>
                    <a:pt x="1154" y="1"/>
                  </a:moveTo>
                  <a:cubicBezTo>
                    <a:pt x="975" y="1"/>
                    <a:pt x="301" y="10"/>
                    <a:pt x="84" y="239"/>
                  </a:cubicBezTo>
                  <a:cubicBezTo>
                    <a:pt x="24" y="298"/>
                    <a:pt x="0" y="370"/>
                    <a:pt x="0" y="441"/>
                  </a:cubicBezTo>
                  <a:cubicBezTo>
                    <a:pt x="12" y="560"/>
                    <a:pt x="72" y="644"/>
                    <a:pt x="179" y="679"/>
                  </a:cubicBezTo>
                  <a:cubicBezTo>
                    <a:pt x="215" y="691"/>
                    <a:pt x="250" y="703"/>
                    <a:pt x="286" y="703"/>
                  </a:cubicBezTo>
                  <a:cubicBezTo>
                    <a:pt x="548" y="703"/>
                    <a:pt x="941" y="465"/>
                    <a:pt x="1251" y="132"/>
                  </a:cubicBezTo>
                  <a:cubicBezTo>
                    <a:pt x="1262" y="108"/>
                    <a:pt x="1274" y="72"/>
                    <a:pt x="1262" y="48"/>
                  </a:cubicBezTo>
                  <a:cubicBezTo>
                    <a:pt x="1251" y="13"/>
                    <a:pt x="1215" y="1"/>
                    <a:pt x="1191" y="1"/>
                  </a:cubicBezTo>
                  <a:cubicBezTo>
                    <a:pt x="1184" y="1"/>
                    <a:pt x="1171" y="1"/>
                    <a:pt x="1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4050200" y="1742750"/>
              <a:ext cx="26800" cy="33225"/>
            </a:xfrm>
            <a:custGeom>
              <a:avLst/>
              <a:gdLst/>
              <a:ahLst/>
              <a:cxnLst/>
              <a:rect l="l" t="t" r="r" b="b"/>
              <a:pathLst>
                <a:path w="1072" h="1329" extrusionOk="0">
                  <a:moveTo>
                    <a:pt x="858" y="269"/>
                  </a:moveTo>
                  <a:cubicBezTo>
                    <a:pt x="715" y="769"/>
                    <a:pt x="536" y="1173"/>
                    <a:pt x="441" y="1173"/>
                  </a:cubicBezTo>
                  <a:cubicBezTo>
                    <a:pt x="441" y="1173"/>
                    <a:pt x="429" y="1173"/>
                    <a:pt x="405" y="1126"/>
                  </a:cubicBezTo>
                  <a:cubicBezTo>
                    <a:pt x="262" y="816"/>
                    <a:pt x="631" y="459"/>
                    <a:pt x="858" y="269"/>
                  </a:cubicBezTo>
                  <a:close/>
                  <a:moveTo>
                    <a:pt x="995" y="1"/>
                  </a:moveTo>
                  <a:cubicBezTo>
                    <a:pt x="980" y="1"/>
                    <a:pt x="965" y="7"/>
                    <a:pt x="953" y="19"/>
                  </a:cubicBezTo>
                  <a:cubicBezTo>
                    <a:pt x="917" y="42"/>
                    <a:pt x="0" y="626"/>
                    <a:pt x="262" y="1185"/>
                  </a:cubicBezTo>
                  <a:cubicBezTo>
                    <a:pt x="322" y="1304"/>
                    <a:pt x="393" y="1328"/>
                    <a:pt x="441" y="1328"/>
                  </a:cubicBezTo>
                  <a:lnTo>
                    <a:pt x="453" y="1328"/>
                  </a:lnTo>
                  <a:cubicBezTo>
                    <a:pt x="727" y="1304"/>
                    <a:pt x="977" y="459"/>
                    <a:pt x="1072" y="102"/>
                  </a:cubicBezTo>
                  <a:cubicBezTo>
                    <a:pt x="1072" y="66"/>
                    <a:pt x="1060" y="42"/>
                    <a:pt x="1036" y="19"/>
                  </a:cubicBezTo>
                  <a:cubicBezTo>
                    <a:pt x="1024" y="7"/>
                    <a:pt x="1009" y="1"/>
                    <a:pt x="9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4075800" y="1681475"/>
              <a:ext cx="25925" cy="6675"/>
            </a:xfrm>
            <a:custGeom>
              <a:avLst/>
              <a:gdLst/>
              <a:ahLst/>
              <a:cxnLst/>
              <a:rect l="l" t="t" r="r" b="b"/>
              <a:pathLst>
                <a:path w="1037" h="267" extrusionOk="0">
                  <a:moveTo>
                    <a:pt x="439" y="0"/>
                  </a:moveTo>
                  <a:cubicBezTo>
                    <a:pt x="187" y="0"/>
                    <a:pt x="0" y="29"/>
                    <a:pt x="0" y="29"/>
                  </a:cubicBezTo>
                  <a:cubicBezTo>
                    <a:pt x="0" y="29"/>
                    <a:pt x="0" y="124"/>
                    <a:pt x="48" y="255"/>
                  </a:cubicBezTo>
                  <a:cubicBezTo>
                    <a:pt x="165" y="235"/>
                    <a:pt x="326" y="216"/>
                    <a:pt x="509" y="216"/>
                  </a:cubicBezTo>
                  <a:cubicBezTo>
                    <a:pt x="661" y="216"/>
                    <a:pt x="828" y="229"/>
                    <a:pt x="1000" y="267"/>
                  </a:cubicBezTo>
                  <a:cubicBezTo>
                    <a:pt x="1036" y="160"/>
                    <a:pt x="1036" y="64"/>
                    <a:pt x="1036" y="64"/>
                  </a:cubicBezTo>
                  <a:cubicBezTo>
                    <a:pt x="833" y="15"/>
                    <a:pt x="619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4076975" y="1686850"/>
              <a:ext cx="23850" cy="9950"/>
            </a:xfrm>
            <a:custGeom>
              <a:avLst/>
              <a:gdLst/>
              <a:ahLst/>
              <a:cxnLst/>
              <a:rect l="l" t="t" r="r" b="b"/>
              <a:pathLst>
                <a:path w="954" h="398" extrusionOk="0">
                  <a:moveTo>
                    <a:pt x="462" y="1"/>
                  </a:moveTo>
                  <a:cubicBezTo>
                    <a:pt x="279" y="1"/>
                    <a:pt x="118" y="20"/>
                    <a:pt x="1" y="40"/>
                  </a:cubicBezTo>
                  <a:cubicBezTo>
                    <a:pt x="49" y="207"/>
                    <a:pt x="180" y="397"/>
                    <a:pt x="453" y="397"/>
                  </a:cubicBezTo>
                  <a:cubicBezTo>
                    <a:pt x="787" y="397"/>
                    <a:pt x="906" y="207"/>
                    <a:pt x="953" y="52"/>
                  </a:cubicBezTo>
                  <a:cubicBezTo>
                    <a:pt x="781" y="14"/>
                    <a:pt x="614" y="1"/>
                    <a:pt x="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4039175" y="1664500"/>
              <a:ext cx="28000" cy="19500"/>
            </a:xfrm>
            <a:custGeom>
              <a:avLst/>
              <a:gdLst/>
              <a:ahLst/>
              <a:cxnLst/>
              <a:rect l="l" t="t" r="r" b="b"/>
              <a:pathLst>
                <a:path w="1120" h="780" extrusionOk="0">
                  <a:moveTo>
                    <a:pt x="604" y="1"/>
                  </a:moveTo>
                  <a:cubicBezTo>
                    <a:pt x="546" y="1"/>
                    <a:pt x="483" y="13"/>
                    <a:pt x="418" y="41"/>
                  </a:cubicBezTo>
                  <a:cubicBezTo>
                    <a:pt x="1" y="220"/>
                    <a:pt x="144" y="755"/>
                    <a:pt x="144" y="755"/>
                  </a:cubicBezTo>
                  <a:cubicBezTo>
                    <a:pt x="144" y="767"/>
                    <a:pt x="156" y="779"/>
                    <a:pt x="168" y="779"/>
                  </a:cubicBezTo>
                  <a:lnTo>
                    <a:pt x="179" y="779"/>
                  </a:lnTo>
                  <a:cubicBezTo>
                    <a:pt x="191" y="779"/>
                    <a:pt x="203" y="755"/>
                    <a:pt x="203" y="743"/>
                  </a:cubicBezTo>
                  <a:cubicBezTo>
                    <a:pt x="191" y="720"/>
                    <a:pt x="72" y="243"/>
                    <a:pt x="441" y="89"/>
                  </a:cubicBezTo>
                  <a:cubicBezTo>
                    <a:pt x="499" y="65"/>
                    <a:pt x="553" y="54"/>
                    <a:pt x="604" y="54"/>
                  </a:cubicBezTo>
                  <a:cubicBezTo>
                    <a:pt x="879" y="54"/>
                    <a:pt x="1050" y="354"/>
                    <a:pt x="1060" y="374"/>
                  </a:cubicBezTo>
                  <a:cubicBezTo>
                    <a:pt x="1072" y="386"/>
                    <a:pt x="1084" y="386"/>
                    <a:pt x="1096" y="386"/>
                  </a:cubicBezTo>
                  <a:cubicBezTo>
                    <a:pt x="1108" y="374"/>
                    <a:pt x="1120" y="362"/>
                    <a:pt x="1108" y="339"/>
                  </a:cubicBezTo>
                  <a:cubicBezTo>
                    <a:pt x="1108" y="339"/>
                    <a:pt x="914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4035025" y="1680400"/>
              <a:ext cx="8950" cy="1800"/>
            </a:xfrm>
            <a:custGeom>
              <a:avLst/>
              <a:gdLst/>
              <a:ahLst/>
              <a:cxnLst/>
              <a:rect l="l" t="t" r="r" b="b"/>
              <a:pathLst>
                <a:path w="358" h="72" extrusionOk="0">
                  <a:moveTo>
                    <a:pt x="24" y="0"/>
                  </a:moveTo>
                  <a:cubicBezTo>
                    <a:pt x="12" y="0"/>
                    <a:pt x="0" y="12"/>
                    <a:pt x="0" y="36"/>
                  </a:cubicBezTo>
                  <a:cubicBezTo>
                    <a:pt x="0" y="48"/>
                    <a:pt x="12" y="60"/>
                    <a:pt x="24" y="60"/>
                  </a:cubicBezTo>
                  <a:lnTo>
                    <a:pt x="322" y="72"/>
                  </a:lnTo>
                  <a:cubicBezTo>
                    <a:pt x="334" y="72"/>
                    <a:pt x="345" y="60"/>
                    <a:pt x="345" y="48"/>
                  </a:cubicBezTo>
                  <a:cubicBezTo>
                    <a:pt x="357" y="36"/>
                    <a:pt x="345" y="24"/>
                    <a:pt x="322" y="2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4035900" y="1677125"/>
              <a:ext cx="7175" cy="2100"/>
            </a:xfrm>
            <a:custGeom>
              <a:avLst/>
              <a:gdLst/>
              <a:ahLst/>
              <a:cxnLst/>
              <a:rect l="l" t="t" r="r" b="b"/>
              <a:pathLst>
                <a:path w="287" h="84" extrusionOk="0">
                  <a:moveTo>
                    <a:pt x="48" y="0"/>
                  </a:moveTo>
                  <a:cubicBezTo>
                    <a:pt x="25" y="0"/>
                    <a:pt x="13" y="12"/>
                    <a:pt x="13" y="24"/>
                  </a:cubicBezTo>
                  <a:cubicBezTo>
                    <a:pt x="1" y="48"/>
                    <a:pt x="25" y="60"/>
                    <a:pt x="37" y="60"/>
                  </a:cubicBezTo>
                  <a:lnTo>
                    <a:pt x="239" y="84"/>
                  </a:lnTo>
                  <a:lnTo>
                    <a:pt x="251" y="84"/>
                  </a:lnTo>
                  <a:cubicBezTo>
                    <a:pt x="263" y="84"/>
                    <a:pt x="275" y="72"/>
                    <a:pt x="275" y="60"/>
                  </a:cubicBezTo>
                  <a:cubicBezTo>
                    <a:pt x="287" y="36"/>
                    <a:pt x="275" y="24"/>
                    <a:pt x="251" y="24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4098725" y="1641300"/>
              <a:ext cx="28600" cy="19475"/>
            </a:xfrm>
            <a:custGeom>
              <a:avLst/>
              <a:gdLst/>
              <a:ahLst/>
              <a:cxnLst/>
              <a:rect l="l" t="t" r="r" b="b"/>
              <a:pathLst>
                <a:path w="1144" h="779" extrusionOk="0">
                  <a:moveTo>
                    <a:pt x="609" y="0"/>
                  </a:moveTo>
                  <a:cubicBezTo>
                    <a:pt x="549" y="0"/>
                    <a:pt x="484" y="12"/>
                    <a:pt x="417" y="40"/>
                  </a:cubicBezTo>
                  <a:cubicBezTo>
                    <a:pt x="0" y="219"/>
                    <a:pt x="167" y="755"/>
                    <a:pt x="167" y="755"/>
                  </a:cubicBezTo>
                  <a:cubicBezTo>
                    <a:pt x="167" y="767"/>
                    <a:pt x="179" y="779"/>
                    <a:pt x="191" y="779"/>
                  </a:cubicBezTo>
                  <a:lnTo>
                    <a:pt x="202" y="779"/>
                  </a:lnTo>
                  <a:cubicBezTo>
                    <a:pt x="214" y="779"/>
                    <a:pt x="226" y="755"/>
                    <a:pt x="226" y="743"/>
                  </a:cubicBezTo>
                  <a:cubicBezTo>
                    <a:pt x="214" y="719"/>
                    <a:pt x="72" y="255"/>
                    <a:pt x="441" y="100"/>
                  </a:cubicBezTo>
                  <a:cubicBezTo>
                    <a:pt x="504" y="72"/>
                    <a:pt x="563" y="61"/>
                    <a:pt x="619" y="61"/>
                  </a:cubicBezTo>
                  <a:cubicBezTo>
                    <a:pt x="898" y="61"/>
                    <a:pt x="1074" y="354"/>
                    <a:pt x="1084" y="374"/>
                  </a:cubicBezTo>
                  <a:cubicBezTo>
                    <a:pt x="1095" y="386"/>
                    <a:pt x="1107" y="386"/>
                    <a:pt x="1119" y="386"/>
                  </a:cubicBezTo>
                  <a:cubicBezTo>
                    <a:pt x="1143" y="374"/>
                    <a:pt x="1143" y="362"/>
                    <a:pt x="1131" y="338"/>
                  </a:cubicBezTo>
                  <a:cubicBezTo>
                    <a:pt x="1131" y="338"/>
                    <a:pt x="929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4124600" y="1642375"/>
              <a:ext cx="6575" cy="7100"/>
            </a:xfrm>
            <a:custGeom>
              <a:avLst/>
              <a:gdLst/>
              <a:ahLst/>
              <a:cxnLst/>
              <a:rect l="l" t="t" r="r" b="b"/>
              <a:pathLst>
                <a:path w="263" h="284" extrusionOk="0">
                  <a:moveTo>
                    <a:pt x="227" y="0"/>
                  </a:moveTo>
                  <a:cubicBezTo>
                    <a:pt x="218" y="0"/>
                    <a:pt x="209" y="3"/>
                    <a:pt x="203" y="9"/>
                  </a:cubicBezTo>
                  <a:lnTo>
                    <a:pt x="13" y="235"/>
                  </a:lnTo>
                  <a:cubicBezTo>
                    <a:pt x="1" y="247"/>
                    <a:pt x="1" y="271"/>
                    <a:pt x="13" y="283"/>
                  </a:cubicBezTo>
                  <a:lnTo>
                    <a:pt x="37" y="283"/>
                  </a:lnTo>
                  <a:cubicBezTo>
                    <a:pt x="37" y="283"/>
                    <a:pt x="49" y="283"/>
                    <a:pt x="60" y="271"/>
                  </a:cubicBezTo>
                  <a:lnTo>
                    <a:pt x="251" y="45"/>
                  </a:lnTo>
                  <a:cubicBezTo>
                    <a:pt x="263" y="33"/>
                    <a:pt x="263" y="21"/>
                    <a:pt x="251" y="9"/>
                  </a:cubicBezTo>
                  <a:cubicBezTo>
                    <a:pt x="245" y="3"/>
                    <a:pt x="236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4122825" y="1640900"/>
              <a:ext cx="5075" cy="5875"/>
            </a:xfrm>
            <a:custGeom>
              <a:avLst/>
              <a:gdLst/>
              <a:ahLst/>
              <a:cxnLst/>
              <a:rect l="l" t="t" r="r" b="b"/>
              <a:pathLst>
                <a:path w="203" h="235" extrusionOk="0">
                  <a:moveTo>
                    <a:pt x="160" y="1"/>
                  </a:moveTo>
                  <a:cubicBezTo>
                    <a:pt x="149" y="1"/>
                    <a:pt x="138" y="7"/>
                    <a:pt x="131" y="21"/>
                  </a:cubicBezTo>
                  <a:lnTo>
                    <a:pt x="12" y="175"/>
                  </a:lnTo>
                  <a:cubicBezTo>
                    <a:pt x="0" y="199"/>
                    <a:pt x="0" y="211"/>
                    <a:pt x="12" y="223"/>
                  </a:cubicBezTo>
                  <a:cubicBezTo>
                    <a:pt x="24" y="235"/>
                    <a:pt x="36" y="235"/>
                    <a:pt x="36" y="235"/>
                  </a:cubicBezTo>
                  <a:cubicBezTo>
                    <a:pt x="48" y="235"/>
                    <a:pt x="60" y="235"/>
                    <a:pt x="60" y="223"/>
                  </a:cubicBezTo>
                  <a:lnTo>
                    <a:pt x="191" y="56"/>
                  </a:lnTo>
                  <a:cubicBezTo>
                    <a:pt x="203" y="44"/>
                    <a:pt x="203" y="21"/>
                    <a:pt x="179" y="9"/>
                  </a:cubicBezTo>
                  <a:cubicBezTo>
                    <a:pt x="174" y="4"/>
                    <a:pt x="167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4030550" y="1868925"/>
              <a:ext cx="248575" cy="248575"/>
            </a:xfrm>
            <a:custGeom>
              <a:avLst/>
              <a:gdLst/>
              <a:ahLst/>
              <a:cxnLst/>
              <a:rect l="l" t="t" r="r" b="b"/>
              <a:pathLst>
                <a:path w="9943" h="9943" extrusionOk="0">
                  <a:moveTo>
                    <a:pt x="1266" y="0"/>
                  </a:moveTo>
                  <a:cubicBezTo>
                    <a:pt x="1138" y="0"/>
                    <a:pt x="1029" y="24"/>
                    <a:pt x="953" y="79"/>
                  </a:cubicBezTo>
                  <a:cubicBezTo>
                    <a:pt x="608" y="341"/>
                    <a:pt x="1132" y="520"/>
                    <a:pt x="1132" y="520"/>
                  </a:cubicBezTo>
                  <a:cubicBezTo>
                    <a:pt x="1132" y="520"/>
                    <a:pt x="1004" y="501"/>
                    <a:pt x="852" y="501"/>
                  </a:cubicBezTo>
                  <a:cubicBezTo>
                    <a:pt x="625" y="501"/>
                    <a:pt x="343" y="544"/>
                    <a:pt x="358" y="758"/>
                  </a:cubicBezTo>
                  <a:cubicBezTo>
                    <a:pt x="382" y="1115"/>
                    <a:pt x="655" y="1234"/>
                    <a:pt x="655" y="1234"/>
                  </a:cubicBezTo>
                  <a:cubicBezTo>
                    <a:pt x="655" y="1234"/>
                    <a:pt x="1" y="1329"/>
                    <a:pt x="167" y="1794"/>
                  </a:cubicBezTo>
                  <a:cubicBezTo>
                    <a:pt x="247" y="1997"/>
                    <a:pt x="477" y="2023"/>
                    <a:pt x="591" y="2023"/>
                  </a:cubicBezTo>
                  <a:cubicBezTo>
                    <a:pt x="630" y="2023"/>
                    <a:pt x="655" y="2020"/>
                    <a:pt x="655" y="2020"/>
                  </a:cubicBezTo>
                  <a:lnTo>
                    <a:pt x="655" y="2020"/>
                  </a:lnTo>
                  <a:cubicBezTo>
                    <a:pt x="655" y="2020"/>
                    <a:pt x="286" y="2187"/>
                    <a:pt x="393" y="2472"/>
                  </a:cubicBezTo>
                  <a:cubicBezTo>
                    <a:pt x="444" y="2631"/>
                    <a:pt x="613" y="2668"/>
                    <a:pt x="759" y="2668"/>
                  </a:cubicBezTo>
                  <a:cubicBezTo>
                    <a:pt x="888" y="2668"/>
                    <a:pt x="1001" y="2639"/>
                    <a:pt x="1001" y="2639"/>
                  </a:cubicBezTo>
                  <a:lnTo>
                    <a:pt x="1001" y="2639"/>
                  </a:lnTo>
                  <a:cubicBezTo>
                    <a:pt x="1001" y="2639"/>
                    <a:pt x="798" y="2794"/>
                    <a:pt x="929" y="3092"/>
                  </a:cubicBezTo>
                  <a:cubicBezTo>
                    <a:pt x="1005" y="3278"/>
                    <a:pt x="1425" y="3416"/>
                    <a:pt x="1892" y="3416"/>
                  </a:cubicBezTo>
                  <a:cubicBezTo>
                    <a:pt x="2082" y="3416"/>
                    <a:pt x="2279" y="3393"/>
                    <a:pt x="2465" y="3342"/>
                  </a:cubicBezTo>
                  <a:cubicBezTo>
                    <a:pt x="2703" y="4032"/>
                    <a:pt x="3406" y="5985"/>
                    <a:pt x="4739" y="8068"/>
                  </a:cubicBezTo>
                  <a:cubicBezTo>
                    <a:pt x="4751" y="8092"/>
                    <a:pt x="4763" y="8128"/>
                    <a:pt x="4787" y="8152"/>
                  </a:cubicBezTo>
                  <a:cubicBezTo>
                    <a:pt x="5645" y="9590"/>
                    <a:pt x="6044" y="9942"/>
                    <a:pt x="6678" y="9942"/>
                  </a:cubicBezTo>
                  <a:cubicBezTo>
                    <a:pt x="6721" y="9942"/>
                    <a:pt x="6765" y="9941"/>
                    <a:pt x="6811" y="9938"/>
                  </a:cubicBezTo>
                  <a:cubicBezTo>
                    <a:pt x="6870" y="9926"/>
                    <a:pt x="7728" y="9616"/>
                    <a:pt x="7787" y="9592"/>
                  </a:cubicBezTo>
                  <a:cubicBezTo>
                    <a:pt x="8537" y="9235"/>
                    <a:pt x="9264" y="8830"/>
                    <a:pt x="9942" y="8354"/>
                  </a:cubicBezTo>
                  <a:cubicBezTo>
                    <a:pt x="8871" y="7580"/>
                    <a:pt x="7966" y="6556"/>
                    <a:pt x="7359" y="5378"/>
                  </a:cubicBezTo>
                  <a:cubicBezTo>
                    <a:pt x="7323" y="5413"/>
                    <a:pt x="7287" y="5437"/>
                    <a:pt x="7251" y="5473"/>
                  </a:cubicBezTo>
                  <a:cubicBezTo>
                    <a:pt x="6168" y="4211"/>
                    <a:pt x="4989" y="3008"/>
                    <a:pt x="4608" y="2520"/>
                  </a:cubicBezTo>
                  <a:cubicBezTo>
                    <a:pt x="4608" y="2520"/>
                    <a:pt x="4596" y="2508"/>
                    <a:pt x="4596" y="2508"/>
                  </a:cubicBezTo>
                  <a:cubicBezTo>
                    <a:pt x="4561" y="2461"/>
                    <a:pt x="4525" y="2425"/>
                    <a:pt x="4513" y="2389"/>
                  </a:cubicBezTo>
                  <a:lnTo>
                    <a:pt x="4501" y="2389"/>
                  </a:lnTo>
                  <a:cubicBezTo>
                    <a:pt x="4239" y="2032"/>
                    <a:pt x="3525" y="960"/>
                    <a:pt x="2799" y="508"/>
                  </a:cubicBezTo>
                  <a:cubicBezTo>
                    <a:pt x="2480" y="320"/>
                    <a:pt x="1741" y="0"/>
                    <a:pt x="1266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4214500" y="1893800"/>
              <a:ext cx="181850" cy="184000"/>
            </a:xfrm>
            <a:custGeom>
              <a:avLst/>
              <a:gdLst/>
              <a:ahLst/>
              <a:cxnLst/>
              <a:rect l="l" t="t" r="r" b="b"/>
              <a:pathLst>
                <a:path w="7274" h="7360" extrusionOk="0">
                  <a:moveTo>
                    <a:pt x="6675" y="1"/>
                  </a:moveTo>
                  <a:cubicBezTo>
                    <a:pt x="6669" y="1"/>
                    <a:pt x="6663" y="1"/>
                    <a:pt x="6656" y="1"/>
                  </a:cubicBezTo>
                  <a:cubicBezTo>
                    <a:pt x="5442" y="61"/>
                    <a:pt x="4465" y="180"/>
                    <a:pt x="3203" y="215"/>
                  </a:cubicBezTo>
                  <a:cubicBezTo>
                    <a:pt x="2977" y="227"/>
                    <a:pt x="2775" y="370"/>
                    <a:pt x="2715" y="585"/>
                  </a:cubicBezTo>
                  <a:cubicBezTo>
                    <a:pt x="2346" y="1870"/>
                    <a:pt x="1560" y="2966"/>
                    <a:pt x="1" y="4383"/>
                  </a:cubicBezTo>
                  <a:cubicBezTo>
                    <a:pt x="608" y="5561"/>
                    <a:pt x="1513" y="6585"/>
                    <a:pt x="2584" y="7359"/>
                  </a:cubicBezTo>
                  <a:cubicBezTo>
                    <a:pt x="4656" y="5942"/>
                    <a:pt x="6359" y="3883"/>
                    <a:pt x="7192" y="656"/>
                  </a:cubicBezTo>
                  <a:cubicBezTo>
                    <a:pt x="7274" y="317"/>
                    <a:pt x="7023" y="1"/>
                    <a:pt x="6675" y="1"/>
                  </a:cubicBezTo>
                  <a:close/>
                </a:path>
              </a:pathLst>
            </a:custGeom>
            <a:solidFill>
              <a:srgbClr val="ECA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4332075" y="1841125"/>
              <a:ext cx="93200" cy="39175"/>
            </a:xfrm>
            <a:custGeom>
              <a:avLst/>
              <a:gdLst/>
              <a:ahLst/>
              <a:cxnLst/>
              <a:rect l="l" t="t" r="r" b="b"/>
              <a:pathLst>
                <a:path w="3728" h="1567" extrusionOk="0">
                  <a:moveTo>
                    <a:pt x="3549" y="1"/>
                  </a:moveTo>
                  <a:cubicBezTo>
                    <a:pt x="2441" y="489"/>
                    <a:pt x="1227" y="739"/>
                    <a:pt x="1" y="763"/>
                  </a:cubicBezTo>
                  <a:lnTo>
                    <a:pt x="179" y="1310"/>
                  </a:lnTo>
                  <a:cubicBezTo>
                    <a:pt x="551" y="1493"/>
                    <a:pt x="967" y="1566"/>
                    <a:pt x="1381" y="1566"/>
                  </a:cubicBezTo>
                  <a:cubicBezTo>
                    <a:pt x="2451" y="1566"/>
                    <a:pt x="3504" y="1076"/>
                    <a:pt x="3727" y="715"/>
                  </a:cubicBezTo>
                  <a:lnTo>
                    <a:pt x="3549" y="1"/>
                  </a:ln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4316900" y="1789925"/>
              <a:ext cx="104200" cy="70275"/>
            </a:xfrm>
            <a:custGeom>
              <a:avLst/>
              <a:gdLst/>
              <a:ahLst/>
              <a:cxnLst/>
              <a:rect l="l" t="t" r="r" b="b"/>
              <a:pathLst>
                <a:path w="4168" h="2811" extrusionOk="0">
                  <a:moveTo>
                    <a:pt x="3667" y="1"/>
                  </a:moveTo>
                  <a:lnTo>
                    <a:pt x="0" y="989"/>
                  </a:lnTo>
                  <a:lnTo>
                    <a:pt x="417" y="2239"/>
                  </a:lnTo>
                  <a:lnTo>
                    <a:pt x="608" y="2811"/>
                  </a:lnTo>
                  <a:cubicBezTo>
                    <a:pt x="1834" y="2787"/>
                    <a:pt x="3060" y="2537"/>
                    <a:pt x="4168" y="2049"/>
                  </a:cubicBezTo>
                  <a:lnTo>
                    <a:pt x="3929" y="1084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ECA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226100" y="1513275"/>
              <a:ext cx="325975" cy="318875"/>
            </a:xfrm>
            <a:custGeom>
              <a:avLst/>
              <a:gdLst/>
              <a:ahLst/>
              <a:cxnLst/>
              <a:rect l="l" t="t" r="r" b="b"/>
              <a:pathLst>
                <a:path w="13039" h="12755" extrusionOk="0">
                  <a:moveTo>
                    <a:pt x="6334" y="0"/>
                  </a:moveTo>
                  <a:cubicBezTo>
                    <a:pt x="5123" y="0"/>
                    <a:pt x="4048" y="615"/>
                    <a:pt x="3168" y="2042"/>
                  </a:cubicBezTo>
                  <a:cubicBezTo>
                    <a:pt x="3168" y="2042"/>
                    <a:pt x="2668" y="2411"/>
                    <a:pt x="2537" y="3125"/>
                  </a:cubicBezTo>
                  <a:cubicBezTo>
                    <a:pt x="2094" y="5625"/>
                    <a:pt x="1835" y="6149"/>
                    <a:pt x="1547" y="6149"/>
                  </a:cubicBezTo>
                  <a:cubicBezTo>
                    <a:pt x="1401" y="6149"/>
                    <a:pt x="1248" y="6015"/>
                    <a:pt x="1061" y="5935"/>
                  </a:cubicBezTo>
                  <a:cubicBezTo>
                    <a:pt x="1040" y="5926"/>
                    <a:pt x="1021" y="5922"/>
                    <a:pt x="1004" y="5922"/>
                  </a:cubicBezTo>
                  <a:cubicBezTo>
                    <a:pt x="816" y="5922"/>
                    <a:pt x="841" y="6426"/>
                    <a:pt x="787" y="6590"/>
                  </a:cubicBezTo>
                  <a:cubicBezTo>
                    <a:pt x="1" y="8864"/>
                    <a:pt x="382" y="11376"/>
                    <a:pt x="3085" y="12507"/>
                  </a:cubicBezTo>
                  <a:cubicBezTo>
                    <a:pt x="3488" y="12677"/>
                    <a:pt x="3901" y="12754"/>
                    <a:pt x="4320" y="12754"/>
                  </a:cubicBezTo>
                  <a:cubicBezTo>
                    <a:pt x="6144" y="12754"/>
                    <a:pt x="8105" y="11298"/>
                    <a:pt x="10050" y="9614"/>
                  </a:cubicBezTo>
                  <a:cubicBezTo>
                    <a:pt x="13038" y="7019"/>
                    <a:pt x="12288" y="2899"/>
                    <a:pt x="9693" y="1220"/>
                  </a:cubicBezTo>
                  <a:cubicBezTo>
                    <a:pt x="8498" y="448"/>
                    <a:pt x="7366" y="0"/>
                    <a:pt x="6334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223125" y="1698250"/>
              <a:ext cx="201475" cy="153750"/>
            </a:xfrm>
            <a:custGeom>
              <a:avLst/>
              <a:gdLst/>
              <a:ahLst/>
              <a:cxnLst/>
              <a:rect l="l" t="t" r="r" b="b"/>
              <a:pathLst>
                <a:path w="8059" h="6150" extrusionOk="0">
                  <a:moveTo>
                    <a:pt x="680" y="1"/>
                  </a:moveTo>
                  <a:cubicBezTo>
                    <a:pt x="680" y="1"/>
                    <a:pt x="1" y="822"/>
                    <a:pt x="49" y="2680"/>
                  </a:cubicBezTo>
                  <a:cubicBezTo>
                    <a:pt x="84" y="4739"/>
                    <a:pt x="1180" y="6001"/>
                    <a:pt x="2704" y="6132"/>
                  </a:cubicBezTo>
                  <a:cubicBezTo>
                    <a:pt x="2846" y="6144"/>
                    <a:pt x="2989" y="6150"/>
                    <a:pt x="3132" y="6150"/>
                  </a:cubicBezTo>
                  <a:cubicBezTo>
                    <a:pt x="5454" y="6150"/>
                    <a:pt x="7715" y="4666"/>
                    <a:pt x="7883" y="3858"/>
                  </a:cubicBezTo>
                  <a:cubicBezTo>
                    <a:pt x="8059" y="3003"/>
                    <a:pt x="7519" y="404"/>
                    <a:pt x="6877" y="404"/>
                  </a:cubicBezTo>
                  <a:cubicBezTo>
                    <a:pt x="6867" y="404"/>
                    <a:pt x="6857" y="404"/>
                    <a:pt x="6847" y="406"/>
                  </a:cubicBezTo>
                  <a:cubicBezTo>
                    <a:pt x="6222" y="496"/>
                    <a:pt x="3936" y="2443"/>
                    <a:pt x="3264" y="2443"/>
                  </a:cubicBezTo>
                  <a:cubicBezTo>
                    <a:pt x="3232" y="2443"/>
                    <a:pt x="3204" y="2439"/>
                    <a:pt x="3180" y="2430"/>
                  </a:cubicBezTo>
                  <a:cubicBezTo>
                    <a:pt x="2632" y="2239"/>
                    <a:pt x="2596" y="834"/>
                    <a:pt x="2144" y="417"/>
                  </a:cubicBezTo>
                  <a:cubicBezTo>
                    <a:pt x="1680" y="1"/>
                    <a:pt x="680" y="1"/>
                    <a:pt x="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388000" y="1554200"/>
              <a:ext cx="235200" cy="284950"/>
            </a:xfrm>
            <a:custGeom>
              <a:avLst/>
              <a:gdLst/>
              <a:ahLst/>
              <a:cxnLst/>
              <a:rect l="l" t="t" r="r" b="b"/>
              <a:pathLst>
                <a:path w="9408" h="11398" extrusionOk="0">
                  <a:moveTo>
                    <a:pt x="5586" y="0"/>
                  </a:moveTo>
                  <a:cubicBezTo>
                    <a:pt x="4467" y="1334"/>
                    <a:pt x="3181" y="2465"/>
                    <a:pt x="1716" y="3286"/>
                  </a:cubicBezTo>
                  <a:cubicBezTo>
                    <a:pt x="1728" y="3298"/>
                    <a:pt x="1740" y="3298"/>
                    <a:pt x="1740" y="3298"/>
                  </a:cubicBezTo>
                  <a:cubicBezTo>
                    <a:pt x="1740" y="3298"/>
                    <a:pt x="1788" y="3536"/>
                    <a:pt x="1169" y="4798"/>
                  </a:cubicBezTo>
                  <a:cubicBezTo>
                    <a:pt x="562" y="6060"/>
                    <a:pt x="966" y="7441"/>
                    <a:pt x="966" y="7441"/>
                  </a:cubicBezTo>
                  <a:cubicBezTo>
                    <a:pt x="966" y="7441"/>
                    <a:pt x="312" y="7906"/>
                    <a:pt x="145" y="8763"/>
                  </a:cubicBezTo>
                  <a:cubicBezTo>
                    <a:pt x="0" y="9565"/>
                    <a:pt x="470" y="11398"/>
                    <a:pt x="2226" y="11398"/>
                  </a:cubicBezTo>
                  <a:cubicBezTo>
                    <a:pt x="2348" y="11398"/>
                    <a:pt x="2475" y="11389"/>
                    <a:pt x="2609" y="11371"/>
                  </a:cubicBezTo>
                  <a:cubicBezTo>
                    <a:pt x="4669" y="11073"/>
                    <a:pt x="5145" y="10156"/>
                    <a:pt x="5145" y="10156"/>
                  </a:cubicBezTo>
                  <a:cubicBezTo>
                    <a:pt x="5145" y="10156"/>
                    <a:pt x="6467" y="10156"/>
                    <a:pt x="7205" y="9120"/>
                  </a:cubicBezTo>
                  <a:cubicBezTo>
                    <a:pt x="9408" y="6013"/>
                    <a:pt x="8479" y="3965"/>
                    <a:pt x="8479" y="3965"/>
                  </a:cubicBezTo>
                  <a:cubicBezTo>
                    <a:pt x="8467" y="1226"/>
                    <a:pt x="5586" y="0"/>
                    <a:pt x="5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256175" y="1476500"/>
              <a:ext cx="277450" cy="180725"/>
            </a:xfrm>
            <a:custGeom>
              <a:avLst/>
              <a:gdLst/>
              <a:ahLst/>
              <a:cxnLst/>
              <a:rect l="l" t="t" r="r" b="b"/>
              <a:pathLst>
                <a:path w="11098" h="7229" extrusionOk="0">
                  <a:moveTo>
                    <a:pt x="4360" y="0"/>
                  </a:moveTo>
                  <a:cubicBezTo>
                    <a:pt x="2110" y="0"/>
                    <a:pt x="2406" y="1977"/>
                    <a:pt x="2406" y="1977"/>
                  </a:cubicBezTo>
                  <a:cubicBezTo>
                    <a:pt x="2406" y="1977"/>
                    <a:pt x="1972" y="1651"/>
                    <a:pt x="1518" y="1651"/>
                  </a:cubicBezTo>
                  <a:cubicBezTo>
                    <a:pt x="1294" y="1651"/>
                    <a:pt x="1066" y="1730"/>
                    <a:pt x="882" y="1965"/>
                  </a:cubicBezTo>
                  <a:cubicBezTo>
                    <a:pt x="322" y="2679"/>
                    <a:pt x="0" y="4394"/>
                    <a:pt x="1644" y="4668"/>
                  </a:cubicBezTo>
                  <a:cubicBezTo>
                    <a:pt x="4251" y="5108"/>
                    <a:pt x="4715" y="6299"/>
                    <a:pt x="5930" y="6906"/>
                  </a:cubicBezTo>
                  <a:cubicBezTo>
                    <a:pt x="6488" y="7178"/>
                    <a:pt x="7069" y="7229"/>
                    <a:pt x="7491" y="7229"/>
                  </a:cubicBezTo>
                  <a:cubicBezTo>
                    <a:pt x="7741" y="7229"/>
                    <a:pt x="7935" y="7211"/>
                    <a:pt x="8036" y="7211"/>
                  </a:cubicBezTo>
                  <a:cubicBezTo>
                    <a:pt x="8063" y="7211"/>
                    <a:pt x="8084" y="7213"/>
                    <a:pt x="8097" y="7216"/>
                  </a:cubicBezTo>
                  <a:cubicBezTo>
                    <a:pt x="9680" y="6430"/>
                    <a:pt x="9883" y="4894"/>
                    <a:pt x="11097" y="3656"/>
                  </a:cubicBezTo>
                  <a:cubicBezTo>
                    <a:pt x="11038" y="3584"/>
                    <a:pt x="10549" y="1882"/>
                    <a:pt x="6966" y="572"/>
                  </a:cubicBezTo>
                  <a:cubicBezTo>
                    <a:pt x="5847" y="160"/>
                    <a:pt x="5000" y="0"/>
                    <a:pt x="4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416025" y="1477850"/>
              <a:ext cx="124425" cy="96900"/>
            </a:xfrm>
            <a:custGeom>
              <a:avLst/>
              <a:gdLst/>
              <a:ahLst/>
              <a:cxnLst/>
              <a:rect l="l" t="t" r="r" b="b"/>
              <a:pathLst>
                <a:path w="4977" h="3876" extrusionOk="0">
                  <a:moveTo>
                    <a:pt x="1088" y="0"/>
                  </a:moveTo>
                  <a:cubicBezTo>
                    <a:pt x="991" y="0"/>
                    <a:pt x="894" y="13"/>
                    <a:pt x="798" y="42"/>
                  </a:cubicBezTo>
                  <a:cubicBezTo>
                    <a:pt x="345" y="173"/>
                    <a:pt x="72" y="613"/>
                    <a:pt x="36" y="1054"/>
                  </a:cubicBezTo>
                  <a:cubicBezTo>
                    <a:pt x="0" y="1482"/>
                    <a:pt x="143" y="1911"/>
                    <a:pt x="286" y="2316"/>
                  </a:cubicBezTo>
                  <a:lnTo>
                    <a:pt x="4977" y="3876"/>
                  </a:lnTo>
                  <a:cubicBezTo>
                    <a:pt x="4429" y="2495"/>
                    <a:pt x="3441" y="1280"/>
                    <a:pt x="2167" y="411"/>
                  </a:cubicBezTo>
                  <a:cubicBezTo>
                    <a:pt x="1853" y="202"/>
                    <a:pt x="1471" y="0"/>
                    <a:pt x="1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380600" y="15756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12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855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395175" y="1559250"/>
              <a:ext cx="925" cy="625"/>
            </a:xfrm>
            <a:custGeom>
              <a:avLst/>
              <a:gdLst/>
              <a:ahLst/>
              <a:cxnLst/>
              <a:rect l="l" t="t" r="r" b="b"/>
              <a:pathLst>
                <a:path w="37" h="25" extrusionOk="0">
                  <a:moveTo>
                    <a:pt x="36" y="1"/>
                  </a:moveTo>
                  <a:cubicBezTo>
                    <a:pt x="36" y="1"/>
                    <a:pt x="24" y="1"/>
                    <a:pt x="1" y="24"/>
                  </a:cubicBezTo>
                  <a:cubicBezTo>
                    <a:pt x="25" y="12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315700" y="1602050"/>
              <a:ext cx="59850" cy="54625"/>
            </a:xfrm>
            <a:custGeom>
              <a:avLst/>
              <a:gdLst/>
              <a:ahLst/>
              <a:cxnLst/>
              <a:rect l="l" t="t" r="r" b="b"/>
              <a:pathLst>
                <a:path w="2394" h="2185" extrusionOk="0">
                  <a:moveTo>
                    <a:pt x="581" y="0"/>
                  </a:moveTo>
                  <a:cubicBezTo>
                    <a:pt x="441" y="0"/>
                    <a:pt x="331" y="69"/>
                    <a:pt x="239" y="170"/>
                  </a:cubicBezTo>
                  <a:cubicBezTo>
                    <a:pt x="1" y="432"/>
                    <a:pt x="96" y="932"/>
                    <a:pt x="537" y="1444"/>
                  </a:cubicBezTo>
                  <a:cubicBezTo>
                    <a:pt x="939" y="1919"/>
                    <a:pt x="1264" y="2184"/>
                    <a:pt x="1544" y="2184"/>
                  </a:cubicBezTo>
                  <a:cubicBezTo>
                    <a:pt x="1629" y="2184"/>
                    <a:pt x="1709" y="2160"/>
                    <a:pt x="1787" y="2110"/>
                  </a:cubicBezTo>
                  <a:cubicBezTo>
                    <a:pt x="1787" y="2110"/>
                    <a:pt x="2394" y="1729"/>
                    <a:pt x="1632" y="789"/>
                  </a:cubicBezTo>
                  <a:cubicBezTo>
                    <a:pt x="1150" y="202"/>
                    <a:pt x="821" y="0"/>
                    <a:pt x="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229100" y="1655600"/>
              <a:ext cx="43225" cy="38550"/>
            </a:xfrm>
            <a:custGeom>
              <a:avLst/>
              <a:gdLst/>
              <a:ahLst/>
              <a:cxnLst/>
              <a:rect l="l" t="t" r="r" b="b"/>
              <a:pathLst>
                <a:path w="1729" h="1542" extrusionOk="0">
                  <a:moveTo>
                    <a:pt x="647" y="0"/>
                  </a:moveTo>
                  <a:cubicBezTo>
                    <a:pt x="500" y="0"/>
                    <a:pt x="170" y="101"/>
                    <a:pt x="95" y="516"/>
                  </a:cubicBezTo>
                  <a:cubicBezTo>
                    <a:pt x="0" y="969"/>
                    <a:pt x="488" y="1397"/>
                    <a:pt x="488" y="1397"/>
                  </a:cubicBezTo>
                  <a:cubicBezTo>
                    <a:pt x="554" y="1499"/>
                    <a:pt x="630" y="1542"/>
                    <a:pt x="710" y="1542"/>
                  </a:cubicBezTo>
                  <a:cubicBezTo>
                    <a:pt x="1148" y="1542"/>
                    <a:pt x="1729" y="270"/>
                    <a:pt x="1688" y="270"/>
                  </a:cubicBezTo>
                  <a:lnTo>
                    <a:pt x="1688" y="270"/>
                  </a:lnTo>
                  <a:cubicBezTo>
                    <a:pt x="1686" y="270"/>
                    <a:pt x="1683" y="273"/>
                    <a:pt x="1679" y="278"/>
                  </a:cubicBezTo>
                  <a:cubicBezTo>
                    <a:pt x="1596" y="377"/>
                    <a:pt x="1508" y="481"/>
                    <a:pt x="1368" y="481"/>
                  </a:cubicBezTo>
                  <a:cubicBezTo>
                    <a:pt x="1305" y="481"/>
                    <a:pt x="1231" y="460"/>
                    <a:pt x="1143" y="409"/>
                  </a:cubicBezTo>
                  <a:cubicBezTo>
                    <a:pt x="869" y="230"/>
                    <a:pt x="810" y="40"/>
                    <a:pt x="691" y="4"/>
                  </a:cubicBezTo>
                  <a:cubicBezTo>
                    <a:pt x="679" y="2"/>
                    <a:pt x="664" y="0"/>
                    <a:pt x="647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229100" y="1591400"/>
              <a:ext cx="63425" cy="99450"/>
            </a:xfrm>
            <a:custGeom>
              <a:avLst/>
              <a:gdLst/>
              <a:ahLst/>
              <a:cxnLst/>
              <a:rect l="l" t="t" r="r" b="b"/>
              <a:pathLst>
                <a:path w="2537" h="3978" extrusionOk="0">
                  <a:moveTo>
                    <a:pt x="2500" y="0"/>
                  </a:moveTo>
                  <a:cubicBezTo>
                    <a:pt x="2477" y="0"/>
                    <a:pt x="2453" y="12"/>
                    <a:pt x="2453" y="36"/>
                  </a:cubicBezTo>
                  <a:cubicBezTo>
                    <a:pt x="2286" y="762"/>
                    <a:pt x="1810" y="2715"/>
                    <a:pt x="1595" y="2894"/>
                  </a:cubicBezTo>
                  <a:cubicBezTo>
                    <a:pt x="1537" y="2944"/>
                    <a:pt x="1472" y="2969"/>
                    <a:pt x="1401" y="2969"/>
                  </a:cubicBezTo>
                  <a:cubicBezTo>
                    <a:pt x="1254" y="2969"/>
                    <a:pt x="1081" y="2864"/>
                    <a:pt x="881" y="2655"/>
                  </a:cubicBezTo>
                  <a:cubicBezTo>
                    <a:pt x="869" y="2644"/>
                    <a:pt x="869" y="2644"/>
                    <a:pt x="857" y="2632"/>
                  </a:cubicBezTo>
                  <a:cubicBezTo>
                    <a:pt x="765" y="2540"/>
                    <a:pt x="663" y="2492"/>
                    <a:pt x="561" y="2492"/>
                  </a:cubicBezTo>
                  <a:cubicBezTo>
                    <a:pt x="505" y="2492"/>
                    <a:pt x="448" y="2507"/>
                    <a:pt x="393" y="2536"/>
                  </a:cubicBezTo>
                  <a:cubicBezTo>
                    <a:pt x="167" y="2655"/>
                    <a:pt x="0" y="3025"/>
                    <a:pt x="60" y="3322"/>
                  </a:cubicBezTo>
                  <a:cubicBezTo>
                    <a:pt x="119" y="3691"/>
                    <a:pt x="417" y="3953"/>
                    <a:pt x="429" y="3965"/>
                  </a:cubicBezTo>
                  <a:cubicBezTo>
                    <a:pt x="429" y="3965"/>
                    <a:pt x="441" y="3977"/>
                    <a:pt x="441" y="3977"/>
                  </a:cubicBezTo>
                  <a:cubicBezTo>
                    <a:pt x="452" y="3977"/>
                    <a:pt x="476" y="3977"/>
                    <a:pt x="488" y="3965"/>
                  </a:cubicBezTo>
                  <a:cubicBezTo>
                    <a:pt x="500" y="3941"/>
                    <a:pt x="500" y="3918"/>
                    <a:pt x="488" y="3894"/>
                  </a:cubicBezTo>
                  <a:cubicBezTo>
                    <a:pt x="476" y="3894"/>
                    <a:pt x="202" y="3644"/>
                    <a:pt x="143" y="3310"/>
                  </a:cubicBezTo>
                  <a:cubicBezTo>
                    <a:pt x="95" y="3048"/>
                    <a:pt x="238" y="2715"/>
                    <a:pt x="429" y="2608"/>
                  </a:cubicBezTo>
                  <a:cubicBezTo>
                    <a:pt x="470" y="2587"/>
                    <a:pt x="513" y="2576"/>
                    <a:pt x="556" y="2576"/>
                  </a:cubicBezTo>
                  <a:cubicBezTo>
                    <a:pt x="638" y="2576"/>
                    <a:pt x="720" y="2614"/>
                    <a:pt x="798" y="2691"/>
                  </a:cubicBezTo>
                  <a:lnTo>
                    <a:pt x="822" y="2715"/>
                  </a:lnTo>
                  <a:cubicBezTo>
                    <a:pt x="1067" y="2975"/>
                    <a:pt x="1259" y="3061"/>
                    <a:pt x="1407" y="3061"/>
                  </a:cubicBezTo>
                  <a:cubicBezTo>
                    <a:pt x="1510" y="3061"/>
                    <a:pt x="1591" y="3019"/>
                    <a:pt x="1655" y="2965"/>
                  </a:cubicBezTo>
                  <a:cubicBezTo>
                    <a:pt x="1929" y="2715"/>
                    <a:pt x="2465" y="322"/>
                    <a:pt x="2536" y="48"/>
                  </a:cubicBezTo>
                  <a:cubicBezTo>
                    <a:pt x="2536" y="36"/>
                    <a:pt x="2524" y="12"/>
                    <a:pt x="2500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240400" y="1724925"/>
              <a:ext cx="37825" cy="12950"/>
            </a:xfrm>
            <a:custGeom>
              <a:avLst/>
              <a:gdLst/>
              <a:ahLst/>
              <a:cxnLst/>
              <a:rect l="l" t="t" r="r" b="b"/>
              <a:pathLst>
                <a:path w="1513" h="518" extrusionOk="0">
                  <a:moveTo>
                    <a:pt x="457" y="0"/>
                  </a:moveTo>
                  <a:cubicBezTo>
                    <a:pt x="323" y="0"/>
                    <a:pt x="185" y="9"/>
                    <a:pt x="48" y="29"/>
                  </a:cubicBezTo>
                  <a:cubicBezTo>
                    <a:pt x="48" y="29"/>
                    <a:pt x="0" y="184"/>
                    <a:pt x="12" y="374"/>
                  </a:cubicBezTo>
                  <a:cubicBezTo>
                    <a:pt x="134" y="359"/>
                    <a:pt x="252" y="353"/>
                    <a:pt x="365" y="353"/>
                  </a:cubicBezTo>
                  <a:cubicBezTo>
                    <a:pt x="783" y="353"/>
                    <a:pt x="1135" y="442"/>
                    <a:pt x="1370" y="517"/>
                  </a:cubicBezTo>
                  <a:cubicBezTo>
                    <a:pt x="1465" y="327"/>
                    <a:pt x="1513" y="148"/>
                    <a:pt x="1513" y="148"/>
                  </a:cubicBezTo>
                  <a:cubicBezTo>
                    <a:pt x="1513" y="148"/>
                    <a:pt x="1022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240700" y="1733725"/>
              <a:ext cx="33950" cy="17375"/>
            </a:xfrm>
            <a:custGeom>
              <a:avLst/>
              <a:gdLst/>
              <a:ahLst/>
              <a:cxnLst/>
              <a:rect l="l" t="t" r="r" b="b"/>
              <a:pathLst>
                <a:path w="1358" h="695" extrusionOk="0">
                  <a:moveTo>
                    <a:pt x="353" y="1"/>
                  </a:moveTo>
                  <a:cubicBezTo>
                    <a:pt x="240" y="1"/>
                    <a:pt x="122" y="7"/>
                    <a:pt x="0" y="22"/>
                  </a:cubicBezTo>
                  <a:cubicBezTo>
                    <a:pt x="24" y="296"/>
                    <a:pt x="143" y="641"/>
                    <a:pt x="619" y="689"/>
                  </a:cubicBezTo>
                  <a:cubicBezTo>
                    <a:pt x="647" y="693"/>
                    <a:pt x="673" y="694"/>
                    <a:pt x="699" y="694"/>
                  </a:cubicBezTo>
                  <a:cubicBezTo>
                    <a:pt x="1034" y="694"/>
                    <a:pt x="1247" y="419"/>
                    <a:pt x="1358" y="165"/>
                  </a:cubicBezTo>
                  <a:cubicBezTo>
                    <a:pt x="1123" y="90"/>
                    <a:pt x="771" y="1"/>
                    <a:pt x="3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378500" y="1704175"/>
              <a:ext cx="85550" cy="82875"/>
            </a:xfrm>
            <a:custGeom>
              <a:avLst/>
              <a:gdLst/>
              <a:ahLst/>
              <a:cxnLst/>
              <a:rect l="l" t="t" r="r" b="b"/>
              <a:pathLst>
                <a:path w="3422" h="3315" extrusionOk="0">
                  <a:moveTo>
                    <a:pt x="1350" y="0"/>
                  </a:moveTo>
                  <a:cubicBezTo>
                    <a:pt x="1302" y="0"/>
                    <a:pt x="1275" y="2"/>
                    <a:pt x="1275" y="2"/>
                  </a:cubicBezTo>
                  <a:lnTo>
                    <a:pt x="1" y="1990"/>
                  </a:lnTo>
                  <a:cubicBezTo>
                    <a:pt x="154" y="2787"/>
                    <a:pt x="849" y="3314"/>
                    <a:pt x="1541" y="3314"/>
                  </a:cubicBezTo>
                  <a:cubicBezTo>
                    <a:pt x="2142" y="3314"/>
                    <a:pt x="2740" y="2917"/>
                    <a:pt x="2978" y="1954"/>
                  </a:cubicBezTo>
                  <a:cubicBezTo>
                    <a:pt x="3422" y="104"/>
                    <a:pt x="1733" y="0"/>
                    <a:pt x="1350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388025" y="1720625"/>
              <a:ext cx="56300" cy="39275"/>
            </a:xfrm>
            <a:custGeom>
              <a:avLst/>
              <a:gdLst/>
              <a:ahLst/>
              <a:cxnLst/>
              <a:rect l="l" t="t" r="r" b="b"/>
              <a:pathLst>
                <a:path w="2252" h="1571" extrusionOk="0">
                  <a:moveTo>
                    <a:pt x="1255" y="0"/>
                  </a:moveTo>
                  <a:cubicBezTo>
                    <a:pt x="1141" y="0"/>
                    <a:pt x="1020" y="19"/>
                    <a:pt x="894" y="58"/>
                  </a:cubicBezTo>
                  <a:cubicBezTo>
                    <a:pt x="1" y="332"/>
                    <a:pt x="156" y="1523"/>
                    <a:pt x="156" y="1535"/>
                  </a:cubicBezTo>
                  <a:cubicBezTo>
                    <a:pt x="156" y="1546"/>
                    <a:pt x="168" y="1558"/>
                    <a:pt x="191" y="1570"/>
                  </a:cubicBezTo>
                  <a:lnTo>
                    <a:pt x="203" y="1570"/>
                  </a:lnTo>
                  <a:cubicBezTo>
                    <a:pt x="227" y="1558"/>
                    <a:pt x="239" y="1546"/>
                    <a:pt x="239" y="1523"/>
                  </a:cubicBezTo>
                  <a:cubicBezTo>
                    <a:pt x="239" y="1511"/>
                    <a:pt x="96" y="392"/>
                    <a:pt x="918" y="142"/>
                  </a:cubicBezTo>
                  <a:cubicBezTo>
                    <a:pt x="1039" y="106"/>
                    <a:pt x="1157" y="88"/>
                    <a:pt x="1268" y="88"/>
                  </a:cubicBezTo>
                  <a:cubicBezTo>
                    <a:pt x="1418" y="88"/>
                    <a:pt x="1557" y="121"/>
                    <a:pt x="1680" y="189"/>
                  </a:cubicBezTo>
                  <a:cubicBezTo>
                    <a:pt x="2049" y="392"/>
                    <a:pt x="2168" y="844"/>
                    <a:pt x="2168" y="844"/>
                  </a:cubicBezTo>
                  <a:cubicBezTo>
                    <a:pt x="2180" y="868"/>
                    <a:pt x="2204" y="880"/>
                    <a:pt x="2216" y="880"/>
                  </a:cubicBezTo>
                  <a:cubicBezTo>
                    <a:pt x="2239" y="868"/>
                    <a:pt x="2251" y="844"/>
                    <a:pt x="2251" y="820"/>
                  </a:cubicBezTo>
                  <a:cubicBezTo>
                    <a:pt x="2239" y="808"/>
                    <a:pt x="2120" y="332"/>
                    <a:pt x="1715" y="118"/>
                  </a:cubicBezTo>
                  <a:cubicBezTo>
                    <a:pt x="1575" y="40"/>
                    <a:pt x="1421" y="0"/>
                    <a:pt x="1255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394275" y="1734150"/>
              <a:ext cx="31300" cy="13250"/>
            </a:xfrm>
            <a:custGeom>
              <a:avLst/>
              <a:gdLst/>
              <a:ahLst/>
              <a:cxnLst/>
              <a:rect l="l" t="t" r="r" b="b"/>
              <a:pathLst>
                <a:path w="1252" h="530" extrusionOk="0">
                  <a:moveTo>
                    <a:pt x="406" y="1"/>
                  </a:moveTo>
                  <a:cubicBezTo>
                    <a:pt x="286" y="1"/>
                    <a:pt x="158" y="29"/>
                    <a:pt x="25" y="101"/>
                  </a:cubicBezTo>
                  <a:cubicBezTo>
                    <a:pt x="13" y="113"/>
                    <a:pt x="1" y="136"/>
                    <a:pt x="13" y="160"/>
                  </a:cubicBezTo>
                  <a:cubicBezTo>
                    <a:pt x="22" y="178"/>
                    <a:pt x="37" y="189"/>
                    <a:pt x="54" y="189"/>
                  </a:cubicBezTo>
                  <a:cubicBezTo>
                    <a:pt x="60" y="189"/>
                    <a:pt x="66" y="187"/>
                    <a:pt x="72" y="184"/>
                  </a:cubicBezTo>
                  <a:cubicBezTo>
                    <a:pt x="191" y="120"/>
                    <a:pt x="306" y="94"/>
                    <a:pt x="413" y="94"/>
                  </a:cubicBezTo>
                  <a:cubicBezTo>
                    <a:pt x="844" y="94"/>
                    <a:pt x="1158" y="508"/>
                    <a:pt x="1168" y="517"/>
                  </a:cubicBezTo>
                  <a:cubicBezTo>
                    <a:pt x="1168" y="517"/>
                    <a:pt x="1180" y="529"/>
                    <a:pt x="1192" y="529"/>
                  </a:cubicBezTo>
                  <a:cubicBezTo>
                    <a:pt x="1204" y="529"/>
                    <a:pt x="1215" y="529"/>
                    <a:pt x="1227" y="517"/>
                  </a:cubicBezTo>
                  <a:cubicBezTo>
                    <a:pt x="1239" y="505"/>
                    <a:pt x="1251" y="482"/>
                    <a:pt x="1239" y="458"/>
                  </a:cubicBezTo>
                  <a:cubicBezTo>
                    <a:pt x="1230" y="458"/>
                    <a:pt x="885" y="1"/>
                    <a:pt x="40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4299625" y="1671125"/>
              <a:ext cx="25925" cy="25450"/>
            </a:xfrm>
            <a:custGeom>
              <a:avLst/>
              <a:gdLst/>
              <a:ahLst/>
              <a:cxnLst/>
              <a:rect l="l" t="t" r="r" b="b"/>
              <a:pathLst>
                <a:path w="1037" h="1018" extrusionOk="0">
                  <a:moveTo>
                    <a:pt x="601" y="0"/>
                  </a:moveTo>
                  <a:cubicBezTo>
                    <a:pt x="421" y="0"/>
                    <a:pt x="232" y="124"/>
                    <a:pt x="132" y="324"/>
                  </a:cubicBezTo>
                  <a:cubicBezTo>
                    <a:pt x="1" y="586"/>
                    <a:pt x="72" y="883"/>
                    <a:pt x="287" y="979"/>
                  </a:cubicBezTo>
                  <a:cubicBezTo>
                    <a:pt x="340" y="1005"/>
                    <a:pt x="397" y="1018"/>
                    <a:pt x="456" y="1018"/>
                  </a:cubicBezTo>
                  <a:cubicBezTo>
                    <a:pt x="633" y="1018"/>
                    <a:pt x="819" y="902"/>
                    <a:pt x="918" y="705"/>
                  </a:cubicBezTo>
                  <a:cubicBezTo>
                    <a:pt x="1037" y="443"/>
                    <a:pt x="977" y="145"/>
                    <a:pt x="763" y="38"/>
                  </a:cubicBezTo>
                  <a:cubicBezTo>
                    <a:pt x="712" y="12"/>
                    <a:pt x="657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4530325" y="1514625"/>
              <a:ext cx="42575" cy="59225"/>
            </a:xfrm>
            <a:custGeom>
              <a:avLst/>
              <a:gdLst/>
              <a:ahLst/>
              <a:cxnLst/>
              <a:rect l="l" t="t" r="r" b="b"/>
              <a:pathLst>
                <a:path w="1703" h="2369" extrusionOk="0">
                  <a:moveTo>
                    <a:pt x="764" y="1"/>
                  </a:moveTo>
                  <a:cubicBezTo>
                    <a:pt x="354" y="1"/>
                    <a:pt x="0" y="2024"/>
                    <a:pt x="0" y="2024"/>
                  </a:cubicBezTo>
                  <a:lnTo>
                    <a:pt x="572" y="2369"/>
                  </a:lnTo>
                  <a:cubicBezTo>
                    <a:pt x="572" y="2369"/>
                    <a:pt x="1703" y="1762"/>
                    <a:pt x="1679" y="1035"/>
                  </a:cubicBezTo>
                  <a:cubicBezTo>
                    <a:pt x="1672" y="889"/>
                    <a:pt x="1621" y="830"/>
                    <a:pt x="1545" y="830"/>
                  </a:cubicBezTo>
                  <a:cubicBezTo>
                    <a:pt x="1238" y="830"/>
                    <a:pt x="512" y="1786"/>
                    <a:pt x="512" y="1786"/>
                  </a:cubicBezTo>
                  <a:cubicBezTo>
                    <a:pt x="512" y="1786"/>
                    <a:pt x="1310" y="464"/>
                    <a:pt x="869" y="47"/>
                  </a:cubicBezTo>
                  <a:cubicBezTo>
                    <a:pt x="834" y="15"/>
                    <a:pt x="799" y="1"/>
                    <a:pt x="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3"/>
            <p:cNvSpPr/>
            <p:nvPr/>
          </p:nvSpPr>
          <p:spPr>
            <a:xfrm>
              <a:off x="4221050" y="1874300"/>
              <a:ext cx="211350" cy="186225"/>
            </a:xfrm>
            <a:custGeom>
              <a:avLst/>
              <a:gdLst/>
              <a:ahLst/>
              <a:cxnLst/>
              <a:rect l="l" t="t" r="r" b="b"/>
              <a:pathLst>
                <a:path w="8454" h="7449" extrusionOk="0">
                  <a:moveTo>
                    <a:pt x="4735" y="1"/>
                  </a:moveTo>
                  <a:cubicBezTo>
                    <a:pt x="4336" y="1"/>
                    <a:pt x="4049" y="43"/>
                    <a:pt x="4049" y="43"/>
                  </a:cubicBezTo>
                  <a:cubicBezTo>
                    <a:pt x="2096" y="745"/>
                    <a:pt x="1" y="3877"/>
                    <a:pt x="1" y="3889"/>
                  </a:cubicBezTo>
                  <a:cubicBezTo>
                    <a:pt x="703" y="5639"/>
                    <a:pt x="3572" y="7449"/>
                    <a:pt x="3572" y="7449"/>
                  </a:cubicBezTo>
                  <a:cubicBezTo>
                    <a:pt x="5180" y="6651"/>
                    <a:pt x="8454" y="4329"/>
                    <a:pt x="6978" y="984"/>
                  </a:cubicBezTo>
                  <a:cubicBezTo>
                    <a:pt x="6606" y="147"/>
                    <a:pt x="5478" y="1"/>
                    <a:pt x="4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3"/>
            <p:cNvSpPr/>
            <p:nvPr/>
          </p:nvSpPr>
          <p:spPr>
            <a:xfrm>
              <a:off x="4010600" y="1808625"/>
              <a:ext cx="70675" cy="85875"/>
            </a:xfrm>
            <a:custGeom>
              <a:avLst/>
              <a:gdLst/>
              <a:ahLst/>
              <a:cxnLst/>
              <a:rect l="l" t="t" r="r" b="b"/>
              <a:pathLst>
                <a:path w="2827" h="3435" extrusionOk="0">
                  <a:moveTo>
                    <a:pt x="1030" y="1"/>
                  </a:moveTo>
                  <a:cubicBezTo>
                    <a:pt x="676" y="1"/>
                    <a:pt x="403" y="798"/>
                    <a:pt x="310" y="1122"/>
                  </a:cubicBezTo>
                  <a:cubicBezTo>
                    <a:pt x="310" y="1134"/>
                    <a:pt x="298" y="1134"/>
                    <a:pt x="298" y="1134"/>
                  </a:cubicBezTo>
                  <a:cubicBezTo>
                    <a:pt x="1" y="1396"/>
                    <a:pt x="453" y="3408"/>
                    <a:pt x="1120" y="3432"/>
                  </a:cubicBezTo>
                  <a:cubicBezTo>
                    <a:pt x="1174" y="3434"/>
                    <a:pt x="1227" y="3435"/>
                    <a:pt x="1280" y="3435"/>
                  </a:cubicBezTo>
                  <a:cubicBezTo>
                    <a:pt x="1888" y="3435"/>
                    <a:pt x="2384" y="3312"/>
                    <a:pt x="2406" y="3158"/>
                  </a:cubicBezTo>
                  <a:cubicBezTo>
                    <a:pt x="2442" y="2837"/>
                    <a:pt x="1453" y="2682"/>
                    <a:pt x="1453" y="2682"/>
                  </a:cubicBezTo>
                  <a:lnTo>
                    <a:pt x="1453" y="2682"/>
                  </a:lnTo>
                  <a:cubicBezTo>
                    <a:pt x="1453" y="2682"/>
                    <a:pt x="1553" y="2686"/>
                    <a:pt x="1696" y="2686"/>
                  </a:cubicBezTo>
                  <a:cubicBezTo>
                    <a:pt x="2070" y="2686"/>
                    <a:pt x="2746" y="2655"/>
                    <a:pt x="2763" y="2432"/>
                  </a:cubicBezTo>
                  <a:cubicBezTo>
                    <a:pt x="2787" y="2134"/>
                    <a:pt x="1430" y="2134"/>
                    <a:pt x="1430" y="2134"/>
                  </a:cubicBezTo>
                  <a:cubicBezTo>
                    <a:pt x="1430" y="2134"/>
                    <a:pt x="2763" y="2015"/>
                    <a:pt x="2811" y="1717"/>
                  </a:cubicBezTo>
                  <a:cubicBezTo>
                    <a:pt x="2826" y="1502"/>
                    <a:pt x="2571" y="1442"/>
                    <a:pt x="2281" y="1442"/>
                  </a:cubicBezTo>
                  <a:cubicBezTo>
                    <a:pt x="1913" y="1442"/>
                    <a:pt x="1489" y="1539"/>
                    <a:pt x="1489" y="1539"/>
                  </a:cubicBezTo>
                  <a:cubicBezTo>
                    <a:pt x="1489" y="1539"/>
                    <a:pt x="2418" y="1122"/>
                    <a:pt x="2358" y="777"/>
                  </a:cubicBezTo>
                  <a:cubicBezTo>
                    <a:pt x="2336" y="675"/>
                    <a:pt x="2183" y="632"/>
                    <a:pt x="1970" y="632"/>
                  </a:cubicBezTo>
                  <a:cubicBezTo>
                    <a:pt x="1735" y="632"/>
                    <a:pt x="1425" y="684"/>
                    <a:pt x="1132" y="765"/>
                  </a:cubicBezTo>
                  <a:cubicBezTo>
                    <a:pt x="1239" y="432"/>
                    <a:pt x="1322" y="39"/>
                    <a:pt x="1060" y="3"/>
                  </a:cubicBezTo>
                  <a:cubicBezTo>
                    <a:pt x="1050" y="2"/>
                    <a:pt x="1040" y="1"/>
                    <a:pt x="1030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43"/>
          <p:cNvGrpSpPr/>
          <p:nvPr/>
        </p:nvGrpSpPr>
        <p:grpSpPr>
          <a:xfrm>
            <a:off x="8059489" y="4014524"/>
            <a:ext cx="1193736" cy="1179160"/>
            <a:chOff x="-2708900" y="3174350"/>
            <a:chExt cx="350100" cy="345825"/>
          </a:xfrm>
        </p:grpSpPr>
        <p:sp>
          <p:nvSpPr>
            <p:cNvPr id="1088" name="Google Shape;1088;p43"/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3"/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3"/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3"/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3"/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43"/>
          <p:cNvGrpSpPr/>
          <p:nvPr/>
        </p:nvGrpSpPr>
        <p:grpSpPr>
          <a:xfrm>
            <a:off x="5956040" y="3366405"/>
            <a:ext cx="656087" cy="648111"/>
            <a:chOff x="5624415" y="3404280"/>
            <a:chExt cx="656087" cy="648111"/>
          </a:xfrm>
        </p:grpSpPr>
        <p:grpSp>
          <p:nvGrpSpPr>
            <p:cNvPr id="1095" name="Google Shape;1095;p43"/>
            <p:cNvGrpSpPr/>
            <p:nvPr/>
          </p:nvGrpSpPr>
          <p:grpSpPr>
            <a:xfrm flipH="1">
              <a:off x="5624415" y="3404280"/>
              <a:ext cx="656087" cy="648111"/>
              <a:chOff x="-2708900" y="3174350"/>
              <a:chExt cx="350100" cy="345825"/>
            </a:xfrm>
          </p:grpSpPr>
          <p:sp>
            <p:nvSpPr>
              <p:cNvPr id="1096" name="Google Shape;1096;p43"/>
              <p:cNvSpPr/>
              <p:nvPr/>
            </p:nvSpPr>
            <p:spPr>
              <a:xfrm>
                <a:off x="-2708900" y="3296700"/>
                <a:ext cx="173500" cy="221100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3"/>
              <p:cNvSpPr/>
              <p:nvPr/>
            </p:nvSpPr>
            <p:spPr>
              <a:xfrm>
                <a:off x="-2678900" y="3301975"/>
                <a:ext cx="114325" cy="21462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3"/>
              <p:cNvSpPr/>
              <p:nvPr/>
            </p:nvSpPr>
            <p:spPr>
              <a:xfrm>
                <a:off x="-2524425" y="3174350"/>
                <a:ext cx="165625" cy="342850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3"/>
              <p:cNvSpPr/>
              <p:nvPr/>
            </p:nvSpPr>
            <p:spPr>
              <a:xfrm>
                <a:off x="-2474100" y="3176950"/>
                <a:ext cx="68175" cy="3432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3"/>
              <p:cNvSpPr/>
              <p:nvPr/>
            </p:nvSpPr>
            <p:spPr>
              <a:xfrm>
                <a:off x="-2619950" y="3198375"/>
                <a:ext cx="136925" cy="321200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3"/>
              <p:cNvSpPr/>
              <p:nvPr/>
            </p:nvSpPr>
            <p:spPr>
              <a:xfrm>
                <a:off x="-2574125" y="3198675"/>
                <a:ext cx="61950" cy="3164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102" name="Google Shape;1102;p43"/>
            <p:cNvCxnSpPr/>
            <p:nvPr/>
          </p:nvCxnSpPr>
          <p:spPr>
            <a:xfrm>
              <a:off x="5679725" y="4047784"/>
              <a:ext cx="507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03" name="Google Shape;1103;p43"/>
          <p:cNvSpPr/>
          <p:nvPr/>
        </p:nvSpPr>
        <p:spPr>
          <a:xfrm rot="3372310">
            <a:off x="7683901" y="1025359"/>
            <a:ext cx="448776" cy="457272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43"/>
          <p:cNvSpPr/>
          <p:nvPr/>
        </p:nvSpPr>
        <p:spPr>
          <a:xfrm rot="-331105">
            <a:off x="7205784" y="1304289"/>
            <a:ext cx="279032" cy="284311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5" name="Google Shape;1105;p43"/>
          <p:cNvGrpSpPr/>
          <p:nvPr/>
        </p:nvGrpSpPr>
        <p:grpSpPr>
          <a:xfrm>
            <a:off x="268075" y="2457449"/>
            <a:ext cx="1559508" cy="1417699"/>
            <a:chOff x="6494019" y="-137261"/>
            <a:chExt cx="2116596" cy="1924130"/>
          </a:xfrm>
        </p:grpSpPr>
        <p:sp>
          <p:nvSpPr>
            <p:cNvPr id="1106" name="Google Shape;1106;p43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3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43"/>
          <p:cNvSpPr/>
          <p:nvPr/>
        </p:nvSpPr>
        <p:spPr>
          <a:xfrm>
            <a:off x="2720225" y="3875138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43"/>
          <p:cNvSpPr/>
          <p:nvPr/>
        </p:nvSpPr>
        <p:spPr>
          <a:xfrm>
            <a:off x="6501650" y="491213"/>
            <a:ext cx="280153" cy="30095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69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5"/>
          <p:cNvSpPr/>
          <p:nvPr/>
        </p:nvSpPr>
        <p:spPr>
          <a:xfrm rot="-692274">
            <a:off x="4147211" y="2158223"/>
            <a:ext cx="1153407" cy="97913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45"/>
          <p:cNvSpPr/>
          <p:nvPr/>
        </p:nvSpPr>
        <p:spPr>
          <a:xfrm rot="457333">
            <a:off x="4147277" y="3534501"/>
            <a:ext cx="1153492" cy="97915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4" name="Google Shape;1134;p45"/>
          <p:cNvGrpSpPr/>
          <p:nvPr/>
        </p:nvGrpSpPr>
        <p:grpSpPr>
          <a:xfrm>
            <a:off x="-455330" y="-5"/>
            <a:ext cx="4798817" cy="5237857"/>
            <a:chOff x="-187075" y="-168000"/>
            <a:chExt cx="4372100" cy="4772100"/>
          </a:xfrm>
        </p:grpSpPr>
        <p:sp>
          <p:nvSpPr>
            <p:cNvPr id="1135" name="Google Shape;1135;p45"/>
            <p:cNvSpPr/>
            <p:nvPr/>
          </p:nvSpPr>
          <p:spPr>
            <a:xfrm>
              <a:off x="1657825" y="2076900"/>
              <a:ext cx="2527200" cy="252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5"/>
            <p:cNvSpPr/>
            <p:nvPr/>
          </p:nvSpPr>
          <p:spPr>
            <a:xfrm>
              <a:off x="-187075" y="-168000"/>
              <a:ext cx="3224100" cy="322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7" name="Google Shape;1137;p45"/>
          <p:cNvSpPr txBox="1">
            <a:spLocks noGrp="1"/>
          </p:cNvSpPr>
          <p:nvPr>
            <p:ph type="title"/>
          </p:nvPr>
        </p:nvSpPr>
        <p:spPr>
          <a:xfrm>
            <a:off x="3581926" y="1040314"/>
            <a:ext cx="5153549" cy="7353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Stakeholders Involved</a:t>
            </a:r>
            <a:endParaRPr dirty="0"/>
          </a:p>
        </p:txBody>
      </p:sp>
      <p:sp>
        <p:nvSpPr>
          <p:cNvPr id="1140" name="Google Shape;1140;p45"/>
          <p:cNvSpPr txBox="1">
            <a:spLocks noGrp="1"/>
          </p:cNvSpPr>
          <p:nvPr>
            <p:ph type="subTitle" idx="4"/>
          </p:nvPr>
        </p:nvSpPr>
        <p:spPr>
          <a:xfrm>
            <a:off x="5210596" y="1964713"/>
            <a:ext cx="4267633" cy="2656275"/>
          </a:xfrm>
          <a:prstGeom prst="rect">
            <a:avLst/>
          </a:prstGeom>
        </p:spPr>
        <p:txBody>
          <a:bodyPr spcFirstLastPara="1" wrap="square" lIns="91425" tIns="91425" rIns="91425" bIns="91425" numCol="1" anchor="ctr" anchorCtr="0">
            <a:no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Product &amp; Design Team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Marketing &amp; Community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Developers/IT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User Feedback &amp; Volunteers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Data &amp; Safeguarding Oversight</a:t>
            </a:r>
          </a:p>
        </p:txBody>
      </p:sp>
      <p:grpSp>
        <p:nvGrpSpPr>
          <p:cNvPr id="1142" name="Google Shape;1142;p45"/>
          <p:cNvGrpSpPr/>
          <p:nvPr/>
        </p:nvGrpSpPr>
        <p:grpSpPr>
          <a:xfrm>
            <a:off x="2097092" y="1081153"/>
            <a:ext cx="1359066" cy="1235484"/>
            <a:chOff x="6494019" y="-137261"/>
            <a:chExt cx="2116596" cy="1924130"/>
          </a:xfrm>
        </p:grpSpPr>
        <p:sp>
          <p:nvSpPr>
            <p:cNvPr id="1143" name="Google Shape;1143;p45"/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5"/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5" name="Google Shape;1145;p45"/>
          <p:cNvGrpSpPr/>
          <p:nvPr/>
        </p:nvGrpSpPr>
        <p:grpSpPr>
          <a:xfrm>
            <a:off x="532842" y="1377559"/>
            <a:ext cx="3224104" cy="3208286"/>
            <a:chOff x="8918650" y="1402275"/>
            <a:chExt cx="1202575" cy="1196675"/>
          </a:xfrm>
        </p:grpSpPr>
        <p:sp>
          <p:nvSpPr>
            <p:cNvPr id="1146" name="Google Shape;1146;p45"/>
            <p:cNvSpPr/>
            <p:nvPr/>
          </p:nvSpPr>
          <p:spPr>
            <a:xfrm>
              <a:off x="8918650" y="2322725"/>
              <a:ext cx="129825" cy="117325"/>
            </a:xfrm>
            <a:custGeom>
              <a:avLst/>
              <a:gdLst/>
              <a:ahLst/>
              <a:cxnLst/>
              <a:rect l="l" t="t" r="r" b="b"/>
              <a:pathLst>
                <a:path w="5193" h="4693" extrusionOk="0">
                  <a:moveTo>
                    <a:pt x="3942" y="1"/>
                  </a:moveTo>
                  <a:cubicBezTo>
                    <a:pt x="3930" y="965"/>
                    <a:pt x="3501" y="1918"/>
                    <a:pt x="2787" y="2549"/>
                  </a:cubicBezTo>
                  <a:cubicBezTo>
                    <a:pt x="2147" y="3125"/>
                    <a:pt x="1278" y="3443"/>
                    <a:pt x="419" y="3443"/>
                  </a:cubicBezTo>
                  <a:cubicBezTo>
                    <a:pt x="319" y="3443"/>
                    <a:pt x="219" y="3439"/>
                    <a:pt x="120" y="3430"/>
                  </a:cubicBezTo>
                  <a:lnTo>
                    <a:pt x="1" y="4668"/>
                  </a:lnTo>
                  <a:cubicBezTo>
                    <a:pt x="144" y="4680"/>
                    <a:pt x="299" y="4692"/>
                    <a:pt x="442" y="4692"/>
                  </a:cubicBezTo>
                  <a:cubicBezTo>
                    <a:pt x="1596" y="4692"/>
                    <a:pt x="2763" y="4251"/>
                    <a:pt x="3620" y="3478"/>
                  </a:cubicBezTo>
                  <a:cubicBezTo>
                    <a:pt x="4585" y="2608"/>
                    <a:pt x="5168" y="1323"/>
                    <a:pt x="5192" y="13"/>
                  </a:cubicBezTo>
                  <a:lnTo>
                    <a:pt x="3942" y="1"/>
                  </a:lnTo>
                  <a:close/>
                </a:path>
              </a:pathLst>
            </a:custGeom>
            <a:solidFill>
              <a:srgbClr val="D253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5"/>
            <p:cNvSpPr/>
            <p:nvPr/>
          </p:nvSpPr>
          <p:spPr>
            <a:xfrm>
              <a:off x="8976100" y="2309350"/>
              <a:ext cx="95275" cy="105100"/>
            </a:xfrm>
            <a:custGeom>
              <a:avLst/>
              <a:gdLst/>
              <a:ahLst/>
              <a:cxnLst/>
              <a:rect l="l" t="t" r="r" b="b"/>
              <a:pathLst>
                <a:path w="3811" h="4204" extrusionOk="0">
                  <a:moveTo>
                    <a:pt x="2704" y="1072"/>
                  </a:moveTo>
                  <a:cubicBezTo>
                    <a:pt x="2846" y="1072"/>
                    <a:pt x="2989" y="1084"/>
                    <a:pt x="3132" y="1119"/>
                  </a:cubicBezTo>
                  <a:cubicBezTo>
                    <a:pt x="2823" y="1310"/>
                    <a:pt x="2573" y="1643"/>
                    <a:pt x="2370" y="2096"/>
                  </a:cubicBezTo>
                  <a:cubicBezTo>
                    <a:pt x="2323" y="2179"/>
                    <a:pt x="2287" y="2274"/>
                    <a:pt x="2251" y="2358"/>
                  </a:cubicBezTo>
                  <a:cubicBezTo>
                    <a:pt x="2132" y="2655"/>
                    <a:pt x="2013" y="2941"/>
                    <a:pt x="1846" y="3084"/>
                  </a:cubicBezTo>
                  <a:cubicBezTo>
                    <a:pt x="1797" y="3113"/>
                    <a:pt x="1732" y="3135"/>
                    <a:pt x="1664" y="3135"/>
                  </a:cubicBezTo>
                  <a:cubicBezTo>
                    <a:pt x="1650" y="3135"/>
                    <a:pt x="1635" y="3134"/>
                    <a:pt x="1620" y="3132"/>
                  </a:cubicBezTo>
                  <a:cubicBezTo>
                    <a:pt x="1537" y="3132"/>
                    <a:pt x="1418" y="3096"/>
                    <a:pt x="1322" y="2965"/>
                  </a:cubicBezTo>
                  <a:cubicBezTo>
                    <a:pt x="1120" y="2703"/>
                    <a:pt x="1156" y="2322"/>
                    <a:pt x="1251" y="2072"/>
                  </a:cubicBezTo>
                  <a:cubicBezTo>
                    <a:pt x="1489" y="1441"/>
                    <a:pt x="2049" y="1072"/>
                    <a:pt x="2704" y="1072"/>
                  </a:cubicBezTo>
                  <a:close/>
                  <a:moveTo>
                    <a:pt x="2718" y="1"/>
                  </a:moveTo>
                  <a:cubicBezTo>
                    <a:pt x="1614" y="1"/>
                    <a:pt x="645" y="634"/>
                    <a:pt x="251" y="1703"/>
                  </a:cubicBezTo>
                  <a:cubicBezTo>
                    <a:pt x="49" y="2239"/>
                    <a:pt x="1" y="3024"/>
                    <a:pt x="477" y="3620"/>
                  </a:cubicBezTo>
                  <a:cubicBezTo>
                    <a:pt x="739" y="3953"/>
                    <a:pt x="1108" y="4155"/>
                    <a:pt x="1501" y="4203"/>
                  </a:cubicBezTo>
                  <a:lnTo>
                    <a:pt x="1656" y="4203"/>
                  </a:lnTo>
                  <a:cubicBezTo>
                    <a:pt x="1977" y="4203"/>
                    <a:pt x="2287" y="4096"/>
                    <a:pt x="2525" y="3894"/>
                  </a:cubicBezTo>
                  <a:cubicBezTo>
                    <a:pt x="2894" y="3596"/>
                    <a:pt x="3073" y="3155"/>
                    <a:pt x="3239" y="2774"/>
                  </a:cubicBezTo>
                  <a:cubicBezTo>
                    <a:pt x="3275" y="2691"/>
                    <a:pt x="3299" y="2608"/>
                    <a:pt x="3335" y="2536"/>
                  </a:cubicBezTo>
                  <a:cubicBezTo>
                    <a:pt x="3454" y="2298"/>
                    <a:pt x="3620" y="2000"/>
                    <a:pt x="3811" y="1989"/>
                  </a:cubicBezTo>
                  <a:lnTo>
                    <a:pt x="3728" y="917"/>
                  </a:lnTo>
                  <a:cubicBezTo>
                    <a:pt x="3597" y="929"/>
                    <a:pt x="3478" y="953"/>
                    <a:pt x="3358" y="1000"/>
                  </a:cubicBezTo>
                  <a:lnTo>
                    <a:pt x="3632" y="143"/>
                  </a:lnTo>
                  <a:cubicBezTo>
                    <a:pt x="3324" y="47"/>
                    <a:pt x="3016" y="1"/>
                    <a:pt x="2718" y="1"/>
                  </a:cubicBezTo>
                  <a:close/>
                </a:path>
              </a:pathLst>
            </a:custGeom>
            <a:solidFill>
              <a:srgbClr val="D253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5"/>
            <p:cNvSpPr/>
            <p:nvPr/>
          </p:nvSpPr>
          <p:spPr>
            <a:xfrm>
              <a:off x="9097250" y="2212900"/>
              <a:ext cx="19075" cy="81575"/>
            </a:xfrm>
            <a:custGeom>
              <a:avLst/>
              <a:gdLst/>
              <a:ahLst/>
              <a:cxnLst/>
              <a:rect l="l" t="t" r="r" b="b"/>
              <a:pathLst>
                <a:path w="763" h="3263" extrusionOk="0">
                  <a:moveTo>
                    <a:pt x="763" y="1"/>
                  </a:moveTo>
                  <a:lnTo>
                    <a:pt x="1" y="3263"/>
                  </a:lnTo>
                  <a:cubicBezTo>
                    <a:pt x="441" y="1667"/>
                    <a:pt x="632" y="703"/>
                    <a:pt x="763" y="1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5"/>
            <p:cNvSpPr/>
            <p:nvPr/>
          </p:nvSpPr>
          <p:spPr>
            <a:xfrm>
              <a:off x="9251450" y="1870000"/>
              <a:ext cx="120575" cy="48550"/>
            </a:xfrm>
            <a:custGeom>
              <a:avLst/>
              <a:gdLst/>
              <a:ahLst/>
              <a:cxnLst/>
              <a:rect l="l" t="t" r="r" b="b"/>
              <a:pathLst>
                <a:path w="4823" h="1942" extrusionOk="0">
                  <a:moveTo>
                    <a:pt x="0" y="1"/>
                  </a:moveTo>
                  <a:lnTo>
                    <a:pt x="24" y="1477"/>
                  </a:lnTo>
                  <a:cubicBezTo>
                    <a:pt x="1560" y="1798"/>
                    <a:pt x="3227" y="1834"/>
                    <a:pt x="4822" y="1941"/>
                  </a:cubicBezTo>
                  <a:lnTo>
                    <a:pt x="4727" y="2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5"/>
            <p:cNvSpPr/>
            <p:nvPr/>
          </p:nvSpPr>
          <p:spPr>
            <a:xfrm>
              <a:off x="9030275" y="1906900"/>
              <a:ext cx="412875" cy="428650"/>
            </a:xfrm>
            <a:custGeom>
              <a:avLst/>
              <a:gdLst/>
              <a:ahLst/>
              <a:cxnLst/>
              <a:rect l="l" t="t" r="r" b="b"/>
              <a:pathLst>
                <a:path w="16515" h="17146" extrusionOk="0">
                  <a:moveTo>
                    <a:pt x="3775" y="10836"/>
                  </a:moveTo>
                  <a:lnTo>
                    <a:pt x="3442" y="12241"/>
                  </a:lnTo>
                  <a:cubicBezTo>
                    <a:pt x="3561" y="11645"/>
                    <a:pt x="3632" y="11252"/>
                    <a:pt x="3775" y="10836"/>
                  </a:cubicBezTo>
                  <a:close/>
                  <a:moveTo>
                    <a:pt x="8871" y="1"/>
                  </a:moveTo>
                  <a:lnTo>
                    <a:pt x="8895" y="1239"/>
                  </a:lnTo>
                  <a:lnTo>
                    <a:pt x="6847" y="1418"/>
                  </a:lnTo>
                  <a:cubicBezTo>
                    <a:pt x="6847" y="1418"/>
                    <a:pt x="4180" y="1966"/>
                    <a:pt x="2930" y="3228"/>
                  </a:cubicBezTo>
                  <a:cubicBezTo>
                    <a:pt x="2108" y="4061"/>
                    <a:pt x="2037" y="6014"/>
                    <a:pt x="501" y="11752"/>
                  </a:cubicBezTo>
                  <a:cubicBezTo>
                    <a:pt x="1" y="13122"/>
                    <a:pt x="1275" y="15265"/>
                    <a:pt x="2680" y="15503"/>
                  </a:cubicBezTo>
                  <a:lnTo>
                    <a:pt x="3442" y="12241"/>
                  </a:lnTo>
                  <a:lnTo>
                    <a:pt x="3442" y="12241"/>
                  </a:lnTo>
                  <a:cubicBezTo>
                    <a:pt x="3311" y="12943"/>
                    <a:pt x="3120" y="13907"/>
                    <a:pt x="2680" y="15503"/>
                  </a:cubicBezTo>
                  <a:lnTo>
                    <a:pt x="8645" y="17146"/>
                  </a:lnTo>
                  <a:lnTo>
                    <a:pt x="16229" y="16420"/>
                  </a:lnTo>
                  <a:cubicBezTo>
                    <a:pt x="16515" y="13848"/>
                    <a:pt x="15467" y="4168"/>
                    <a:pt x="15479" y="1608"/>
                  </a:cubicBezTo>
                  <a:cubicBezTo>
                    <a:pt x="14919" y="1465"/>
                    <a:pt x="13705" y="1239"/>
                    <a:pt x="13705" y="1239"/>
                  </a:cubicBezTo>
                  <a:lnTo>
                    <a:pt x="13669" y="465"/>
                  </a:lnTo>
                  <a:cubicBezTo>
                    <a:pt x="12074" y="358"/>
                    <a:pt x="10407" y="322"/>
                    <a:pt x="8871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5"/>
            <p:cNvSpPr/>
            <p:nvPr/>
          </p:nvSpPr>
          <p:spPr>
            <a:xfrm>
              <a:off x="9341025" y="1957225"/>
              <a:ext cx="305425" cy="428975"/>
            </a:xfrm>
            <a:custGeom>
              <a:avLst/>
              <a:gdLst/>
              <a:ahLst/>
              <a:cxnLst/>
              <a:rect l="l" t="t" r="r" b="b"/>
              <a:pathLst>
                <a:path w="12217" h="17159" extrusionOk="0">
                  <a:moveTo>
                    <a:pt x="2656" y="0"/>
                  </a:moveTo>
                  <a:cubicBezTo>
                    <a:pt x="2120" y="2500"/>
                    <a:pt x="1989" y="4655"/>
                    <a:pt x="1180" y="7120"/>
                  </a:cubicBezTo>
                  <a:lnTo>
                    <a:pt x="2358" y="7203"/>
                  </a:lnTo>
                  <a:cubicBezTo>
                    <a:pt x="1811" y="9061"/>
                    <a:pt x="1" y="16097"/>
                    <a:pt x="3454" y="17038"/>
                  </a:cubicBezTo>
                  <a:cubicBezTo>
                    <a:pt x="3756" y="17121"/>
                    <a:pt x="4072" y="17159"/>
                    <a:pt x="4398" y="17159"/>
                  </a:cubicBezTo>
                  <a:cubicBezTo>
                    <a:pt x="7026" y="17159"/>
                    <a:pt x="10300" y="14674"/>
                    <a:pt x="12217" y="12990"/>
                  </a:cubicBezTo>
                  <a:cubicBezTo>
                    <a:pt x="11574" y="12144"/>
                    <a:pt x="11002" y="11216"/>
                    <a:pt x="10538" y="10239"/>
                  </a:cubicBezTo>
                  <a:lnTo>
                    <a:pt x="6395" y="11478"/>
                  </a:lnTo>
                  <a:cubicBezTo>
                    <a:pt x="6395" y="11478"/>
                    <a:pt x="6502" y="8989"/>
                    <a:pt x="6990" y="5906"/>
                  </a:cubicBezTo>
                  <a:cubicBezTo>
                    <a:pt x="6097" y="2548"/>
                    <a:pt x="3597" y="0"/>
                    <a:pt x="3597" y="0"/>
                  </a:cubicBezTo>
                  <a:cubicBezTo>
                    <a:pt x="3473" y="37"/>
                    <a:pt x="3266" y="58"/>
                    <a:pt x="3074" y="58"/>
                  </a:cubicBezTo>
                  <a:cubicBezTo>
                    <a:pt x="2896" y="58"/>
                    <a:pt x="2730" y="40"/>
                    <a:pt x="2656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5"/>
            <p:cNvSpPr/>
            <p:nvPr/>
          </p:nvSpPr>
          <p:spPr>
            <a:xfrm>
              <a:off x="9604750" y="2146600"/>
              <a:ext cx="179525" cy="143125"/>
            </a:xfrm>
            <a:custGeom>
              <a:avLst/>
              <a:gdLst/>
              <a:ahLst/>
              <a:cxnLst/>
              <a:rect l="l" t="t" r="r" b="b"/>
              <a:pathLst>
                <a:path w="7181" h="5725" extrusionOk="0">
                  <a:moveTo>
                    <a:pt x="5852" y="1"/>
                  </a:moveTo>
                  <a:cubicBezTo>
                    <a:pt x="5241" y="1"/>
                    <a:pt x="3347" y="1236"/>
                    <a:pt x="3347" y="1236"/>
                  </a:cubicBezTo>
                  <a:cubicBezTo>
                    <a:pt x="3347" y="1236"/>
                    <a:pt x="4192" y="212"/>
                    <a:pt x="3585" y="117"/>
                  </a:cubicBezTo>
                  <a:cubicBezTo>
                    <a:pt x="3575" y="115"/>
                    <a:pt x="3565" y="115"/>
                    <a:pt x="3555" y="115"/>
                  </a:cubicBezTo>
                  <a:cubicBezTo>
                    <a:pt x="2922" y="115"/>
                    <a:pt x="1239" y="2593"/>
                    <a:pt x="1239" y="2593"/>
                  </a:cubicBezTo>
                  <a:lnTo>
                    <a:pt x="1" y="2641"/>
                  </a:lnTo>
                  <a:cubicBezTo>
                    <a:pt x="203" y="3700"/>
                    <a:pt x="513" y="4736"/>
                    <a:pt x="930" y="5724"/>
                  </a:cubicBezTo>
                  <a:cubicBezTo>
                    <a:pt x="2096" y="5141"/>
                    <a:pt x="2870" y="4665"/>
                    <a:pt x="2870" y="4665"/>
                  </a:cubicBezTo>
                  <a:cubicBezTo>
                    <a:pt x="3870" y="4593"/>
                    <a:pt x="6907" y="3748"/>
                    <a:pt x="6859" y="3307"/>
                  </a:cubicBezTo>
                  <a:cubicBezTo>
                    <a:pt x="6843" y="3111"/>
                    <a:pt x="6458" y="3057"/>
                    <a:pt x="6036" y="3057"/>
                  </a:cubicBezTo>
                  <a:cubicBezTo>
                    <a:pt x="5512" y="3057"/>
                    <a:pt x="4930" y="3141"/>
                    <a:pt x="4930" y="3141"/>
                  </a:cubicBezTo>
                  <a:cubicBezTo>
                    <a:pt x="4930" y="3141"/>
                    <a:pt x="7180" y="2629"/>
                    <a:pt x="7109" y="2212"/>
                  </a:cubicBezTo>
                  <a:cubicBezTo>
                    <a:pt x="7094" y="2103"/>
                    <a:pt x="6933" y="2063"/>
                    <a:pt x="6700" y="2063"/>
                  </a:cubicBezTo>
                  <a:cubicBezTo>
                    <a:pt x="6016" y="2063"/>
                    <a:pt x="4716" y="2414"/>
                    <a:pt x="4716" y="2414"/>
                  </a:cubicBezTo>
                  <a:cubicBezTo>
                    <a:pt x="4716" y="2414"/>
                    <a:pt x="6978" y="1629"/>
                    <a:pt x="6942" y="1224"/>
                  </a:cubicBezTo>
                  <a:cubicBezTo>
                    <a:pt x="6921" y="1074"/>
                    <a:pt x="6782" y="1016"/>
                    <a:pt x="6576" y="1016"/>
                  </a:cubicBezTo>
                  <a:cubicBezTo>
                    <a:pt x="5849" y="1016"/>
                    <a:pt x="4299" y="1748"/>
                    <a:pt x="4299" y="1748"/>
                  </a:cubicBezTo>
                  <a:cubicBezTo>
                    <a:pt x="4299" y="1748"/>
                    <a:pt x="6228" y="533"/>
                    <a:pt x="6025" y="81"/>
                  </a:cubicBezTo>
                  <a:cubicBezTo>
                    <a:pt x="5999" y="25"/>
                    <a:pt x="5938" y="1"/>
                    <a:pt x="585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5"/>
            <p:cNvSpPr/>
            <p:nvPr/>
          </p:nvSpPr>
          <p:spPr>
            <a:xfrm>
              <a:off x="9610425" y="2206350"/>
              <a:ext cx="54775" cy="80700"/>
            </a:xfrm>
            <a:custGeom>
              <a:avLst/>
              <a:gdLst/>
              <a:ahLst/>
              <a:cxnLst/>
              <a:rect l="l" t="t" r="r" b="b"/>
              <a:pathLst>
                <a:path w="2191" h="3228" extrusionOk="0">
                  <a:moveTo>
                    <a:pt x="667" y="1"/>
                  </a:moveTo>
                  <a:cubicBezTo>
                    <a:pt x="441" y="24"/>
                    <a:pt x="226" y="48"/>
                    <a:pt x="0" y="84"/>
                  </a:cubicBezTo>
                  <a:cubicBezTo>
                    <a:pt x="619" y="1060"/>
                    <a:pt x="1155" y="2096"/>
                    <a:pt x="1548" y="3227"/>
                  </a:cubicBezTo>
                  <a:cubicBezTo>
                    <a:pt x="1965" y="2715"/>
                    <a:pt x="2191" y="2370"/>
                    <a:pt x="2191" y="2370"/>
                  </a:cubicBezTo>
                  <a:cubicBezTo>
                    <a:pt x="1977" y="1191"/>
                    <a:pt x="667" y="1"/>
                    <a:pt x="6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5"/>
            <p:cNvSpPr/>
            <p:nvPr/>
          </p:nvSpPr>
          <p:spPr>
            <a:xfrm>
              <a:off x="9383000" y="1941150"/>
              <a:ext cx="266125" cy="455475"/>
            </a:xfrm>
            <a:custGeom>
              <a:avLst/>
              <a:gdLst/>
              <a:ahLst/>
              <a:cxnLst/>
              <a:rect l="l" t="t" r="r" b="b"/>
              <a:pathLst>
                <a:path w="10645" h="18219" extrusionOk="0">
                  <a:moveTo>
                    <a:pt x="1025" y="0"/>
                  </a:moveTo>
                  <a:cubicBezTo>
                    <a:pt x="1025" y="0"/>
                    <a:pt x="1" y="13609"/>
                    <a:pt x="13" y="15859"/>
                  </a:cubicBezTo>
                  <a:cubicBezTo>
                    <a:pt x="30" y="17481"/>
                    <a:pt x="158" y="18219"/>
                    <a:pt x="1798" y="18219"/>
                  </a:cubicBezTo>
                  <a:cubicBezTo>
                    <a:pt x="2433" y="18219"/>
                    <a:pt x="3295" y="18108"/>
                    <a:pt x="4466" y="17895"/>
                  </a:cubicBezTo>
                  <a:cubicBezTo>
                    <a:pt x="7442" y="17348"/>
                    <a:pt x="9633" y="15097"/>
                    <a:pt x="10645" y="13835"/>
                  </a:cubicBezTo>
                  <a:cubicBezTo>
                    <a:pt x="10252" y="12704"/>
                    <a:pt x="9728" y="11668"/>
                    <a:pt x="9097" y="10692"/>
                  </a:cubicBezTo>
                  <a:cubicBezTo>
                    <a:pt x="6775" y="11013"/>
                    <a:pt x="4716" y="12121"/>
                    <a:pt x="4716" y="12121"/>
                  </a:cubicBezTo>
                  <a:cubicBezTo>
                    <a:pt x="5430" y="9644"/>
                    <a:pt x="5620" y="7692"/>
                    <a:pt x="5525" y="6144"/>
                  </a:cubicBezTo>
                  <a:cubicBezTo>
                    <a:pt x="5239" y="1572"/>
                    <a:pt x="1025" y="0"/>
                    <a:pt x="10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5"/>
            <p:cNvSpPr/>
            <p:nvPr/>
          </p:nvSpPr>
          <p:spPr>
            <a:xfrm>
              <a:off x="8929975" y="2291175"/>
              <a:ext cx="578975" cy="307775"/>
            </a:xfrm>
            <a:custGeom>
              <a:avLst/>
              <a:gdLst/>
              <a:ahLst/>
              <a:cxnLst/>
              <a:rect l="l" t="t" r="r" b="b"/>
              <a:pathLst>
                <a:path w="23159" h="12311" extrusionOk="0">
                  <a:moveTo>
                    <a:pt x="6692" y="1"/>
                  </a:moveTo>
                  <a:cubicBezTo>
                    <a:pt x="6477" y="334"/>
                    <a:pt x="1917" y="1203"/>
                    <a:pt x="0" y="10133"/>
                  </a:cubicBezTo>
                  <a:cubicBezTo>
                    <a:pt x="2132" y="10919"/>
                    <a:pt x="5751" y="11848"/>
                    <a:pt x="11454" y="12169"/>
                  </a:cubicBezTo>
                  <a:cubicBezTo>
                    <a:pt x="13214" y="12269"/>
                    <a:pt x="14838" y="12310"/>
                    <a:pt x="16322" y="12310"/>
                  </a:cubicBezTo>
                  <a:cubicBezTo>
                    <a:pt x="19096" y="12310"/>
                    <a:pt x="21382" y="12165"/>
                    <a:pt x="23158" y="11979"/>
                  </a:cubicBezTo>
                  <a:cubicBezTo>
                    <a:pt x="22325" y="4061"/>
                    <a:pt x="20408" y="1430"/>
                    <a:pt x="20241" y="930"/>
                  </a:cubicBezTo>
                  <a:cubicBezTo>
                    <a:pt x="18793" y="1008"/>
                    <a:pt x="17304" y="1067"/>
                    <a:pt x="15802" y="1067"/>
                  </a:cubicBezTo>
                  <a:cubicBezTo>
                    <a:pt x="12747" y="1067"/>
                    <a:pt x="9637" y="823"/>
                    <a:pt x="66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5"/>
            <p:cNvSpPr/>
            <p:nvPr/>
          </p:nvSpPr>
          <p:spPr>
            <a:xfrm>
              <a:off x="9045825" y="1756975"/>
              <a:ext cx="185700" cy="141650"/>
            </a:xfrm>
            <a:custGeom>
              <a:avLst/>
              <a:gdLst/>
              <a:ahLst/>
              <a:cxnLst/>
              <a:rect l="l" t="t" r="r" b="b"/>
              <a:pathLst>
                <a:path w="7428" h="5666" extrusionOk="0">
                  <a:moveTo>
                    <a:pt x="1398" y="1"/>
                  </a:moveTo>
                  <a:cubicBezTo>
                    <a:pt x="429" y="1"/>
                    <a:pt x="1" y="1928"/>
                    <a:pt x="391" y="3545"/>
                  </a:cubicBezTo>
                  <a:cubicBezTo>
                    <a:pt x="693" y="4797"/>
                    <a:pt x="2332" y="5665"/>
                    <a:pt x="3936" y="5665"/>
                  </a:cubicBezTo>
                  <a:cubicBezTo>
                    <a:pt x="4483" y="5665"/>
                    <a:pt x="5026" y="5564"/>
                    <a:pt x="5511" y="5343"/>
                  </a:cubicBezTo>
                  <a:cubicBezTo>
                    <a:pt x="7427" y="4474"/>
                    <a:pt x="6213" y="2450"/>
                    <a:pt x="6213" y="2450"/>
                  </a:cubicBezTo>
                  <a:cubicBezTo>
                    <a:pt x="6308" y="1688"/>
                    <a:pt x="2546" y="152"/>
                    <a:pt x="1510" y="9"/>
                  </a:cubicBezTo>
                  <a:cubicBezTo>
                    <a:pt x="1472" y="3"/>
                    <a:pt x="1434" y="1"/>
                    <a:pt x="1398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5"/>
            <p:cNvSpPr/>
            <p:nvPr/>
          </p:nvSpPr>
          <p:spPr>
            <a:xfrm>
              <a:off x="9022550" y="1501375"/>
              <a:ext cx="524775" cy="385750"/>
            </a:xfrm>
            <a:custGeom>
              <a:avLst/>
              <a:gdLst/>
              <a:ahLst/>
              <a:cxnLst/>
              <a:rect l="l" t="t" r="r" b="b"/>
              <a:pathLst>
                <a:path w="20991" h="15430" extrusionOk="0">
                  <a:moveTo>
                    <a:pt x="11938" y="1"/>
                  </a:moveTo>
                  <a:cubicBezTo>
                    <a:pt x="6754" y="1"/>
                    <a:pt x="1044" y="1062"/>
                    <a:pt x="631" y="2601"/>
                  </a:cubicBezTo>
                  <a:cubicBezTo>
                    <a:pt x="0" y="4899"/>
                    <a:pt x="298" y="6018"/>
                    <a:pt x="643" y="8078"/>
                  </a:cubicBezTo>
                  <a:cubicBezTo>
                    <a:pt x="1627" y="13823"/>
                    <a:pt x="5261" y="15430"/>
                    <a:pt x="8911" y="15430"/>
                  </a:cubicBezTo>
                  <a:cubicBezTo>
                    <a:pt x="12774" y="15430"/>
                    <a:pt x="16654" y="13631"/>
                    <a:pt x="17431" y="13031"/>
                  </a:cubicBezTo>
                  <a:cubicBezTo>
                    <a:pt x="18455" y="12245"/>
                    <a:pt x="20991" y="7959"/>
                    <a:pt x="20443" y="5983"/>
                  </a:cubicBezTo>
                  <a:cubicBezTo>
                    <a:pt x="19896" y="4006"/>
                    <a:pt x="19336" y="1208"/>
                    <a:pt x="19336" y="1208"/>
                  </a:cubicBezTo>
                  <a:cubicBezTo>
                    <a:pt x="17828" y="364"/>
                    <a:pt x="14973" y="1"/>
                    <a:pt x="11938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5"/>
            <p:cNvSpPr/>
            <p:nvPr/>
          </p:nvSpPr>
          <p:spPr>
            <a:xfrm>
              <a:off x="9068825" y="1722250"/>
              <a:ext cx="98400" cy="111225"/>
            </a:xfrm>
            <a:custGeom>
              <a:avLst/>
              <a:gdLst/>
              <a:ahLst/>
              <a:cxnLst/>
              <a:rect l="l" t="t" r="r" b="b"/>
              <a:pathLst>
                <a:path w="3936" h="4449" extrusionOk="0">
                  <a:moveTo>
                    <a:pt x="1985" y="1"/>
                  </a:moveTo>
                  <a:cubicBezTo>
                    <a:pt x="1144" y="1"/>
                    <a:pt x="0" y="336"/>
                    <a:pt x="30" y="2172"/>
                  </a:cubicBezTo>
                  <a:cubicBezTo>
                    <a:pt x="50" y="3749"/>
                    <a:pt x="968" y="4449"/>
                    <a:pt x="1932" y="4449"/>
                  </a:cubicBezTo>
                  <a:cubicBezTo>
                    <a:pt x="2730" y="4449"/>
                    <a:pt x="3558" y="3970"/>
                    <a:pt x="3936" y="3113"/>
                  </a:cubicBezTo>
                  <a:lnTo>
                    <a:pt x="2852" y="112"/>
                  </a:lnTo>
                  <a:cubicBezTo>
                    <a:pt x="2852" y="112"/>
                    <a:pt x="2469" y="1"/>
                    <a:pt x="1985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5"/>
            <p:cNvSpPr/>
            <p:nvPr/>
          </p:nvSpPr>
          <p:spPr>
            <a:xfrm>
              <a:off x="9082975" y="1448375"/>
              <a:ext cx="427450" cy="450325"/>
            </a:xfrm>
            <a:custGeom>
              <a:avLst/>
              <a:gdLst/>
              <a:ahLst/>
              <a:cxnLst/>
              <a:rect l="l" t="t" r="r" b="b"/>
              <a:pathLst>
                <a:path w="17098" h="18013" extrusionOk="0">
                  <a:moveTo>
                    <a:pt x="10562" y="1"/>
                  </a:moveTo>
                  <a:cubicBezTo>
                    <a:pt x="8903" y="1"/>
                    <a:pt x="7059" y="370"/>
                    <a:pt x="5227" y="947"/>
                  </a:cubicBezTo>
                  <a:cubicBezTo>
                    <a:pt x="548" y="2423"/>
                    <a:pt x="0" y="6781"/>
                    <a:pt x="1512" y="11948"/>
                  </a:cubicBezTo>
                  <a:cubicBezTo>
                    <a:pt x="2806" y="16378"/>
                    <a:pt x="4988" y="18012"/>
                    <a:pt x="8714" y="18012"/>
                  </a:cubicBezTo>
                  <a:cubicBezTo>
                    <a:pt x="9344" y="18012"/>
                    <a:pt x="10018" y="17965"/>
                    <a:pt x="10740" y="17878"/>
                  </a:cubicBezTo>
                  <a:cubicBezTo>
                    <a:pt x="15609" y="17294"/>
                    <a:pt x="17098" y="13996"/>
                    <a:pt x="16883" y="10734"/>
                  </a:cubicBezTo>
                  <a:cubicBezTo>
                    <a:pt x="16621" y="6710"/>
                    <a:pt x="16240" y="3316"/>
                    <a:pt x="16240" y="3316"/>
                  </a:cubicBezTo>
                  <a:cubicBezTo>
                    <a:pt x="15290" y="900"/>
                    <a:pt x="13150" y="1"/>
                    <a:pt x="10562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5"/>
            <p:cNvSpPr/>
            <p:nvPr/>
          </p:nvSpPr>
          <p:spPr>
            <a:xfrm>
              <a:off x="9309175" y="1758800"/>
              <a:ext cx="46775" cy="20750"/>
            </a:xfrm>
            <a:custGeom>
              <a:avLst/>
              <a:gdLst/>
              <a:ahLst/>
              <a:cxnLst/>
              <a:rect l="l" t="t" r="r" b="b"/>
              <a:pathLst>
                <a:path w="1871" h="830" extrusionOk="0">
                  <a:moveTo>
                    <a:pt x="81" y="0"/>
                  </a:moveTo>
                  <a:cubicBezTo>
                    <a:pt x="69" y="0"/>
                    <a:pt x="57" y="3"/>
                    <a:pt x="49" y="8"/>
                  </a:cubicBezTo>
                  <a:cubicBezTo>
                    <a:pt x="13" y="19"/>
                    <a:pt x="1" y="67"/>
                    <a:pt x="25" y="91"/>
                  </a:cubicBezTo>
                  <a:cubicBezTo>
                    <a:pt x="346" y="686"/>
                    <a:pt x="823" y="829"/>
                    <a:pt x="1192" y="829"/>
                  </a:cubicBezTo>
                  <a:cubicBezTo>
                    <a:pt x="1549" y="829"/>
                    <a:pt x="1811" y="710"/>
                    <a:pt x="1823" y="698"/>
                  </a:cubicBezTo>
                  <a:cubicBezTo>
                    <a:pt x="1858" y="686"/>
                    <a:pt x="1870" y="651"/>
                    <a:pt x="1846" y="615"/>
                  </a:cubicBezTo>
                  <a:cubicBezTo>
                    <a:pt x="1838" y="597"/>
                    <a:pt x="1816" y="586"/>
                    <a:pt x="1791" y="586"/>
                  </a:cubicBezTo>
                  <a:cubicBezTo>
                    <a:pt x="1782" y="586"/>
                    <a:pt x="1773" y="588"/>
                    <a:pt x="1763" y="591"/>
                  </a:cubicBezTo>
                  <a:cubicBezTo>
                    <a:pt x="1746" y="597"/>
                    <a:pt x="1505" y="705"/>
                    <a:pt x="1195" y="705"/>
                  </a:cubicBezTo>
                  <a:cubicBezTo>
                    <a:pt x="855" y="705"/>
                    <a:pt x="431" y="574"/>
                    <a:pt x="132" y="31"/>
                  </a:cubicBezTo>
                  <a:cubicBezTo>
                    <a:pt x="124" y="9"/>
                    <a:pt x="103" y="0"/>
                    <a:pt x="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5"/>
            <p:cNvSpPr/>
            <p:nvPr/>
          </p:nvSpPr>
          <p:spPr>
            <a:xfrm>
              <a:off x="9348175" y="1511625"/>
              <a:ext cx="925" cy="925"/>
            </a:xfrm>
            <a:custGeom>
              <a:avLst/>
              <a:gdLst/>
              <a:ahLst/>
              <a:cxnLst/>
              <a:rect l="l" t="t" r="r" b="b"/>
              <a:pathLst>
                <a:path w="37" h="37" extrusionOk="0">
                  <a:moveTo>
                    <a:pt x="36" y="36"/>
                  </a:moveTo>
                  <a:cubicBezTo>
                    <a:pt x="13" y="12"/>
                    <a:pt x="1" y="1"/>
                    <a:pt x="1" y="1"/>
                  </a:cubicBezTo>
                  <a:cubicBezTo>
                    <a:pt x="1" y="1"/>
                    <a:pt x="13" y="12"/>
                    <a:pt x="36" y="36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5"/>
            <p:cNvSpPr/>
            <p:nvPr/>
          </p:nvSpPr>
          <p:spPr>
            <a:xfrm>
              <a:off x="9167800" y="1614275"/>
              <a:ext cx="88425" cy="65550"/>
            </a:xfrm>
            <a:custGeom>
              <a:avLst/>
              <a:gdLst/>
              <a:ahLst/>
              <a:cxnLst/>
              <a:rect l="l" t="t" r="r" b="b"/>
              <a:pathLst>
                <a:path w="3537" h="2622" extrusionOk="0">
                  <a:moveTo>
                    <a:pt x="2760" y="0"/>
                  </a:moveTo>
                  <a:cubicBezTo>
                    <a:pt x="2443" y="0"/>
                    <a:pt x="1981" y="200"/>
                    <a:pt x="1286" y="740"/>
                  </a:cubicBezTo>
                  <a:cubicBezTo>
                    <a:pt x="1" y="1740"/>
                    <a:pt x="679" y="2431"/>
                    <a:pt x="679" y="2431"/>
                  </a:cubicBezTo>
                  <a:cubicBezTo>
                    <a:pt x="805" y="2561"/>
                    <a:pt x="955" y="2622"/>
                    <a:pt x="1130" y="2622"/>
                  </a:cubicBezTo>
                  <a:cubicBezTo>
                    <a:pt x="1486" y="2622"/>
                    <a:pt x="1947" y="2373"/>
                    <a:pt x="2537" y="1943"/>
                  </a:cubicBezTo>
                  <a:cubicBezTo>
                    <a:pt x="3263" y="1395"/>
                    <a:pt x="3537" y="752"/>
                    <a:pt x="3310" y="347"/>
                  </a:cubicBezTo>
                  <a:cubicBezTo>
                    <a:pt x="3196" y="145"/>
                    <a:pt x="3030" y="0"/>
                    <a:pt x="2760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5"/>
            <p:cNvSpPr/>
            <p:nvPr/>
          </p:nvSpPr>
          <p:spPr>
            <a:xfrm>
              <a:off x="9379725" y="1592800"/>
              <a:ext cx="91700" cy="51550"/>
            </a:xfrm>
            <a:custGeom>
              <a:avLst/>
              <a:gdLst/>
              <a:ahLst/>
              <a:cxnLst/>
              <a:rect l="l" t="t" r="r" b="b"/>
              <a:pathLst>
                <a:path w="3668" h="2062" extrusionOk="0">
                  <a:moveTo>
                    <a:pt x="850" y="1"/>
                  </a:moveTo>
                  <a:cubicBezTo>
                    <a:pt x="330" y="1"/>
                    <a:pt x="145" y="246"/>
                    <a:pt x="84" y="563"/>
                  </a:cubicBezTo>
                  <a:cubicBezTo>
                    <a:pt x="1" y="1016"/>
                    <a:pt x="465" y="1540"/>
                    <a:pt x="1322" y="1814"/>
                  </a:cubicBezTo>
                  <a:cubicBezTo>
                    <a:pt x="1816" y="1971"/>
                    <a:pt x="2220" y="2062"/>
                    <a:pt x="2533" y="2062"/>
                  </a:cubicBezTo>
                  <a:cubicBezTo>
                    <a:pt x="2883" y="2062"/>
                    <a:pt x="3120" y="1947"/>
                    <a:pt x="3239" y="1683"/>
                  </a:cubicBezTo>
                  <a:cubicBezTo>
                    <a:pt x="3239" y="1683"/>
                    <a:pt x="3668" y="814"/>
                    <a:pt x="2120" y="278"/>
                  </a:cubicBezTo>
                  <a:cubicBezTo>
                    <a:pt x="1559" y="82"/>
                    <a:pt x="1149" y="1"/>
                    <a:pt x="850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5"/>
            <p:cNvSpPr/>
            <p:nvPr/>
          </p:nvSpPr>
          <p:spPr>
            <a:xfrm>
              <a:off x="9079700" y="1743300"/>
              <a:ext cx="78300" cy="60650"/>
            </a:xfrm>
            <a:custGeom>
              <a:avLst/>
              <a:gdLst/>
              <a:ahLst/>
              <a:cxnLst/>
              <a:rect l="l" t="t" r="r" b="b"/>
              <a:pathLst>
                <a:path w="3132" h="2426" extrusionOk="0">
                  <a:moveTo>
                    <a:pt x="1266" y="0"/>
                  </a:moveTo>
                  <a:cubicBezTo>
                    <a:pt x="1156" y="0"/>
                    <a:pt x="1047" y="15"/>
                    <a:pt x="941" y="44"/>
                  </a:cubicBezTo>
                  <a:cubicBezTo>
                    <a:pt x="346" y="223"/>
                    <a:pt x="36" y="794"/>
                    <a:pt x="24" y="818"/>
                  </a:cubicBezTo>
                  <a:cubicBezTo>
                    <a:pt x="0" y="842"/>
                    <a:pt x="12" y="878"/>
                    <a:pt x="48" y="890"/>
                  </a:cubicBezTo>
                  <a:cubicBezTo>
                    <a:pt x="56" y="898"/>
                    <a:pt x="66" y="902"/>
                    <a:pt x="76" y="902"/>
                  </a:cubicBezTo>
                  <a:cubicBezTo>
                    <a:pt x="94" y="902"/>
                    <a:pt x="112" y="889"/>
                    <a:pt x="119" y="866"/>
                  </a:cubicBezTo>
                  <a:cubicBezTo>
                    <a:pt x="119" y="866"/>
                    <a:pt x="429" y="318"/>
                    <a:pt x="965" y="151"/>
                  </a:cubicBezTo>
                  <a:cubicBezTo>
                    <a:pt x="1058" y="127"/>
                    <a:pt x="1154" y="115"/>
                    <a:pt x="1251" y="115"/>
                  </a:cubicBezTo>
                  <a:cubicBezTo>
                    <a:pt x="1488" y="115"/>
                    <a:pt x="1732" y="187"/>
                    <a:pt x="1977" y="330"/>
                  </a:cubicBezTo>
                  <a:cubicBezTo>
                    <a:pt x="2989" y="901"/>
                    <a:pt x="2465" y="2330"/>
                    <a:pt x="2465" y="2342"/>
                  </a:cubicBezTo>
                  <a:cubicBezTo>
                    <a:pt x="2453" y="2378"/>
                    <a:pt x="2465" y="2414"/>
                    <a:pt x="2489" y="2425"/>
                  </a:cubicBezTo>
                  <a:lnTo>
                    <a:pt x="2512" y="2425"/>
                  </a:lnTo>
                  <a:cubicBezTo>
                    <a:pt x="2536" y="2425"/>
                    <a:pt x="2560" y="2414"/>
                    <a:pt x="2572" y="2390"/>
                  </a:cubicBezTo>
                  <a:cubicBezTo>
                    <a:pt x="2572" y="2378"/>
                    <a:pt x="3132" y="854"/>
                    <a:pt x="2036" y="223"/>
                  </a:cubicBezTo>
                  <a:cubicBezTo>
                    <a:pt x="1772" y="74"/>
                    <a:pt x="1514" y="0"/>
                    <a:pt x="12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5"/>
            <p:cNvSpPr/>
            <p:nvPr/>
          </p:nvSpPr>
          <p:spPr>
            <a:xfrm>
              <a:off x="9103500" y="1765900"/>
              <a:ext cx="43775" cy="12150"/>
            </a:xfrm>
            <a:custGeom>
              <a:avLst/>
              <a:gdLst/>
              <a:ahLst/>
              <a:cxnLst/>
              <a:rect l="l" t="t" r="r" b="b"/>
              <a:pathLst>
                <a:path w="1751" h="486" extrusionOk="0">
                  <a:moveTo>
                    <a:pt x="1018" y="0"/>
                  </a:moveTo>
                  <a:cubicBezTo>
                    <a:pt x="483" y="0"/>
                    <a:pt x="33" y="378"/>
                    <a:pt x="25" y="378"/>
                  </a:cubicBezTo>
                  <a:cubicBezTo>
                    <a:pt x="1" y="402"/>
                    <a:pt x="1" y="438"/>
                    <a:pt x="25" y="462"/>
                  </a:cubicBezTo>
                  <a:cubicBezTo>
                    <a:pt x="36" y="474"/>
                    <a:pt x="48" y="486"/>
                    <a:pt x="72" y="486"/>
                  </a:cubicBezTo>
                  <a:cubicBezTo>
                    <a:pt x="84" y="486"/>
                    <a:pt x="96" y="486"/>
                    <a:pt x="108" y="474"/>
                  </a:cubicBezTo>
                  <a:cubicBezTo>
                    <a:pt x="108" y="465"/>
                    <a:pt x="521" y="120"/>
                    <a:pt x="1005" y="120"/>
                  </a:cubicBezTo>
                  <a:cubicBezTo>
                    <a:pt x="1214" y="120"/>
                    <a:pt x="1436" y="184"/>
                    <a:pt x="1644" y="367"/>
                  </a:cubicBezTo>
                  <a:cubicBezTo>
                    <a:pt x="1654" y="371"/>
                    <a:pt x="1666" y="374"/>
                    <a:pt x="1678" y="374"/>
                  </a:cubicBezTo>
                  <a:cubicBezTo>
                    <a:pt x="1695" y="374"/>
                    <a:pt x="1713" y="369"/>
                    <a:pt x="1727" y="355"/>
                  </a:cubicBezTo>
                  <a:cubicBezTo>
                    <a:pt x="1751" y="331"/>
                    <a:pt x="1751" y="295"/>
                    <a:pt x="1727" y="271"/>
                  </a:cubicBezTo>
                  <a:cubicBezTo>
                    <a:pt x="1494" y="71"/>
                    <a:pt x="1248" y="0"/>
                    <a:pt x="10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9307700" y="1596750"/>
              <a:ext cx="61050" cy="146475"/>
            </a:xfrm>
            <a:custGeom>
              <a:avLst/>
              <a:gdLst/>
              <a:ahLst/>
              <a:cxnLst/>
              <a:rect l="l" t="t" r="r" b="b"/>
              <a:pathLst>
                <a:path w="2442" h="5859" extrusionOk="0">
                  <a:moveTo>
                    <a:pt x="72" y="1"/>
                  </a:moveTo>
                  <a:cubicBezTo>
                    <a:pt x="36" y="1"/>
                    <a:pt x="12" y="25"/>
                    <a:pt x="12" y="60"/>
                  </a:cubicBezTo>
                  <a:cubicBezTo>
                    <a:pt x="12" y="441"/>
                    <a:pt x="0" y="3763"/>
                    <a:pt x="298" y="4156"/>
                  </a:cubicBezTo>
                  <a:cubicBezTo>
                    <a:pt x="381" y="4277"/>
                    <a:pt x="514" y="4380"/>
                    <a:pt x="724" y="4380"/>
                  </a:cubicBezTo>
                  <a:cubicBezTo>
                    <a:pt x="907" y="4380"/>
                    <a:pt x="1148" y="4301"/>
                    <a:pt x="1465" y="4085"/>
                  </a:cubicBezTo>
                  <a:cubicBezTo>
                    <a:pt x="1477" y="4073"/>
                    <a:pt x="1489" y="4073"/>
                    <a:pt x="1501" y="4061"/>
                  </a:cubicBezTo>
                  <a:cubicBezTo>
                    <a:pt x="1596" y="4001"/>
                    <a:pt x="1688" y="3971"/>
                    <a:pt x="1774" y="3971"/>
                  </a:cubicBezTo>
                  <a:cubicBezTo>
                    <a:pt x="1861" y="3971"/>
                    <a:pt x="1941" y="4001"/>
                    <a:pt x="2013" y="4061"/>
                  </a:cubicBezTo>
                  <a:cubicBezTo>
                    <a:pt x="2239" y="4263"/>
                    <a:pt x="2322" y="4739"/>
                    <a:pt x="2179" y="5073"/>
                  </a:cubicBezTo>
                  <a:cubicBezTo>
                    <a:pt x="2001" y="5501"/>
                    <a:pt x="1560" y="5751"/>
                    <a:pt x="1548" y="5751"/>
                  </a:cubicBezTo>
                  <a:cubicBezTo>
                    <a:pt x="1524" y="5763"/>
                    <a:pt x="1513" y="5799"/>
                    <a:pt x="1524" y="5823"/>
                  </a:cubicBezTo>
                  <a:cubicBezTo>
                    <a:pt x="1536" y="5847"/>
                    <a:pt x="1560" y="5859"/>
                    <a:pt x="1584" y="5859"/>
                  </a:cubicBezTo>
                  <a:cubicBezTo>
                    <a:pt x="1584" y="5859"/>
                    <a:pt x="1596" y="5859"/>
                    <a:pt x="1608" y="5847"/>
                  </a:cubicBezTo>
                  <a:cubicBezTo>
                    <a:pt x="1620" y="5835"/>
                    <a:pt x="2096" y="5585"/>
                    <a:pt x="2286" y="5120"/>
                  </a:cubicBezTo>
                  <a:cubicBezTo>
                    <a:pt x="2441" y="4739"/>
                    <a:pt x="2346" y="4204"/>
                    <a:pt x="2084" y="3965"/>
                  </a:cubicBezTo>
                  <a:cubicBezTo>
                    <a:pt x="1995" y="3894"/>
                    <a:pt x="1894" y="3858"/>
                    <a:pt x="1783" y="3858"/>
                  </a:cubicBezTo>
                  <a:cubicBezTo>
                    <a:pt x="1673" y="3858"/>
                    <a:pt x="1554" y="3894"/>
                    <a:pt x="1429" y="3965"/>
                  </a:cubicBezTo>
                  <a:cubicBezTo>
                    <a:pt x="1429" y="3965"/>
                    <a:pt x="1417" y="3977"/>
                    <a:pt x="1405" y="3989"/>
                  </a:cubicBezTo>
                  <a:cubicBezTo>
                    <a:pt x="1134" y="4168"/>
                    <a:pt x="907" y="4258"/>
                    <a:pt x="726" y="4258"/>
                  </a:cubicBezTo>
                  <a:cubicBezTo>
                    <a:pt x="581" y="4258"/>
                    <a:pt x="466" y="4201"/>
                    <a:pt x="381" y="4085"/>
                  </a:cubicBezTo>
                  <a:cubicBezTo>
                    <a:pt x="155" y="3775"/>
                    <a:pt x="120" y="1072"/>
                    <a:pt x="131" y="60"/>
                  </a:cubicBezTo>
                  <a:cubicBezTo>
                    <a:pt x="131" y="25"/>
                    <a:pt x="108" y="1"/>
                    <a:pt x="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9175550" y="1755800"/>
              <a:ext cx="97950" cy="51825"/>
            </a:xfrm>
            <a:custGeom>
              <a:avLst/>
              <a:gdLst/>
              <a:ahLst/>
              <a:cxnLst/>
              <a:rect l="l" t="t" r="r" b="b"/>
              <a:pathLst>
                <a:path w="3918" h="2073" extrusionOk="0">
                  <a:moveTo>
                    <a:pt x="1628" y="0"/>
                  </a:moveTo>
                  <a:cubicBezTo>
                    <a:pt x="794" y="0"/>
                    <a:pt x="142" y="320"/>
                    <a:pt x="72" y="794"/>
                  </a:cubicBezTo>
                  <a:cubicBezTo>
                    <a:pt x="0" y="1342"/>
                    <a:pt x="786" y="1902"/>
                    <a:pt x="1834" y="2044"/>
                  </a:cubicBezTo>
                  <a:cubicBezTo>
                    <a:pt x="1982" y="2063"/>
                    <a:pt x="2128" y="2072"/>
                    <a:pt x="2269" y="2072"/>
                  </a:cubicBezTo>
                  <a:cubicBezTo>
                    <a:pt x="3112" y="2072"/>
                    <a:pt x="3785" y="1752"/>
                    <a:pt x="3846" y="1282"/>
                  </a:cubicBezTo>
                  <a:cubicBezTo>
                    <a:pt x="3917" y="723"/>
                    <a:pt x="3131" y="163"/>
                    <a:pt x="2096" y="32"/>
                  </a:cubicBezTo>
                  <a:cubicBezTo>
                    <a:pt x="1935" y="10"/>
                    <a:pt x="1779" y="0"/>
                    <a:pt x="1628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5"/>
            <p:cNvSpPr/>
            <p:nvPr/>
          </p:nvSpPr>
          <p:spPr>
            <a:xfrm>
              <a:off x="9385100" y="1735025"/>
              <a:ext cx="99125" cy="56250"/>
            </a:xfrm>
            <a:custGeom>
              <a:avLst/>
              <a:gdLst/>
              <a:ahLst/>
              <a:cxnLst/>
              <a:rect l="l" t="t" r="r" b="b"/>
              <a:pathLst>
                <a:path w="3965" h="2250" extrusionOk="0">
                  <a:moveTo>
                    <a:pt x="2644" y="1"/>
                  </a:moveTo>
                  <a:cubicBezTo>
                    <a:pt x="2348" y="1"/>
                    <a:pt x="2017" y="52"/>
                    <a:pt x="1679" y="161"/>
                  </a:cubicBezTo>
                  <a:cubicBezTo>
                    <a:pt x="679" y="470"/>
                    <a:pt x="0" y="1161"/>
                    <a:pt x="167" y="1697"/>
                  </a:cubicBezTo>
                  <a:cubicBezTo>
                    <a:pt x="277" y="2052"/>
                    <a:pt x="732" y="2250"/>
                    <a:pt x="1318" y="2250"/>
                  </a:cubicBezTo>
                  <a:cubicBezTo>
                    <a:pt x="1616" y="2250"/>
                    <a:pt x="1948" y="2198"/>
                    <a:pt x="2286" y="2090"/>
                  </a:cubicBezTo>
                  <a:cubicBezTo>
                    <a:pt x="3286" y="1780"/>
                    <a:pt x="3965" y="1090"/>
                    <a:pt x="3786" y="554"/>
                  </a:cubicBezTo>
                  <a:cubicBezTo>
                    <a:pt x="3676" y="199"/>
                    <a:pt x="3226" y="1"/>
                    <a:pt x="2644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9032675" y="1424925"/>
              <a:ext cx="512275" cy="299375"/>
            </a:xfrm>
            <a:custGeom>
              <a:avLst/>
              <a:gdLst/>
              <a:ahLst/>
              <a:cxnLst/>
              <a:rect l="l" t="t" r="r" b="b"/>
              <a:pathLst>
                <a:path w="20491" h="11975" extrusionOk="0">
                  <a:moveTo>
                    <a:pt x="10991" y="1"/>
                  </a:moveTo>
                  <a:cubicBezTo>
                    <a:pt x="9467" y="1"/>
                    <a:pt x="7843" y="309"/>
                    <a:pt x="6251" y="1075"/>
                  </a:cubicBezTo>
                  <a:cubicBezTo>
                    <a:pt x="6179" y="1111"/>
                    <a:pt x="6108" y="1135"/>
                    <a:pt x="6037" y="1159"/>
                  </a:cubicBezTo>
                  <a:cubicBezTo>
                    <a:pt x="5275" y="1337"/>
                    <a:pt x="703" y="2552"/>
                    <a:pt x="298" y="5516"/>
                  </a:cubicBezTo>
                  <a:cubicBezTo>
                    <a:pt x="0" y="7612"/>
                    <a:pt x="869" y="9945"/>
                    <a:pt x="1500" y="11315"/>
                  </a:cubicBezTo>
                  <a:cubicBezTo>
                    <a:pt x="1698" y="11739"/>
                    <a:pt x="2115" y="11974"/>
                    <a:pt x="2538" y="11974"/>
                  </a:cubicBezTo>
                  <a:cubicBezTo>
                    <a:pt x="2803" y="11974"/>
                    <a:pt x="3070" y="11881"/>
                    <a:pt x="3286" y="11684"/>
                  </a:cubicBezTo>
                  <a:cubicBezTo>
                    <a:pt x="4251" y="10803"/>
                    <a:pt x="5596" y="9136"/>
                    <a:pt x="6537" y="6136"/>
                  </a:cubicBezTo>
                  <a:cubicBezTo>
                    <a:pt x="6688" y="5645"/>
                    <a:pt x="7147" y="5335"/>
                    <a:pt x="7627" y="5335"/>
                  </a:cubicBezTo>
                  <a:cubicBezTo>
                    <a:pt x="7789" y="5335"/>
                    <a:pt x="7953" y="5370"/>
                    <a:pt x="8108" y="5445"/>
                  </a:cubicBezTo>
                  <a:cubicBezTo>
                    <a:pt x="11159" y="6919"/>
                    <a:pt x="18209" y="10976"/>
                    <a:pt x="19477" y="10976"/>
                  </a:cubicBezTo>
                  <a:cubicBezTo>
                    <a:pt x="19540" y="10976"/>
                    <a:pt x="19588" y="10966"/>
                    <a:pt x="19622" y="10946"/>
                  </a:cubicBezTo>
                  <a:cubicBezTo>
                    <a:pt x="20491" y="10410"/>
                    <a:pt x="19776" y="4409"/>
                    <a:pt x="17919" y="2492"/>
                  </a:cubicBezTo>
                  <a:cubicBezTo>
                    <a:pt x="16689" y="1231"/>
                    <a:pt x="14037" y="1"/>
                    <a:pt x="10991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5"/>
            <p:cNvSpPr/>
            <p:nvPr/>
          </p:nvSpPr>
          <p:spPr>
            <a:xfrm>
              <a:off x="9116000" y="1402275"/>
              <a:ext cx="86050" cy="80800"/>
            </a:xfrm>
            <a:custGeom>
              <a:avLst/>
              <a:gdLst/>
              <a:ahLst/>
              <a:cxnLst/>
              <a:rect l="l" t="t" r="r" b="b"/>
              <a:pathLst>
                <a:path w="3442" h="3232" extrusionOk="0">
                  <a:moveTo>
                    <a:pt x="2278" y="1"/>
                  </a:moveTo>
                  <a:cubicBezTo>
                    <a:pt x="1501" y="1"/>
                    <a:pt x="2096" y="2624"/>
                    <a:pt x="2096" y="2624"/>
                  </a:cubicBezTo>
                  <a:cubicBezTo>
                    <a:pt x="2096" y="2624"/>
                    <a:pt x="1502" y="1287"/>
                    <a:pt x="873" y="1287"/>
                  </a:cubicBezTo>
                  <a:cubicBezTo>
                    <a:pt x="813" y="1287"/>
                    <a:pt x="752" y="1299"/>
                    <a:pt x="691" y="1327"/>
                  </a:cubicBezTo>
                  <a:cubicBezTo>
                    <a:pt x="1" y="1624"/>
                    <a:pt x="1799" y="3232"/>
                    <a:pt x="1799" y="3232"/>
                  </a:cubicBezTo>
                  <a:lnTo>
                    <a:pt x="2644" y="3077"/>
                  </a:lnTo>
                  <a:cubicBezTo>
                    <a:pt x="3370" y="2577"/>
                    <a:pt x="3442" y="374"/>
                    <a:pt x="2430" y="29"/>
                  </a:cubicBezTo>
                  <a:cubicBezTo>
                    <a:pt x="2374" y="10"/>
                    <a:pt x="2324" y="1"/>
                    <a:pt x="2278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5"/>
            <p:cNvSpPr/>
            <p:nvPr/>
          </p:nvSpPr>
          <p:spPr>
            <a:xfrm>
              <a:off x="9160950" y="1645000"/>
              <a:ext cx="160475" cy="153875"/>
            </a:xfrm>
            <a:custGeom>
              <a:avLst/>
              <a:gdLst/>
              <a:ahLst/>
              <a:cxnLst/>
              <a:rect l="l" t="t" r="r" b="b"/>
              <a:pathLst>
                <a:path w="6419" h="6155" extrusionOk="0">
                  <a:moveTo>
                    <a:pt x="3207" y="168"/>
                  </a:moveTo>
                  <a:cubicBezTo>
                    <a:pt x="4711" y="168"/>
                    <a:pt x="5984" y="1318"/>
                    <a:pt x="6109" y="2833"/>
                  </a:cubicBezTo>
                  <a:cubicBezTo>
                    <a:pt x="6240" y="4441"/>
                    <a:pt x="5049" y="5845"/>
                    <a:pt x="3453" y="5976"/>
                  </a:cubicBezTo>
                  <a:cubicBezTo>
                    <a:pt x="3372" y="5983"/>
                    <a:pt x="3292" y="5986"/>
                    <a:pt x="3212" y="5986"/>
                  </a:cubicBezTo>
                  <a:cubicBezTo>
                    <a:pt x="1708" y="5986"/>
                    <a:pt x="435" y="4836"/>
                    <a:pt x="310" y="3321"/>
                  </a:cubicBezTo>
                  <a:cubicBezTo>
                    <a:pt x="179" y="1714"/>
                    <a:pt x="1370" y="309"/>
                    <a:pt x="2965" y="178"/>
                  </a:cubicBezTo>
                  <a:cubicBezTo>
                    <a:pt x="3046" y="171"/>
                    <a:pt x="3127" y="168"/>
                    <a:pt x="3207" y="168"/>
                  </a:cubicBezTo>
                  <a:close/>
                  <a:moveTo>
                    <a:pt x="3214" y="0"/>
                  </a:moveTo>
                  <a:cubicBezTo>
                    <a:pt x="3128" y="0"/>
                    <a:pt x="3041" y="4"/>
                    <a:pt x="2953" y="11"/>
                  </a:cubicBezTo>
                  <a:cubicBezTo>
                    <a:pt x="1263" y="154"/>
                    <a:pt x="1" y="1643"/>
                    <a:pt x="144" y="3333"/>
                  </a:cubicBezTo>
                  <a:cubicBezTo>
                    <a:pt x="279" y="4936"/>
                    <a:pt x="1624" y="6154"/>
                    <a:pt x="3205" y="6154"/>
                  </a:cubicBezTo>
                  <a:cubicBezTo>
                    <a:pt x="3291" y="6154"/>
                    <a:pt x="3378" y="6151"/>
                    <a:pt x="3465" y="6143"/>
                  </a:cubicBezTo>
                  <a:cubicBezTo>
                    <a:pt x="5156" y="6000"/>
                    <a:pt x="6418" y="4512"/>
                    <a:pt x="6275" y="2821"/>
                  </a:cubicBezTo>
                  <a:cubicBezTo>
                    <a:pt x="6140" y="1218"/>
                    <a:pt x="4795" y="0"/>
                    <a:pt x="3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5"/>
            <p:cNvSpPr/>
            <p:nvPr/>
          </p:nvSpPr>
          <p:spPr>
            <a:xfrm>
              <a:off x="9370500" y="1627725"/>
              <a:ext cx="160175" cy="153875"/>
            </a:xfrm>
            <a:custGeom>
              <a:avLst/>
              <a:gdLst/>
              <a:ahLst/>
              <a:cxnLst/>
              <a:rect l="l" t="t" r="r" b="b"/>
              <a:pathLst>
                <a:path w="6407" h="6155" extrusionOk="0">
                  <a:moveTo>
                    <a:pt x="3205" y="169"/>
                  </a:moveTo>
                  <a:cubicBezTo>
                    <a:pt x="4700" y="169"/>
                    <a:pt x="5984" y="1319"/>
                    <a:pt x="6109" y="2834"/>
                  </a:cubicBezTo>
                  <a:cubicBezTo>
                    <a:pt x="6240" y="4429"/>
                    <a:pt x="5049" y="5846"/>
                    <a:pt x="3442" y="5977"/>
                  </a:cubicBezTo>
                  <a:cubicBezTo>
                    <a:pt x="3361" y="5983"/>
                    <a:pt x="3281" y="5987"/>
                    <a:pt x="3202" y="5987"/>
                  </a:cubicBezTo>
                  <a:cubicBezTo>
                    <a:pt x="1708" y="5987"/>
                    <a:pt x="435" y="4837"/>
                    <a:pt x="310" y="3322"/>
                  </a:cubicBezTo>
                  <a:cubicBezTo>
                    <a:pt x="167" y="1714"/>
                    <a:pt x="1370" y="309"/>
                    <a:pt x="2965" y="179"/>
                  </a:cubicBezTo>
                  <a:cubicBezTo>
                    <a:pt x="3046" y="172"/>
                    <a:pt x="3126" y="169"/>
                    <a:pt x="3205" y="169"/>
                  </a:cubicBezTo>
                  <a:close/>
                  <a:moveTo>
                    <a:pt x="3214" y="1"/>
                  </a:moveTo>
                  <a:cubicBezTo>
                    <a:pt x="3128" y="1"/>
                    <a:pt x="3041" y="4"/>
                    <a:pt x="2953" y="12"/>
                  </a:cubicBezTo>
                  <a:cubicBezTo>
                    <a:pt x="1263" y="155"/>
                    <a:pt x="1" y="1643"/>
                    <a:pt x="144" y="3334"/>
                  </a:cubicBezTo>
                  <a:cubicBezTo>
                    <a:pt x="268" y="4937"/>
                    <a:pt x="1623" y="6155"/>
                    <a:pt x="3194" y="6155"/>
                  </a:cubicBezTo>
                  <a:cubicBezTo>
                    <a:pt x="3280" y="6155"/>
                    <a:pt x="3367" y="6151"/>
                    <a:pt x="3453" y="6144"/>
                  </a:cubicBezTo>
                  <a:cubicBezTo>
                    <a:pt x="5144" y="6001"/>
                    <a:pt x="6406" y="4512"/>
                    <a:pt x="6275" y="2822"/>
                  </a:cubicBezTo>
                  <a:cubicBezTo>
                    <a:pt x="6140" y="1219"/>
                    <a:pt x="4795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5"/>
            <p:cNvSpPr/>
            <p:nvPr/>
          </p:nvSpPr>
          <p:spPr>
            <a:xfrm>
              <a:off x="9311875" y="1692350"/>
              <a:ext cx="65500" cy="14875"/>
            </a:xfrm>
            <a:custGeom>
              <a:avLst/>
              <a:gdLst/>
              <a:ahLst/>
              <a:cxnLst/>
              <a:rect l="l" t="t" r="r" b="b"/>
              <a:pathLst>
                <a:path w="2620" h="595" extrusionOk="0">
                  <a:moveTo>
                    <a:pt x="1539" y="1"/>
                  </a:moveTo>
                  <a:cubicBezTo>
                    <a:pt x="687" y="1"/>
                    <a:pt x="45" y="442"/>
                    <a:pt x="36" y="451"/>
                  </a:cubicBezTo>
                  <a:cubicBezTo>
                    <a:pt x="0" y="475"/>
                    <a:pt x="0" y="522"/>
                    <a:pt x="24" y="558"/>
                  </a:cubicBezTo>
                  <a:cubicBezTo>
                    <a:pt x="39" y="581"/>
                    <a:pt x="65" y="594"/>
                    <a:pt x="90" y="594"/>
                  </a:cubicBezTo>
                  <a:cubicBezTo>
                    <a:pt x="104" y="594"/>
                    <a:pt x="118" y="590"/>
                    <a:pt x="131" y="582"/>
                  </a:cubicBezTo>
                  <a:cubicBezTo>
                    <a:pt x="140" y="573"/>
                    <a:pt x="733" y="167"/>
                    <a:pt x="1524" y="167"/>
                  </a:cubicBezTo>
                  <a:cubicBezTo>
                    <a:pt x="1828" y="167"/>
                    <a:pt x="2161" y="226"/>
                    <a:pt x="2500" y="391"/>
                  </a:cubicBezTo>
                  <a:lnTo>
                    <a:pt x="2536" y="391"/>
                  </a:lnTo>
                  <a:cubicBezTo>
                    <a:pt x="2572" y="391"/>
                    <a:pt x="2596" y="380"/>
                    <a:pt x="2608" y="344"/>
                  </a:cubicBezTo>
                  <a:cubicBezTo>
                    <a:pt x="2620" y="308"/>
                    <a:pt x="2608" y="261"/>
                    <a:pt x="2572" y="237"/>
                  </a:cubicBezTo>
                  <a:cubicBezTo>
                    <a:pt x="2213" y="64"/>
                    <a:pt x="1861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5"/>
            <p:cNvSpPr/>
            <p:nvPr/>
          </p:nvSpPr>
          <p:spPr>
            <a:xfrm>
              <a:off x="9052600" y="1726175"/>
              <a:ext cx="116125" cy="37950"/>
            </a:xfrm>
            <a:custGeom>
              <a:avLst/>
              <a:gdLst/>
              <a:ahLst/>
              <a:cxnLst/>
              <a:rect l="l" t="t" r="r" b="b"/>
              <a:pathLst>
                <a:path w="4645" h="1518" extrusionOk="0">
                  <a:moveTo>
                    <a:pt x="4567" y="1"/>
                  </a:moveTo>
                  <a:cubicBezTo>
                    <a:pt x="4561" y="1"/>
                    <a:pt x="4555" y="1"/>
                    <a:pt x="4549" y="3"/>
                  </a:cubicBezTo>
                  <a:lnTo>
                    <a:pt x="799" y="324"/>
                  </a:lnTo>
                  <a:lnTo>
                    <a:pt x="775" y="324"/>
                  </a:lnTo>
                  <a:cubicBezTo>
                    <a:pt x="739" y="348"/>
                    <a:pt x="1" y="717"/>
                    <a:pt x="37" y="1444"/>
                  </a:cubicBezTo>
                  <a:cubicBezTo>
                    <a:pt x="37" y="1485"/>
                    <a:pt x="63" y="1517"/>
                    <a:pt x="102" y="1517"/>
                  </a:cubicBezTo>
                  <a:cubicBezTo>
                    <a:pt x="108" y="1517"/>
                    <a:pt x="114" y="1517"/>
                    <a:pt x="120" y="1515"/>
                  </a:cubicBezTo>
                  <a:cubicBezTo>
                    <a:pt x="167" y="1515"/>
                    <a:pt x="191" y="1479"/>
                    <a:pt x="191" y="1432"/>
                  </a:cubicBezTo>
                  <a:cubicBezTo>
                    <a:pt x="167" y="860"/>
                    <a:pt x="739" y="527"/>
                    <a:pt x="834" y="479"/>
                  </a:cubicBezTo>
                  <a:lnTo>
                    <a:pt x="4561" y="158"/>
                  </a:lnTo>
                  <a:cubicBezTo>
                    <a:pt x="4609" y="158"/>
                    <a:pt x="4644" y="122"/>
                    <a:pt x="4644" y="74"/>
                  </a:cubicBezTo>
                  <a:cubicBezTo>
                    <a:pt x="4634" y="33"/>
                    <a:pt x="4606" y="1"/>
                    <a:pt x="4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5"/>
            <p:cNvSpPr/>
            <p:nvPr/>
          </p:nvSpPr>
          <p:spPr>
            <a:xfrm>
              <a:off x="9202925" y="1938525"/>
              <a:ext cx="203625" cy="62625"/>
            </a:xfrm>
            <a:custGeom>
              <a:avLst/>
              <a:gdLst/>
              <a:ahLst/>
              <a:cxnLst/>
              <a:rect l="l" t="t" r="r" b="b"/>
              <a:pathLst>
                <a:path w="8145" h="2505" extrusionOk="0">
                  <a:moveTo>
                    <a:pt x="750" y="0"/>
                  </a:moveTo>
                  <a:cubicBezTo>
                    <a:pt x="544" y="0"/>
                    <a:pt x="291" y="11"/>
                    <a:pt x="0" y="46"/>
                  </a:cubicBezTo>
                  <a:cubicBezTo>
                    <a:pt x="1113" y="1455"/>
                    <a:pt x="2507" y="2505"/>
                    <a:pt x="4466" y="2505"/>
                  </a:cubicBezTo>
                  <a:cubicBezTo>
                    <a:pt x="4791" y="2505"/>
                    <a:pt x="5132" y="2476"/>
                    <a:pt x="5489" y="2415"/>
                  </a:cubicBezTo>
                  <a:cubicBezTo>
                    <a:pt x="6727" y="2272"/>
                    <a:pt x="7656" y="1308"/>
                    <a:pt x="8144" y="129"/>
                  </a:cubicBezTo>
                  <a:cubicBezTo>
                    <a:pt x="7905" y="67"/>
                    <a:pt x="7612" y="31"/>
                    <a:pt x="7264" y="31"/>
                  </a:cubicBezTo>
                  <a:cubicBezTo>
                    <a:pt x="7213" y="31"/>
                    <a:pt x="7161" y="32"/>
                    <a:pt x="7108" y="34"/>
                  </a:cubicBezTo>
                  <a:cubicBezTo>
                    <a:pt x="7108" y="34"/>
                    <a:pt x="6954" y="1510"/>
                    <a:pt x="4977" y="1558"/>
                  </a:cubicBezTo>
                  <a:cubicBezTo>
                    <a:pt x="4955" y="1558"/>
                    <a:pt x="4933" y="1558"/>
                    <a:pt x="4910" y="1558"/>
                  </a:cubicBezTo>
                  <a:cubicBezTo>
                    <a:pt x="2963" y="1558"/>
                    <a:pt x="1322" y="34"/>
                    <a:pt x="1322" y="34"/>
                  </a:cubicBezTo>
                  <a:cubicBezTo>
                    <a:pt x="1322" y="34"/>
                    <a:pt x="1110" y="0"/>
                    <a:pt x="7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5"/>
            <p:cNvSpPr/>
            <p:nvPr/>
          </p:nvSpPr>
          <p:spPr>
            <a:xfrm>
              <a:off x="9002000" y="1939650"/>
              <a:ext cx="483125" cy="400675"/>
            </a:xfrm>
            <a:custGeom>
              <a:avLst/>
              <a:gdLst/>
              <a:ahLst/>
              <a:cxnLst/>
              <a:rect l="l" t="t" r="r" b="b"/>
              <a:pathLst>
                <a:path w="19325" h="16027" extrusionOk="0">
                  <a:moveTo>
                    <a:pt x="8037" y="1"/>
                  </a:moveTo>
                  <a:cubicBezTo>
                    <a:pt x="6537" y="191"/>
                    <a:pt x="4108" y="1013"/>
                    <a:pt x="2382" y="4239"/>
                  </a:cubicBezTo>
                  <a:cubicBezTo>
                    <a:pt x="441" y="7835"/>
                    <a:pt x="1" y="14395"/>
                    <a:pt x="2930" y="16026"/>
                  </a:cubicBezTo>
                  <a:cubicBezTo>
                    <a:pt x="4441" y="15974"/>
                    <a:pt x="3224" y="14526"/>
                    <a:pt x="4000" y="14526"/>
                  </a:cubicBezTo>
                  <a:cubicBezTo>
                    <a:pt x="4111" y="14526"/>
                    <a:pt x="4261" y="14555"/>
                    <a:pt x="4466" y="14622"/>
                  </a:cubicBezTo>
                  <a:cubicBezTo>
                    <a:pt x="4418" y="14586"/>
                    <a:pt x="4370" y="14550"/>
                    <a:pt x="4323" y="14526"/>
                  </a:cubicBezTo>
                  <a:lnTo>
                    <a:pt x="4323" y="14526"/>
                  </a:lnTo>
                  <a:cubicBezTo>
                    <a:pt x="4323" y="14526"/>
                    <a:pt x="7787" y="15559"/>
                    <a:pt x="12137" y="15559"/>
                  </a:cubicBezTo>
                  <a:cubicBezTo>
                    <a:pt x="12364" y="15559"/>
                    <a:pt x="12593" y="15556"/>
                    <a:pt x="12824" y="15550"/>
                  </a:cubicBezTo>
                  <a:cubicBezTo>
                    <a:pt x="17503" y="15431"/>
                    <a:pt x="17360" y="15122"/>
                    <a:pt x="17360" y="15122"/>
                  </a:cubicBezTo>
                  <a:cubicBezTo>
                    <a:pt x="17360" y="15122"/>
                    <a:pt x="19253" y="14217"/>
                    <a:pt x="19289" y="10395"/>
                  </a:cubicBezTo>
                  <a:cubicBezTo>
                    <a:pt x="19325" y="6573"/>
                    <a:pt x="17920" y="2275"/>
                    <a:pt x="17086" y="489"/>
                  </a:cubicBezTo>
                  <a:cubicBezTo>
                    <a:pt x="17086" y="489"/>
                    <a:pt x="16800" y="239"/>
                    <a:pt x="16181" y="84"/>
                  </a:cubicBezTo>
                  <a:cubicBezTo>
                    <a:pt x="15693" y="1263"/>
                    <a:pt x="14764" y="2227"/>
                    <a:pt x="13526" y="2370"/>
                  </a:cubicBezTo>
                  <a:cubicBezTo>
                    <a:pt x="13169" y="2431"/>
                    <a:pt x="12828" y="2460"/>
                    <a:pt x="12503" y="2460"/>
                  </a:cubicBezTo>
                  <a:cubicBezTo>
                    <a:pt x="10544" y="2460"/>
                    <a:pt x="9150" y="1410"/>
                    <a:pt x="80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5"/>
            <p:cNvSpPr/>
            <p:nvPr/>
          </p:nvSpPr>
          <p:spPr>
            <a:xfrm>
              <a:off x="9031175" y="2306075"/>
              <a:ext cx="138725" cy="68175"/>
            </a:xfrm>
            <a:custGeom>
              <a:avLst/>
              <a:gdLst/>
              <a:ahLst/>
              <a:cxnLst/>
              <a:rect l="l" t="t" r="r" b="b"/>
              <a:pathLst>
                <a:path w="5549" h="2727" extrusionOk="0">
                  <a:moveTo>
                    <a:pt x="453" y="0"/>
                  </a:moveTo>
                  <a:lnTo>
                    <a:pt x="1" y="977"/>
                  </a:lnTo>
                  <a:cubicBezTo>
                    <a:pt x="1" y="977"/>
                    <a:pt x="2560" y="2501"/>
                    <a:pt x="5549" y="2727"/>
                  </a:cubicBezTo>
                  <a:lnTo>
                    <a:pt x="5489" y="1036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D253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5"/>
            <p:cNvSpPr/>
            <p:nvPr/>
          </p:nvSpPr>
          <p:spPr>
            <a:xfrm>
              <a:off x="9097550" y="1939950"/>
              <a:ext cx="425375" cy="659000"/>
            </a:xfrm>
            <a:custGeom>
              <a:avLst/>
              <a:gdLst/>
              <a:ahLst/>
              <a:cxnLst/>
              <a:rect l="l" t="t" r="r" b="b"/>
              <a:pathLst>
                <a:path w="17015" h="26360" extrusionOk="0">
                  <a:moveTo>
                    <a:pt x="11740" y="1"/>
                  </a:moveTo>
                  <a:cubicBezTo>
                    <a:pt x="11740" y="1"/>
                    <a:pt x="13657" y="2477"/>
                    <a:pt x="14229" y="5751"/>
                  </a:cubicBezTo>
                  <a:lnTo>
                    <a:pt x="5882" y="5811"/>
                  </a:lnTo>
                  <a:cubicBezTo>
                    <a:pt x="5882" y="5811"/>
                    <a:pt x="5037" y="1917"/>
                    <a:pt x="3787" y="60"/>
                  </a:cubicBezTo>
                  <a:lnTo>
                    <a:pt x="3001" y="286"/>
                  </a:lnTo>
                  <a:cubicBezTo>
                    <a:pt x="3001" y="286"/>
                    <a:pt x="4239" y="3775"/>
                    <a:pt x="4406" y="5870"/>
                  </a:cubicBezTo>
                  <a:cubicBezTo>
                    <a:pt x="4585" y="7954"/>
                    <a:pt x="2096" y="14717"/>
                    <a:pt x="2096" y="14717"/>
                  </a:cubicBezTo>
                  <a:cubicBezTo>
                    <a:pt x="2096" y="14717"/>
                    <a:pt x="322" y="21086"/>
                    <a:pt x="1" y="25766"/>
                  </a:cubicBezTo>
                  <a:cubicBezTo>
                    <a:pt x="1394" y="25956"/>
                    <a:pt x="2965" y="26123"/>
                    <a:pt x="4751" y="26218"/>
                  </a:cubicBezTo>
                  <a:cubicBezTo>
                    <a:pt x="6503" y="26318"/>
                    <a:pt x="8118" y="26360"/>
                    <a:pt x="9595" y="26360"/>
                  </a:cubicBezTo>
                  <a:cubicBezTo>
                    <a:pt x="12687" y="26360"/>
                    <a:pt x="15170" y="26178"/>
                    <a:pt x="17015" y="25968"/>
                  </a:cubicBezTo>
                  <a:cubicBezTo>
                    <a:pt x="16967" y="25027"/>
                    <a:pt x="16896" y="24206"/>
                    <a:pt x="16824" y="23575"/>
                  </a:cubicBezTo>
                  <a:cubicBezTo>
                    <a:pt x="16372" y="19908"/>
                    <a:pt x="13824" y="15002"/>
                    <a:pt x="13824" y="15002"/>
                  </a:cubicBezTo>
                  <a:cubicBezTo>
                    <a:pt x="13824" y="15002"/>
                    <a:pt x="16122" y="12288"/>
                    <a:pt x="15967" y="8966"/>
                  </a:cubicBezTo>
                  <a:cubicBezTo>
                    <a:pt x="15860" y="6430"/>
                    <a:pt x="14371" y="2418"/>
                    <a:pt x="12538" y="96"/>
                  </a:cubicBezTo>
                  <a:lnTo>
                    <a:pt x="117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5"/>
            <p:cNvSpPr/>
            <p:nvPr/>
          </p:nvSpPr>
          <p:spPr>
            <a:xfrm>
              <a:off x="9108575" y="2055650"/>
              <a:ext cx="80675" cy="248350"/>
            </a:xfrm>
            <a:custGeom>
              <a:avLst/>
              <a:gdLst/>
              <a:ahLst/>
              <a:cxnLst/>
              <a:rect l="l" t="t" r="r" b="b"/>
              <a:pathLst>
                <a:path w="3227" h="9934" extrusionOk="0">
                  <a:moveTo>
                    <a:pt x="2895" y="1"/>
                  </a:moveTo>
                  <a:cubicBezTo>
                    <a:pt x="2890" y="1"/>
                    <a:pt x="2886" y="2"/>
                    <a:pt x="2881" y="4"/>
                  </a:cubicBezTo>
                  <a:cubicBezTo>
                    <a:pt x="2846" y="4"/>
                    <a:pt x="2834" y="40"/>
                    <a:pt x="2834" y="64"/>
                  </a:cubicBezTo>
                  <a:cubicBezTo>
                    <a:pt x="2846" y="76"/>
                    <a:pt x="3120" y="1516"/>
                    <a:pt x="2167" y="4921"/>
                  </a:cubicBezTo>
                  <a:cubicBezTo>
                    <a:pt x="1215" y="8327"/>
                    <a:pt x="24" y="9839"/>
                    <a:pt x="12" y="9851"/>
                  </a:cubicBezTo>
                  <a:cubicBezTo>
                    <a:pt x="0" y="9874"/>
                    <a:pt x="0" y="9898"/>
                    <a:pt x="24" y="9922"/>
                  </a:cubicBezTo>
                  <a:cubicBezTo>
                    <a:pt x="36" y="9934"/>
                    <a:pt x="48" y="9934"/>
                    <a:pt x="60" y="9934"/>
                  </a:cubicBezTo>
                  <a:cubicBezTo>
                    <a:pt x="72" y="9934"/>
                    <a:pt x="84" y="9922"/>
                    <a:pt x="95" y="9910"/>
                  </a:cubicBezTo>
                  <a:cubicBezTo>
                    <a:pt x="107" y="9898"/>
                    <a:pt x="1310" y="8386"/>
                    <a:pt x="2262" y="4945"/>
                  </a:cubicBezTo>
                  <a:cubicBezTo>
                    <a:pt x="3227" y="1504"/>
                    <a:pt x="2953" y="99"/>
                    <a:pt x="2941" y="40"/>
                  </a:cubicBezTo>
                  <a:cubicBezTo>
                    <a:pt x="2931" y="20"/>
                    <a:pt x="2914" y="1"/>
                    <a:pt x="2895" y="1"/>
                  </a:cubicBezTo>
                  <a:close/>
                </a:path>
              </a:pathLst>
            </a:custGeom>
            <a:solidFill>
              <a:srgbClr val="EFA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5"/>
            <p:cNvSpPr/>
            <p:nvPr/>
          </p:nvSpPr>
          <p:spPr>
            <a:xfrm>
              <a:off x="9313050" y="2048050"/>
              <a:ext cx="169400" cy="251275"/>
            </a:xfrm>
            <a:custGeom>
              <a:avLst/>
              <a:gdLst/>
              <a:ahLst/>
              <a:cxnLst/>
              <a:rect l="l" t="t" r="r" b="b"/>
              <a:pathLst>
                <a:path w="6776" h="10051" extrusionOk="0">
                  <a:moveTo>
                    <a:pt x="591" y="0"/>
                  </a:moveTo>
                  <a:cubicBezTo>
                    <a:pt x="520" y="0"/>
                    <a:pt x="448" y="19"/>
                    <a:pt x="382" y="58"/>
                  </a:cubicBezTo>
                  <a:lnTo>
                    <a:pt x="263" y="129"/>
                  </a:lnTo>
                  <a:cubicBezTo>
                    <a:pt x="60" y="249"/>
                    <a:pt x="1" y="510"/>
                    <a:pt x="120" y="713"/>
                  </a:cubicBezTo>
                  <a:lnTo>
                    <a:pt x="5644" y="9928"/>
                  </a:lnTo>
                  <a:cubicBezTo>
                    <a:pt x="5708" y="10024"/>
                    <a:pt x="5819" y="10050"/>
                    <a:pt x="5935" y="10050"/>
                  </a:cubicBezTo>
                  <a:cubicBezTo>
                    <a:pt x="5994" y="10050"/>
                    <a:pt x="6053" y="10043"/>
                    <a:pt x="6109" y="10035"/>
                  </a:cubicBezTo>
                  <a:cubicBezTo>
                    <a:pt x="6406" y="9988"/>
                    <a:pt x="6775" y="9643"/>
                    <a:pt x="6621" y="9381"/>
                  </a:cubicBezTo>
                  <a:lnTo>
                    <a:pt x="953" y="213"/>
                  </a:lnTo>
                  <a:cubicBezTo>
                    <a:pt x="873" y="77"/>
                    <a:pt x="735" y="0"/>
                    <a:pt x="5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5"/>
            <p:cNvSpPr/>
            <p:nvPr/>
          </p:nvSpPr>
          <p:spPr>
            <a:xfrm>
              <a:off x="9448500" y="2278375"/>
              <a:ext cx="113725" cy="132450"/>
            </a:xfrm>
            <a:custGeom>
              <a:avLst/>
              <a:gdLst/>
              <a:ahLst/>
              <a:cxnLst/>
              <a:rect l="l" t="t" r="r" b="b"/>
              <a:pathLst>
                <a:path w="4549" h="5298" extrusionOk="0">
                  <a:moveTo>
                    <a:pt x="976" y="1"/>
                  </a:moveTo>
                  <a:lnTo>
                    <a:pt x="0" y="287"/>
                  </a:lnTo>
                  <a:cubicBezTo>
                    <a:pt x="0" y="287"/>
                    <a:pt x="405" y="3763"/>
                    <a:pt x="1286" y="4740"/>
                  </a:cubicBezTo>
                  <a:cubicBezTo>
                    <a:pt x="1651" y="5144"/>
                    <a:pt x="2112" y="5297"/>
                    <a:pt x="2541" y="5297"/>
                  </a:cubicBezTo>
                  <a:cubicBezTo>
                    <a:pt x="3148" y="5297"/>
                    <a:pt x="3692" y="4991"/>
                    <a:pt x="3810" y="4656"/>
                  </a:cubicBezTo>
                  <a:cubicBezTo>
                    <a:pt x="4548" y="2608"/>
                    <a:pt x="976" y="1"/>
                    <a:pt x="9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5"/>
            <p:cNvSpPr/>
            <p:nvPr/>
          </p:nvSpPr>
          <p:spPr>
            <a:xfrm>
              <a:off x="9470525" y="2298475"/>
              <a:ext cx="81275" cy="103250"/>
            </a:xfrm>
            <a:custGeom>
              <a:avLst/>
              <a:gdLst/>
              <a:ahLst/>
              <a:cxnLst/>
              <a:rect l="l" t="t" r="r" b="b"/>
              <a:pathLst>
                <a:path w="3251" h="4130" extrusionOk="0">
                  <a:moveTo>
                    <a:pt x="935" y="1"/>
                  </a:moveTo>
                  <a:cubicBezTo>
                    <a:pt x="763" y="1"/>
                    <a:pt x="603" y="107"/>
                    <a:pt x="465" y="364"/>
                  </a:cubicBezTo>
                  <a:cubicBezTo>
                    <a:pt x="465" y="364"/>
                    <a:pt x="0" y="1388"/>
                    <a:pt x="917" y="2959"/>
                  </a:cubicBezTo>
                  <a:cubicBezTo>
                    <a:pt x="1436" y="3867"/>
                    <a:pt x="1916" y="4129"/>
                    <a:pt x="2291" y="4129"/>
                  </a:cubicBezTo>
                  <a:cubicBezTo>
                    <a:pt x="2570" y="4129"/>
                    <a:pt x="2792" y="3984"/>
                    <a:pt x="2929" y="3852"/>
                  </a:cubicBezTo>
                  <a:cubicBezTo>
                    <a:pt x="3251" y="3543"/>
                    <a:pt x="3215" y="3281"/>
                    <a:pt x="2739" y="2269"/>
                  </a:cubicBezTo>
                  <a:cubicBezTo>
                    <a:pt x="2445" y="1633"/>
                    <a:pt x="1607" y="1"/>
                    <a:pt x="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5"/>
            <p:cNvSpPr/>
            <p:nvPr/>
          </p:nvSpPr>
          <p:spPr>
            <a:xfrm>
              <a:off x="9084150" y="2171875"/>
              <a:ext cx="391100" cy="177975"/>
            </a:xfrm>
            <a:custGeom>
              <a:avLst/>
              <a:gdLst/>
              <a:ahLst/>
              <a:cxnLst/>
              <a:rect l="l" t="t" r="r" b="b"/>
              <a:pathLst>
                <a:path w="15644" h="7119" extrusionOk="0">
                  <a:moveTo>
                    <a:pt x="13645" y="0"/>
                  </a:moveTo>
                  <a:cubicBezTo>
                    <a:pt x="13008" y="0"/>
                    <a:pt x="11574" y="1511"/>
                    <a:pt x="11574" y="1511"/>
                  </a:cubicBezTo>
                  <a:cubicBezTo>
                    <a:pt x="11574" y="1511"/>
                    <a:pt x="5871" y="1630"/>
                    <a:pt x="1846" y="2392"/>
                  </a:cubicBezTo>
                  <a:cubicBezTo>
                    <a:pt x="132" y="3475"/>
                    <a:pt x="1" y="5761"/>
                    <a:pt x="3013" y="7118"/>
                  </a:cubicBezTo>
                  <a:cubicBezTo>
                    <a:pt x="7121" y="5964"/>
                    <a:pt x="12598" y="4416"/>
                    <a:pt x="12598" y="4416"/>
                  </a:cubicBezTo>
                  <a:cubicBezTo>
                    <a:pt x="13895" y="4332"/>
                    <a:pt x="15408" y="3999"/>
                    <a:pt x="15419" y="3547"/>
                  </a:cubicBezTo>
                  <a:cubicBezTo>
                    <a:pt x="15419" y="3133"/>
                    <a:pt x="15168" y="3108"/>
                    <a:pt x="15137" y="3106"/>
                  </a:cubicBezTo>
                  <a:lnTo>
                    <a:pt x="15137" y="3106"/>
                  </a:lnTo>
                  <a:cubicBezTo>
                    <a:pt x="15139" y="3106"/>
                    <a:pt x="15143" y="3106"/>
                    <a:pt x="15147" y="3106"/>
                  </a:cubicBezTo>
                  <a:cubicBezTo>
                    <a:pt x="15228" y="3106"/>
                    <a:pt x="15643" y="3087"/>
                    <a:pt x="15622" y="2689"/>
                  </a:cubicBezTo>
                  <a:cubicBezTo>
                    <a:pt x="15602" y="2334"/>
                    <a:pt x="15272" y="2298"/>
                    <a:pt x="15159" y="2296"/>
                  </a:cubicBezTo>
                  <a:lnTo>
                    <a:pt x="15159" y="2296"/>
                  </a:lnTo>
                  <a:cubicBezTo>
                    <a:pt x="15256" y="2289"/>
                    <a:pt x="15503" y="2242"/>
                    <a:pt x="15503" y="1915"/>
                  </a:cubicBezTo>
                  <a:cubicBezTo>
                    <a:pt x="15497" y="1564"/>
                    <a:pt x="15318" y="1478"/>
                    <a:pt x="15144" y="1478"/>
                  </a:cubicBezTo>
                  <a:cubicBezTo>
                    <a:pt x="14976" y="1478"/>
                    <a:pt x="14812" y="1558"/>
                    <a:pt x="14812" y="1558"/>
                  </a:cubicBezTo>
                  <a:cubicBezTo>
                    <a:pt x="14812" y="1558"/>
                    <a:pt x="15360" y="1261"/>
                    <a:pt x="15205" y="784"/>
                  </a:cubicBezTo>
                  <a:cubicBezTo>
                    <a:pt x="15169" y="674"/>
                    <a:pt x="15051" y="631"/>
                    <a:pt x="14890" y="631"/>
                  </a:cubicBezTo>
                  <a:cubicBezTo>
                    <a:pt x="14360" y="631"/>
                    <a:pt x="13372" y="1094"/>
                    <a:pt x="13372" y="1094"/>
                  </a:cubicBezTo>
                  <a:cubicBezTo>
                    <a:pt x="13372" y="1094"/>
                    <a:pt x="14324" y="165"/>
                    <a:pt x="13729" y="10"/>
                  </a:cubicBezTo>
                  <a:cubicBezTo>
                    <a:pt x="13703" y="4"/>
                    <a:pt x="13675" y="0"/>
                    <a:pt x="13645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5"/>
            <p:cNvSpPr/>
            <p:nvPr/>
          </p:nvSpPr>
          <p:spPr>
            <a:xfrm>
              <a:off x="9347000" y="2207250"/>
              <a:ext cx="35725" cy="94375"/>
            </a:xfrm>
            <a:custGeom>
              <a:avLst/>
              <a:gdLst/>
              <a:ahLst/>
              <a:cxnLst/>
              <a:rect l="l" t="t" r="r" b="b"/>
              <a:pathLst>
                <a:path w="1429" h="3775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51"/>
                    <a:pt x="226" y="2548"/>
                    <a:pt x="524" y="3775"/>
                  </a:cubicBezTo>
                  <a:cubicBezTo>
                    <a:pt x="1084" y="3465"/>
                    <a:pt x="1429" y="3179"/>
                    <a:pt x="1429" y="3179"/>
                  </a:cubicBezTo>
                  <a:lnTo>
                    <a:pt x="1060" y="96"/>
                  </a:lnTo>
                  <a:cubicBezTo>
                    <a:pt x="1060" y="96"/>
                    <a:pt x="667" y="48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5"/>
            <p:cNvSpPr/>
            <p:nvPr/>
          </p:nvSpPr>
          <p:spPr>
            <a:xfrm>
              <a:off x="9054100" y="2200850"/>
              <a:ext cx="306000" cy="152650"/>
            </a:xfrm>
            <a:custGeom>
              <a:avLst/>
              <a:gdLst/>
              <a:ahLst/>
              <a:cxnLst/>
              <a:rect l="l" t="t" r="r" b="b"/>
              <a:pathLst>
                <a:path w="12240" h="6106" extrusionOk="0">
                  <a:moveTo>
                    <a:pt x="7987" y="1"/>
                  </a:moveTo>
                  <a:cubicBezTo>
                    <a:pt x="6728" y="1"/>
                    <a:pt x="5336" y="130"/>
                    <a:pt x="3953" y="566"/>
                  </a:cubicBezTo>
                  <a:cubicBezTo>
                    <a:pt x="119" y="1518"/>
                    <a:pt x="0" y="3947"/>
                    <a:pt x="179" y="4614"/>
                  </a:cubicBezTo>
                  <a:cubicBezTo>
                    <a:pt x="572" y="5698"/>
                    <a:pt x="1417" y="5864"/>
                    <a:pt x="2310" y="6031"/>
                  </a:cubicBezTo>
                  <a:cubicBezTo>
                    <a:pt x="2584" y="6083"/>
                    <a:pt x="2902" y="6106"/>
                    <a:pt x="3251" y="6106"/>
                  </a:cubicBezTo>
                  <a:cubicBezTo>
                    <a:pt x="5875" y="6106"/>
                    <a:pt x="10273" y="4797"/>
                    <a:pt x="11240" y="4471"/>
                  </a:cubicBezTo>
                  <a:cubicBezTo>
                    <a:pt x="11621" y="4340"/>
                    <a:pt x="11954" y="4185"/>
                    <a:pt x="12240" y="4031"/>
                  </a:cubicBezTo>
                  <a:cubicBezTo>
                    <a:pt x="11942" y="2804"/>
                    <a:pt x="11811" y="1507"/>
                    <a:pt x="11716" y="256"/>
                  </a:cubicBezTo>
                  <a:cubicBezTo>
                    <a:pt x="10842" y="191"/>
                    <a:pt x="9513" y="1"/>
                    <a:pt x="7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5"/>
            <p:cNvSpPr/>
            <p:nvPr/>
          </p:nvSpPr>
          <p:spPr>
            <a:xfrm>
              <a:off x="9232400" y="1707675"/>
              <a:ext cx="48225" cy="20075"/>
            </a:xfrm>
            <a:custGeom>
              <a:avLst/>
              <a:gdLst/>
              <a:ahLst/>
              <a:cxnLst/>
              <a:rect l="l" t="t" r="r" b="b"/>
              <a:pathLst>
                <a:path w="1929" h="803" extrusionOk="0">
                  <a:moveTo>
                    <a:pt x="857" y="1"/>
                  </a:moveTo>
                  <a:cubicBezTo>
                    <a:pt x="433" y="1"/>
                    <a:pt x="63" y="177"/>
                    <a:pt x="36" y="195"/>
                  </a:cubicBezTo>
                  <a:cubicBezTo>
                    <a:pt x="12" y="207"/>
                    <a:pt x="0" y="231"/>
                    <a:pt x="12" y="267"/>
                  </a:cubicBezTo>
                  <a:cubicBezTo>
                    <a:pt x="21" y="284"/>
                    <a:pt x="42" y="295"/>
                    <a:pt x="62" y="295"/>
                  </a:cubicBezTo>
                  <a:cubicBezTo>
                    <a:pt x="70" y="295"/>
                    <a:pt x="77" y="294"/>
                    <a:pt x="84" y="290"/>
                  </a:cubicBezTo>
                  <a:cubicBezTo>
                    <a:pt x="92" y="282"/>
                    <a:pt x="447" y="113"/>
                    <a:pt x="845" y="113"/>
                  </a:cubicBezTo>
                  <a:cubicBezTo>
                    <a:pt x="979" y="113"/>
                    <a:pt x="1118" y="132"/>
                    <a:pt x="1250" y="183"/>
                  </a:cubicBezTo>
                  <a:cubicBezTo>
                    <a:pt x="1500" y="279"/>
                    <a:pt x="1691" y="469"/>
                    <a:pt x="1822" y="767"/>
                  </a:cubicBezTo>
                  <a:cubicBezTo>
                    <a:pt x="1822" y="791"/>
                    <a:pt x="1846" y="802"/>
                    <a:pt x="1869" y="802"/>
                  </a:cubicBezTo>
                  <a:cubicBezTo>
                    <a:pt x="1869" y="802"/>
                    <a:pt x="1881" y="802"/>
                    <a:pt x="1893" y="791"/>
                  </a:cubicBezTo>
                  <a:cubicBezTo>
                    <a:pt x="1917" y="791"/>
                    <a:pt x="1929" y="755"/>
                    <a:pt x="1917" y="731"/>
                  </a:cubicBezTo>
                  <a:cubicBezTo>
                    <a:pt x="1786" y="398"/>
                    <a:pt x="1572" y="183"/>
                    <a:pt x="1298" y="76"/>
                  </a:cubicBezTo>
                  <a:cubicBezTo>
                    <a:pt x="1152" y="22"/>
                    <a:pt x="1001" y="1"/>
                    <a:pt x="8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5"/>
            <p:cNvSpPr/>
            <p:nvPr/>
          </p:nvSpPr>
          <p:spPr>
            <a:xfrm>
              <a:off x="9398175" y="1705000"/>
              <a:ext cx="47950" cy="19775"/>
            </a:xfrm>
            <a:custGeom>
              <a:avLst/>
              <a:gdLst/>
              <a:ahLst/>
              <a:cxnLst/>
              <a:rect l="l" t="t" r="r" b="b"/>
              <a:pathLst>
                <a:path w="1918" h="791" extrusionOk="0">
                  <a:moveTo>
                    <a:pt x="1075" y="1"/>
                  </a:moveTo>
                  <a:cubicBezTo>
                    <a:pt x="930" y="1"/>
                    <a:pt x="778" y="21"/>
                    <a:pt x="632" y="76"/>
                  </a:cubicBezTo>
                  <a:cubicBezTo>
                    <a:pt x="358" y="183"/>
                    <a:pt x="144" y="397"/>
                    <a:pt x="13" y="719"/>
                  </a:cubicBezTo>
                  <a:cubicBezTo>
                    <a:pt x="1" y="743"/>
                    <a:pt x="13" y="778"/>
                    <a:pt x="37" y="790"/>
                  </a:cubicBezTo>
                  <a:lnTo>
                    <a:pt x="60" y="790"/>
                  </a:lnTo>
                  <a:cubicBezTo>
                    <a:pt x="84" y="790"/>
                    <a:pt x="96" y="778"/>
                    <a:pt x="108" y="767"/>
                  </a:cubicBezTo>
                  <a:cubicBezTo>
                    <a:pt x="227" y="469"/>
                    <a:pt x="418" y="266"/>
                    <a:pt x="668" y="171"/>
                  </a:cubicBezTo>
                  <a:cubicBezTo>
                    <a:pt x="800" y="121"/>
                    <a:pt x="937" y="103"/>
                    <a:pt x="1070" y="103"/>
                  </a:cubicBezTo>
                  <a:cubicBezTo>
                    <a:pt x="1476" y="103"/>
                    <a:pt x="1835" y="278"/>
                    <a:pt x="1835" y="278"/>
                  </a:cubicBezTo>
                  <a:cubicBezTo>
                    <a:pt x="1844" y="282"/>
                    <a:pt x="1853" y="283"/>
                    <a:pt x="1861" y="283"/>
                  </a:cubicBezTo>
                  <a:cubicBezTo>
                    <a:pt x="1882" y="283"/>
                    <a:pt x="1897" y="272"/>
                    <a:pt x="1906" y="255"/>
                  </a:cubicBezTo>
                  <a:cubicBezTo>
                    <a:pt x="1918" y="231"/>
                    <a:pt x="1918" y="195"/>
                    <a:pt x="1882" y="183"/>
                  </a:cubicBezTo>
                  <a:cubicBezTo>
                    <a:pt x="1864" y="174"/>
                    <a:pt x="1497" y="1"/>
                    <a:pt x="10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5"/>
            <p:cNvSpPr/>
            <p:nvPr/>
          </p:nvSpPr>
          <p:spPr>
            <a:xfrm>
              <a:off x="9556550" y="2297425"/>
              <a:ext cx="212850" cy="214375"/>
            </a:xfrm>
            <a:custGeom>
              <a:avLst/>
              <a:gdLst/>
              <a:ahLst/>
              <a:cxnLst/>
              <a:rect l="l" t="t" r="r" b="b"/>
              <a:pathLst>
                <a:path w="8514" h="8575" extrusionOk="0">
                  <a:moveTo>
                    <a:pt x="3310" y="1"/>
                  </a:moveTo>
                  <a:cubicBezTo>
                    <a:pt x="3310" y="1"/>
                    <a:pt x="0" y="5978"/>
                    <a:pt x="60" y="6097"/>
                  </a:cubicBezTo>
                  <a:cubicBezTo>
                    <a:pt x="119" y="6216"/>
                    <a:pt x="2822" y="8514"/>
                    <a:pt x="3429" y="8573"/>
                  </a:cubicBezTo>
                  <a:cubicBezTo>
                    <a:pt x="3432" y="8574"/>
                    <a:pt x="3436" y="8574"/>
                    <a:pt x="3439" y="8574"/>
                  </a:cubicBezTo>
                  <a:cubicBezTo>
                    <a:pt x="4086" y="8574"/>
                    <a:pt x="8513" y="2216"/>
                    <a:pt x="8513" y="2216"/>
                  </a:cubicBezTo>
                  <a:lnTo>
                    <a:pt x="3310" y="1"/>
                  </a:lnTo>
                  <a:close/>
                </a:path>
              </a:pathLst>
            </a:custGeom>
            <a:solidFill>
              <a:srgbClr val="E9A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5"/>
            <p:cNvSpPr/>
            <p:nvPr/>
          </p:nvSpPr>
          <p:spPr>
            <a:xfrm>
              <a:off x="9633325" y="2155400"/>
              <a:ext cx="247975" cy="228075"/>
            </a:xfrm>
            <a:custGeom>
              <a:avLst/>
              <a:gdLst/>
              <a:ahLst/>
              <a:cxnLst/>
              <a:rect l="l" t="t" r="r" b="b"/>
              <a:pathLst>
                <a:path w="9919" h="9123" extrusionOk="0">
                  <a:moveTo>
                    <a:pt x="5747" y="1"/>
                  </a:moveTo>
                  <a:cubicBezTo>
                    <a:pt x="3523" y="1"/>
                    <a:pt x="1052" y="3101"/>
                    <a:pt x="1" y="4575"/>
                  </a:cubicBezTo>
                  <a:cubicBezTo>
                    <a:pt x="525" y="5622"/>
                    <a:pt x="1346" y="6765"/>
                    <a:pt x="2573" y="7539"/>
                  </a:cubicBezTo>
                  <a:cubicBezTo>
                    <a:pt x="4430" y="8730"/>
                    <a:pt x="6121" y="9039"/>
                    <a:pt x="7097" y="9123"/>
                  </a:cubicBezTo>
                  <a:cubicBezTo>
                    <a:pt x="8014" y="7456"/>
                    <a:pt x="9919" y="3265"/>
                    <a:pt x="7454" y="765"/>
                  </a:cubicBezTo>
                  <a:cubicBezTo>
                    <a:pt x="6925" y="225"/>
                    <a:pt x="6345" y="1"/>
                    <a:pt x="5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5"/>
            <p:cNvSpPr/>
            <p:nvPr/>
          </p:nvSpPr>
          <p:spPr>
            <a:xfrm>
              <a:off x="9620525" y="2269450"/>
              <a:ext cx="190225" cy="131600"/>
            </a:xfrm>
            <a:custGeom>
              <a:avLst/>
              <a:gdLst/>
              <a:ahLst/>
              <a:cxnLst/>
              <a:rect l="l" t="t" r="r" b="b"/>
              <a:pathLst>
                <a:path w="7609" h="5264" extrusionOk="0">
                  <a:moveTo>
                    <a:pt x="513" y="1"/>
                  </a:moveTo>
                  <a:cubicBezTo>
                    <a:pt x="191" y="465"/>
                    <a:pt x="1" y="763"/>
                    <a:pt x="1" y="763"/>
                  </a:cubicBezTo>
                  <a:cubicBezTo>
                    <a:pt x="1" y="763"/>
                    <a:pt x="1215" y="4835"/>
                    <a:pt x="7180" y="5263"/>
                  </a:cubicBezTo>
                  <a:cubicBezTo>
                    <a:pt x="7180" y="5263"/>
                    <a:pt x="7359" y="5001"/>
                    <a:pt x="7609" y="4561"/>
                  </a:cubicBezTo>
                  <a:cubicBezTo>
                    <a:pt x="6633" y="4477"/>
                    <a:pt x="4942" y="4168"/>
                    <a:pt x="3085" y="2977"/>
                  </a:cubicBezTo>
                  <a:cubicBezTo>
                    <a:pt x="1858" y="2203"/>
                    <a:pt x="1037" y="1060"/>
                    <a:pt x="5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5"/>
            <p:cNvSpPr/>
            <p:nvPr/>
          </p:nvSpPr>
          <p:spPr>
            <a:xfrm>
              <a:off x="9680950" y="2159350"/>
              <a:ext cx="348300" cy="437725"/>
            </a:xfrm>
            <a:custGeom>
              <a:avLst/>
              <a:gdLst/>
              <a:ahLst/>
              <a:cxnLst/>
              <a:rect l="l" t="t" r="r" b="b"/>
              <a:pathLst>
                <a:path w="13932" h="17509" extrusionOk="0">
                  <a:moveTo>
                    <a:pt x="5582" y="1"/>
                  </a:moveTo>
                  <a:cubicBezTo>
                    <a:pt x="4485" y="1"/>
                    <a:pt x="3275" y="47"/>
                    <a:pt x="3275" y="47"/>
                  </a:cubicBezTo>
                  <a:cubicBezTo>
                    <a:pt x="3275" y="47"/>
                    <a:pt x="894" y="10358"/>
                    <a:pt x="1" y="16406"/>
                  </a:cubicBezTo>
                  <a:cubicBezTo>
                    <a:pt x="1" y="16406"/>
                    <a:pt x="4071" y="17509"/>
                    <a:pt x="9174" y="17509"/>
                  </a:cubicBezTo>
                  <a:cubicBezTo>
                    <a:pt x="10694" y="17509"/>
                    <a:pt x="12307" y="17411"/>
                    <a:pt x="13931" y="17156"/>
                  </a:cubicBezTo>
                  <a:lnTo>
                    <a:pt x="12121" y="452"/>
                  </a:lnTo>
                  <a:cubicBezTo>
                    <a:pt x="12121" y="452"/>
                    <a:pt x="7919" y="119"/>
                    <a:pt x="6847" y="35"/>
                  </a:cubicBezTo>
                  <a:cubicBezTo>
                    <a:pt x="6521" y="10"/>
                    <a:pt x="6062" y="1"/>
                    <a:pt x="5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5"/>
            <p:cNvSpPr/>
            <p:nvPr/>
          </p:nvSpPr>
          <p:spPr>
            <a:xfrm>
              <a:off x="9776200" y="2154250"/>
              <a:ext cx="182200" cy="90950"/>
            </a:xfrm>
            <a:custGeom>
              <a:avLst/>
              <a:gdLst/>
              <a:ahLst/>
              <a:cxnLst/>
              <a:rect l="l" t="t" r="r" b="b"/>
              <a:pathLst>
                <a:path w="7288" h="3638" extrusionOk="0">
                  <a:moveTo>
                    <a:pt x="1492" y="1"/>
                  </a:moveTo>
                  <a:cubicBezTo>
                    <a:pt x="589" y="1"/>
                    <a:pt x="1" y="37"/>
                    <a:pt x="1" y="37"/>
                  </a:cubicBezTo>
                  <a:cubicBezTo>
                    <a:pt x="1" y="37"/>
                    <a:pt x="49" y="3478"/>
                    <a:pt x="3418" y="3632"/>
                  </a:cubicBezTo>
                  <a:cubicBezTo>
                    <a:pt x="3498" y="3636"/>
                    <a:pt x="3577" y="3638"/>
                    <a:pt x="3654" y="3638"/>
                  </a:cubicBezTo>
                  <a:cubicBezTo>
                    <a:pt x="6822" y="3638"/>
                    <a:pt x="7288" y="608"/>
                    <a:pt x="7288" y="608"/>
                  </a:cubicBezTo>
                  <a:cubicBezTo>
                    <a:pt x="5311" y="98"/>
                    <a:pt x="2976" y="1"/>
                    <a:pt x="1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9960150" y="2319475"/>
              <a:ext cx="136350" cy="174450"/>
            </a:xfrm>
            <a:custGeom>
              <a:avLst/>
              <a:gdLst/>
              <a:ahLst/>
              <a:cxnLst/>
              <a:rect l="l" t="t" r="r" b="b"/>
              <a:pathLst>
                <a:path w="5454" h="6978" extrusionOk="0">
                  <a:moveTo>
                    <a:pt x="5454" y="0"/>
                  </a:moveTo>
                  <a:lnTo>
                    <a:pt x="1" y="1464"/>
                  </a:lnTo>
                  <a:cubicBezTo>
                    <a:pt x="1" y="1464"/>
                    <a:pt x="1180" y="6953"/>
                    <a:pt x="1799" y="6977"/>
                  </a:cubicBezTo>
                  <a:cubicBezTo>
                    <a:pt x="1814" y="6977"/>
                    <a:pt x="1831" y="6978"/>
                    <a:pt x="1849" y="6978"/>
                  </a:cubicBezTo>
                  <a:cubicBezTo>
                    <a:pt x="2524" y="6978"/>
                    <a:pt x="4742" y="6760"/>
                    <a:pt x="4823" y="6656"/>
                  </a:cubicBezTo>
                  <a:cubicBezTo>
                    <a:pt x="4894" y="6537"/>
                    <a:pt x="5454" y="0"/>
                    <a:pt x="5454" y="0"/>
                  </a:cubicBezTo>
                  <a:close/>
                </a:path>
              </a:pathLst>
            </a:custGeom>
            <a:solidFill>
              <a:srgbClr val="E9A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5"/>
            <p:cNvSpPr/>
            <p:nvPr/>
          </p:nvSpPr>
          <p:spPr>
            <a:xfrm>
              <a:off x="9907125" y="2167300"/>
              <a:ext cx="209625" cy="209900"/>
            </a:xfrm>
            <a:custGeom>
              <a:avLst/>
              <a:gdLst/>
              <a:ahLst/>
              <a:cxnLst/>
              <a:rect l="l" t="t" r="r" b="b"/>
              <a:pathLst>
                <a:path w="8385" h="8396" extrusionOk="0">
                  <a:moveTo>
                    <a:pt x="3444" y="1"/>
                  </a:moveTo>
                  <a:cubicBezTo>
                    <a:pt x="1" y="1"/>
                    <a:pt x="447" y="5636"/>
                    <a:pt x="753" y="7885"/>
                  </a:cubicBezTo>
                  <a:cubicBezTo>
                    <a:pt x="1542" y="8174"/>
                    <a:pt x="2471" y="8396"/>
                    <a:pt x="3458" y="8396"/>
                  </a:cubicBezTo>
                  <a:cubicBezTo>
                    <a:pt x="3854" y="8396"/>
                    <a:pt x="4260" y="8360"/>
                    <a:pt x="4670" y="8278"/>
                  </a:cubicBezTo>
                  <a:cubicBezTo>
                    <a:pt x="6837" y="7861"/>
                    <a:pt x="7623" y="7516"/>
                    <a:pt x="8385" y="6909"/>
                  </a:cubicBezTo>
                  <a:cubicBezTo>
                    <a:pt x="7908" y="5075"/>
                    <a:pt x="7075" y="134"/>
                    <a:pt x="3563" y="3"/>
                  </a:cubicBezTo>
                  <a:cubicBezTo>
                    <a:pt x="3522" y="1"/>
                    <a:pt x="3483" y="1"/>
                    <a:pt x="3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5"/>
            <p:cNvSpPr/>
            <p:nvPr/>
          </p:nvSpPr>
          <p:spPr>
            <a:xfrm>
              <a:off x="9925925" y="2340000"/>
              <a:ext cx="195300" cy="60950"/>
            </a:xfrm>
            <a:custGeom>
              <a:avLst/>
              <a:gdLst/>
              <a:ahLst/>
              <a:cxnLst/>
              <a:rect l="l" t="t" r="r" b="b"/>
              <a:pathLst>
                <a:path w="7812" h="2438" extrusionOk="0">
                  <a:moveTo>
                    <a:pt x="7633" y="1"/>
                  </a:moveTo>
                  <a:cubicBezTo>
                    <a:pt x="6871" y="608"/>
                    <a:pt x="6085" y="953"/>
                    <a:pt x="3918" y="1370"/>
                  </a:cubicBezTo>
                  <a:cubicBezTo>
                    <a:pt x="3508" y="1452"/>
                    <a:pt x="3102" y="1488"/>
                    <a:pt x="2706" y="1488"/>
                  </a:cubicBezTo>
                  <a:cubicBezTo>
                    <a:pt x="1719" y="1488"/>
                    <a:pt x="790" y="1266"/>
                    <a:pt x="1" y="977"/>
                  </a:cubicBezTo>
                  <a:lnTo>
                    <a:pt x="1" y="977"/>
                  </a:lnTo>
                  <a:cubicBezTo>
                    <a:pt x="84" y="1536"/>
                    <a:pt x="156" y="1882"/>
                    <a:pt x="156" y="1882"/>
                  </a:cubicBezTo>
                  <a:cubicBezTo>
                    <a:pt x="156" y="1882"/>
                    <a:pt x="1345" y="2438"/>
                    <a:pt x="3056" y="2438"/>
                  </a:cubicBezTo>
                  <a:cubicBezTo>
                    <a:pt x="4422" y="2438"/>
                    <a:pt x="6120" y="2084"/>
                    <a:pt x="7811" y="810"/>
                  </a:cubicBezTo>
                  <a:cubicBezTo>
                    <a:pt x="7811" y="810"/>
                    <a:pt x="7752" y="489"/>
                    <a:pt x="7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9624100" y="1698875"/>
              <a:ext cx="170300" cy="146975"/>
            </a:xfrm>
            <a:custGeom>
              <a:avLst/>
              <a:gdLst/>
              <a:ahLst/>
              <a:cxnLst/>
              <a:rect l="l" t="t" r="r" b="b"/>
              <a:pathLst>
                <a:path w="6812" h="5879" extrusionOk="0">
                  <a:moveTo>
                    <a:pt x="3904" y="1"/>
                  </a:moveTo>
                  <a:cubicBezTo>
                    <a:pt x="3132" y="1"/>
                    <a:pt x="2311" y="299"/>
                    <a:pt x="1632" y="892"/>
                  </a:cubicBezTo>
                  <a:cubicBezTo>
                    <a:pt x="287" y="2047"/>
                    <a:pt x="1" y="3905"/>
                    <a:pt x="977" y="5036"/>
                  </a:cubicBezTo>
                  <a:cubicBezTo>
                    <a:pt x="1458" y="5599"/>
                    <a:pt x="2158" y="5878"/>
                    <a:pt x="2905" y="5878"/>
                  </a:cubicBezTo>
                  <a:cubicBezTo>
                    <a:pt x="3676" y="5878"/>
                    <a:pt x="4497" y="5581"/>
                    <a:pt x="5180" y="4988"/>
                  </a:cubicBezTo>
                  <a:cubicBezTo>
                    <a:pt x="6525" y="3833"/>
                    <a:pt x="6811" y="1976"/>
                    <a:pt x="5835" y="833"/>
                  </a:cubicBezTo>
                  <a:cubicBezTo>
                    <a:pt x="5350" y="278"/>
                    <a:pt x="4649" y="1"/>
                    <a:pt x="3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9940225" y="1687100"/>
              <a:ext cx="175050" cy="143950"/>
            </a:xfrm>
            <a:custGeom>
              <a:avLst/>
              <a:gdLst/>
              <a:ahLst/>
              <a:cxnLst/>
              <a:rect l="l" t="t" r="r" b="b"/>
              <a:pathLst>
                <a:path w="7002" h="5758" extrusionOk="0">
                  <a:moveTo>
                    <a:pt x="3027" y="1"/>
                  </a:moveTo>
                  <a:cubicBezTo>
                    <a:pt x="2140" y="1"/>
                    <a:pt x="1322" y="370"/>
                    <a:pt x="846" y="1078"/>
                  </a:cubicBezTo>
                  <a:cubicBezTo>
                    <a:pt x="0" y="2316"/>
                    <a:pt x="512" y="4126"/>
                    <a:pt x="1977" y="5126"/>
                  </a:cubicBezTo>
                  <a:cubicBezTo>
                    <a:pt x="2606" y="5550"/>
                    <a:pt x="3309" y="5757"/>
                    <a:pt x="3974" y="5757"/>
                  </a:cubicBezTo>
                  <a:cubicBezTo>
                    <a:pt x="4858" y="5757"/>
                    <a:pt x="5673" y="5392"/>
                    <a:pt x="6156" y="4685"/>
                  </a:cubicBezTo>
                  <a:cubicBezTo>
                    <a:pt x="7001" y="3447"/>
                    <a:pt x="6489" y="1625"/>
                    <a:pt x="5025" y="637"/>
                  </a:cubicBezTo>
                  <a:cubicBezTo>
                    <a:pt x="4397" y="209"/>
                    <a:pt x="3693" y="1"/>
                    <a:pt x="3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9650000" y="1779225"/>
              <a:ext cx="450675" cy="370750"/>
            </a:xfrm>
            <a:custGeom>
              <a:avLst/>
              <a:gdLst/>
              <a:ahLst/>
              <a:cxnLst/>
              <a:rect l="l" t="t" r="r" b="b"/>
              <a:pathLst>
                <a:path w="18027" h="14830" extrusionOk="0">
                  <a:moveTo>
                    <a:pt x="14229" y="0"/>
                  </a:moveTo>
                  <a:lnTo>
                    <a:pt x="4287" y="560"/>
                  </a:lnTo>
                  <a:cubicBezTo>
                    <a:pt x="2072" y="1798"/>
                    <a:pt x="525" y="4036"/>
                    <a:pt x="263" y="6406"/>
                  </a:cubicBezTo>
                  <a:cubicBezTo>
                    <a:pt x="1" y="8775"/>
                    <a:pt x="1013" y="11240"/>
                    <a:pt x="2906" y="12835"/>
                  </a:cubicBezTo>
                  <a:cubicBezTo>
                    <a:pt x="3930" y="13680"/>
                    <a:pt x="5180" y="14288"/>
                    <a:pt x="6513" y="14597"/>
                  </a:cubicBezTo>
                  <a:cubicBezTo>
                    <a:pt x="7177" y="14753"/>
                    <a:pt x="7863" y="14829"/>
                    <a:pt x="8552" y="14829"/>
                  </a:cubicBezTo>
                  <a:cubicBezTo>
                    <a:pt x="9654" y="14829"/>
                    <a:pt x="10762" y="14633"/>
                    <a:pt x="11788" y="14252"/>
                  </a:cubicBezTo>
                  <a:cubicBezTo>
                    <a:pt x="14002" y="13419"/>
                    <a:pt x="16003" y="11656"/>
                    <a:pt x="17015" y="9656"/>
                  </a:cubicBezTo>
                  <a:cubicBezTo>
                    <a:pt x="18027" y="7656"/>
                    <a:pt x="17860" y="5132"/>
                    <a:pt x="17348" y="3060"/>
                  </a:cubicBezTo>
                  <a:cubicBezTo>
                    <a:pt x="17348" y="3060"/>
                    <a:pt x="16896" y="1346"/>
                    <a:pt x="14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9808050" y="2122425"/>
              <a:ext cx="125650" cy="53900"/>
            </a:xfrm>
            <a:custGeom>
              <a:avLst/>
              <a:gdLst/>
              <a:ahLst/>
              <a:cxnLst/>
              <a:rect l="l" t="t" r="r" b="b"/>
              <a:pathLst>
                <a:path w="5026" h="2156" extrusionOk="0">
                  <a:moveTo>
                    <a:pt x="1" y="0"/>
                  </a:moveTo>
                  <a:lnTo>
                    <a:pt x="1" y="1929"/>
                  </a:lnTo>
                  <a:cubicBezTo>
                    <a:pt x="733" y="2081"/>
                    <a:pt x="1498" y="2156"/>
                    <a:pt x="2273" y="2156"/>
                  </a:cubicBezTo>
                  <a:cubicBezTo>
                    <a:pt x="3136" y="2156"/>
                    <a:pt x="4011" y="2063"/>
                    <a:pt x="4871" y="1881"/>
                  </a:cubicBezTo>
                  <a:lnTo>
                    <a:pt x="5025" y="5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A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9808050" y="2169450"/>
              <a:ext cx="121775" cy="50350"/>
            </a:xfrm>
            <a:custGeom>
              <a:avLst/>
              <a:gdLst/>
              <a:ahLst/>
              <a:cxnLst/>
              <a:rect l="l" t="t" r="r" b="b"/>
              <a:pathLst>
                <a:path w="4871" h="2014" extrusionOk="0">
                  <a:moveTo>
                    <a:pt x="4871" y="0"/>
                  </a:moveTo>
                  <a:lnTo>
                    <a:pt x="4871" y="0"/>
                  </a:lnTo>
                  <a:cubicBezTo>
                    <a:pt x="4011" y="182"/>
                    <a:pt x="3136" y="275"/>
                    <a:pt x="2273" y="275"/>
                  </a:cubicBezTo>
                  <a:cubicBezTo>
                    <a:pt x="1498" y="275"/>
                    <a:pt x="733" y="200"/>
                    <a:pt x="1" y="48"/>
                  </a:cubicBezTo>
                  <a:lnTo>
                    <a:pt x="1" y="48"/>
                  </a:lnTo>
                  <a:lnTo>
                    <a:pt x="13" y="881"/>
                  </a:lnTo>
                  <a:cubicBezTo>
                    <a:pt x="13" y="881"/>
                    <a:pt x="310" y="1989"/>
                    <a:pt x="2454" y="2012"/>
                  </a:cubicBezTo>
                  <a:cubicBezTo>
                    <a:pt x="2484" y="2013"/>
                    <a:pt x="2515" y="2013"/>
                    <a:pt x="2545" y="2013"/>
                  </a:cubicBezTo>
                  <a:cubicBezTo>
                    <a:pt x="4380" y="2013"/>
                    <a:pt x="4668" y="953"/>
                    <a:pt x="4668" y="953"/>
                  </a:cubicBezTo>
                  <a:lnTo>
                    <a:pt x="4871" y="0"/>
                  </a:ln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9655075" y="1980200"/>
              <a:ext cx="95275" cy="106350"/>
            </a:xfrm>
            <a:custGeom>
              <a:avLst/>
              <a:gdLst/>
              <a:ahLst/>
              <a:cxnLst/>
              <a:rect l="l" t="t" r="r" b="b"/>
              <a:pathLst>
                <a:path w="3811" h="4254" extrusionOk="0">
                  <a:moveTo>
                    <a:pt x="2478" y="1"/>
                  </a:moveTo>
                  <a:cubicBezTo>
                    <a:pt x="1474" y="1"/>
                    <a:pt x="1" y="309"/>
                    <a:pt x="71" y="2129"/>
                  </a:cubicBezTo>
                  <a:cubicBezTo>
                    <a:pt x="129" y="3608"/>
                    <a:pt x="992" y="4253"/>
                    <a:pt x="1892" y="4253"/>
                  </a:cubicBezTo>
                  <a:cubicBezTo>
                    <a:pt x="2667" y="4253"/>
                    <a:pt x="3469" y="3776"/>
                    <a:pt x="3810" y="2939"/>
                  </a:cubicBezTo>
                  <a:lnTo>
                    <a:pt x="3381" y="81"/>
                  </a:lnTo>
                  <a:cubicBezTo>
                    <a:pt x="3381" y="81"/>
                    <a:pt x="2991" y="1"/>
                    <a:pt x="2478" y="1"/>
                  </a:cubicBezTo>
                  <a:close/>
                </a:path>
              </a:pathLst>
            </a:custGeom>
            <a:solidFill>
              <a:srgbClr val="ECA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9666675" y="2002850"/>
              <a:ext cx="74425" cy="57075"/>
            </a:xfrm>
            <a:custGeom>
              <a:avLst/>
              <a:gdLst/>
              <a:ahLst/>
              <a:cxnLst/>
              <a:rect l="l" t="t" r="r" b="b"/>
              <a:pathLst>
                <a:path w="2977" h="2283" extrusionOk="0">
                  <a:moveTo>
                    <a:pt x="1215" y="1"/>
                  </a:moveTo>
                  <a:cubicBezTo>
                    <a:pt x="1096" y="1"/>
                    <a:pt x="981" y="19"/>
                    <a:pt x="870" y="56"/>
                  </a:cubicBezTo>
                  <a:cubicBezTo>
                    <a:pt x="298" y="235"/>
                    <a:pt x="24" y="783"/>
                    <a:pt x="12" y="806"/>
                  </a:cubicBezTo>
                  <a:cubicBezTo>
                    <a:pt x="0" y="842"/>
                    <a:pt x="12" y="866"/>
                    <a:pt x="36" y="890"/>
                  </a:cubicBezTo>
                  <a:cubicBezTo>
                    <a:pt x="42" y="893"/>
                    <a:pt x="49" y="894"/>
                    <a:pt x="56" y="894"/>
                  </a:cubicBezTo>
                  <a:cubicBezTo>
                    <a:pt x="76" y="894"/>
                    <a:pt x="99" y="881"/>
                    <a:pt x="108" y="854"/>
                  </a:cubicBezTo>
                  <a:cubicBezTo>
                    <a:pt x="108" y="854"/>
                    <a:pt x="381" y="318"/>
                    <a:pt x="905" y="163"/>
                  </a:cubicBezTo>
                  <a:cubicBezTo>
                    <a:pt x="1006" y="131"/>
                    <a:pt x="1109" y="115"/>
                    <a:pt x="1215" y="115"/>
                  </a:cubicBezTo>
                  <a:cubicBezTo>
                    <a:pt x="1423" y="115"/>
                    <a:pt x="1641" y="176"/>
                    <a:pt x="1870" y="294"/>
                  </a:cubicBezTo>
                  <a:cubicBezTo>
                    <a:pt x="2834" y="830"/>
                    <a:pt x="2370" y="2188"/>
                    <a:pt x="2370" y="2211"/>
                  </a:cubicBezTo>
                  <a:cubicBezTo>
                    <a:pt x="2358" y="2235"/>
                    <a:pt x="2370" y="2271"/>
                    <a:pt x="2405" y="2271"/>
                  </a:cubicBezTo>
                  <a:cubicBezTo>
                    <a:pt x="2417" y="2283"/>
                    <a:pt x="2417" y="2283"/>
                    <a:pt x="2429" y="2283"/>
                  </a:cubicBezTo>
                  <a:cubicBezTo>
                    <a:pt x="2453" y="2283"/>
                    <a:pt x="2465" y="2259"/>
                    <a:pt x="2477" y="2247"/>
                  </a:cubicBezTo>
                  <a:cubicBezTo>
                    <a:pt x="2477" y="2223"/>
                    <a:pt x="2977" y="771"/>
                    <a:pt x="1917" y="199"/>
                  </a:cubicBezTo>
                  <a:cubicBezTo>
                    <a:pt x="1676" y="67"/>
                    <a:pt x="1440" y="1"/>
                    <a:pt x="1215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9689600" y="2024025"/>
              <a:ext cx="41400" cy="12100"/>
            </a:xfrm>
            <a:custGeom>
              <a:avLst/>
              <a:gdLst/>
              <a:ahLst/>
              <a:cxnLst/>
              <a:rect l="l" t="t" r="r" b="b"/>
              <a:pathLst>
                <a:path w="1656" h="484" extrusionOk="0">
                  <a:moveTo>
                    <a:pt x="972" y="1"/>
                  </a:moveTo>
                  <a:cubicBezTo>
                    <a:pt x="454" y="1"/>
                    <a:pt x="24" y="380"/>
                    <a:pt x="24" y="388"/>
                  </a:cubicBezTo>
                  <a:cubicBezTo>
                    <a:pt x="0" y="412"/>
                    <a:pt x="0" y="448"/>
                    <a:pt x="12" y="471"/>
                  </a:cubicBezTo>
                  <a:cubicBezTo>
                    <a:pt x="24" y="483"/>
                    <a:pt x="48" y="483"/>
                    <a:pt x="60" y="483"/>
                  </a:cubicBezTo>
                  <a:cubicBezTo>
                    <a:pt x="72" y="483"/>
                    <a:pt x="84" y="483"/>
                    <a:pt x="95" y="471"/>
                  </a:cubicBezTo>
                  <a:cubicBezTo>
                    <a:pt x="104" y="463"/>
                    <a:pt x="505" y="110"/>
                    <a:pt x="976" y="110"/>
                  </a:cubicBezTo>
                  <a:cubicBezTo>
                    <a:pt x="1166" y="110"/>
                    <a:pt x="1368" y="168"/>
                    <a:pt x="1560" y="328"/>
                  </a:cubicBezTo>
                  <a:cubicBezTo>
                    <a:pt x="1572" y="340"/>
                    <a:pt x="1587" y="346"/>
                    <a:pt x="1602" y="346"/>
                  </a:cubicBezTo>
                  <a:cubicBezTo>
                    <a:pt x="1616" y="346"/>
                    <a:pt x="1631" y="340"/>
                    <a:pt x="1643" y="328"/>
                  </a:cubicBezTo>
                  <a:cubicBezTo>
                    <a:pt x="1655" y="305"/>
                    <a:pt x="1655" y="269"/>
                    <a:pt x="1631" y="245"/>
                  </a:cubicBezTo>
                  <a:cubicBezTo>
                    <a:pt x="1413" y="65"/>
                    <a:pt x="1185" y="1"/>
                    <a:pt x="972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9684525" y="1739225"/>
              <a:ext cx="379850" cy="418100"/>
            </a:xfrm>
            <a:custGeom>
              <a:avLst/>
              <a:gdLst/>
              <a:ahLst/>
              <a:cxnLst/>
              <a:rect l="l" t="t" r="r" b="b"/>
              <a:pathLst>
                <a:path w="15194" h="16724" extrusionOk="0">
                  <a:moveTo>
                    <a:pt x="6511" y="0"/>
                  </a:moveTo>
                  <a:cubicBezTo>
                    <a:pt x="3097" y="0"/>
                    <a:pt x="884" y="1477"/>
                    <a:pt x="346" y="4136"/>
                  </a:cubicBezTo>
                  <a:cubicBezTo>
                    <a:pt x="346" y="4136"/>
                    <a:pt x="1" y="6779"/>
                    <a:pt x="370" y="10744"/>
                  </a:cubicBezTo>
                  <a:cubicBezTo>
                    <a:pt x="651" y="13803"/>
                    <a:pt x="2882" y="16723"/>
                    <a:pt x="6574" y="16723"/>
                  </a:cubicBezTo>
                  <a:cubicBezTo>
                    <a:pt x="6633" y="16723"/>
                    <a:pt x="6692" y="16723"/>
                    <a:pt x="6752" y="16721"/>
                  </a:cubicBezTo>
                  <a:cubicBezTo>
                    <a:pt x="10335" y="16626"/>
                    <a:pt x="13895" y="14864"/>
                    <a:pt x="14550" y="9768"/>
                  </a:cubicBezTo>
                  <a:cubicBezTo>
                    <a:pt x="15193" y="4684"/>
                    <a:pt x="13264" y="862"/>
                    <a:pt x="8645" y="171"/>
                  </a:cubicBezTo>
                  <a:cubicBezTo>
                    <a:pt x="7890" y="57"/>
                    <a:pt x="7178" y="0"/>
                    <a:pt x="6511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9999150" y="1909725"/>
              <a:ext cx="66400" cy="167900"/>
            </a:xfrm>
            <a:custGeom>
              <a:avLst/>
              <a:gdLst/>
              <a:ahLst/>
              <a:cxnLst/>
              <a:rect l="l" t="t" r="r" b="b"/>
              <a:pathLst>
                <a:path w="2656" h="6716" extrusionOk="0">
                  <a:moveTo>
                    <a:pt x="1500" y="0"/>
                  </a:moveTo>
                  <a:cubicBezTo>
                    <a:pt x="1205" y="0"/>
                    <a:pt x="910" y="149"/>
                    <a:pt x="786" y="424"/>
                  </a:cubicBezTo>
                  <a:lnTo>
                    <a:pt x="322" y="626"/>
                  </a:lnTo>
                  <a:cubicBezTo>
                    <a:pt x="1" y="1460"/>
                    <a:pt x="13" y="2388"/>
                    <a:pt x="167" y="3269"/>
                  </a:cubicBezTo>
                  <a:cubicBezTo>
                    <a:pt x="286" y="3924"/>
                    <a:pt x="477" y="4567"/>
                    <a:pt x="667" y="5210"/>
                  </a:cubicBezTo>
                  <a:cubicBezTo>
                    <a:pt x="775" y="5567"/>
                    <a:pt x="882" y="5936"/>
                    <a:pt x="989" y="6294"/>
                  </a:cubicBezTo>
                  <a:cubicBezTo>
                    <a:pt x="1048" y="6472"/>
                    <a:pt x="1132" y="6686"/>
                    <a:pt x="1322" y="6710"/>
                  </a:cubicBezTo>
                  <a:cubicBezTo>
                    <a:pt x="1340" y="6714"/>
                    <a:pt x="1357" y="6716"/>
                    <a:pt x="1374" y="6716"/>
                  </a:cubicBezTo>
                  <a:cubicBezTo>
                    <a:pt x="1574" y="6716"/>
                    <a:pt x="1721" y="6466"/>
                    <a:pt x="1787" y="6258"/>
                  </a:cubicBezTo>
                  <a:cubicBezTo>
                    <a:pt x="2227" y="4912"/>
                    <a:pt x="2513" y="3519"/>
                    <a:pt x="2608" y="2103"/>
                  </a:cubicBezTo>
                  <a:cubicBezTo>
                    <a:pt x="2644" y="1710"/>
                    <a:pt x="2656" y="1305"/>
                    <a:pt x="2549" y="924"/>
                  </a:cubicBezTo>
                  <a:cubicBezTo>
                    <a:pt x="2430" y="543"/>
                    <a:pt x="2180" y="186"/>
                    <a:pt x="1799" y="55"/>
                  </a:cubicBezTo>
                  <a:cubicBezTo>
                    <a:pt x="1704" y="18"/>
                    <a:pt x="1602" y="0"/>
                    <a:pt x="1500" y="0"/>
                  </a:cubicBezTo>
                  <a:close/>
                </a:path>
              </a:pathLst>
            </a:custGeom>
            <a:solidFill>
              <a:srgbClr val="3D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9894075" y="2006025"/>
              <a:ext cx="19075" cy="22675"/>
            </a:xfrm>
            <a:custGeom>
              <a:avLst/>
              <a:gdLst/>
              <a:ahLst/>
              <a:cxnLst/>
              <a:rect l="l" t="t" r="r" b="b"/>
              <a:pathLst>
                <a:path w="763" h="907" extrusionOk="0">
                  <a:moveTo>
                    <a:pt x="364" y="0"/>
                  </a:moveTo>
                  <a:cubicBezTo>
                    <a:pt x="358" y="0"/>
                    <a:pt x="352" y="0"/>
                    <a:pt x="346" y="1"/>
                  </a:cubicBezTo>
                  <a:cubicBezTo>
                    <a:pt x="144" y="25"/>
                    <a:pt x="1" y="239"/>
                    <a:pt x="25" y="489"/>
                  </a:cubicBezTo>
                  <a:cubicBezTo>
                    <a:pt x="48" y="731"/>
                    <a:pt x="216" y="906"/>
                    <a:pt x="399" y="906"/>
                  </a:cubicBezTo>
                  <a:cubicBezTo>
                    <a:pt x="405" y="906"/>
                    <a:pt x="411" y="906"/>
                    <a:pt x="417" y="906"/>
                  </a:cubicBezTo>
                  <a:cubicBezTo>
                    <a:pt x="620" y="882"/>
                    <a:pt x="763" y="667"/>
                    <a:pt x="739" y="417"/>
                  </a:cubicBezTo>
                  <a:cubicBezTo>
                    <a:pt x="716" y="175"/>
                    <a:pt x="548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9779475" y="2008650"/>
              <a:ext cx="19075" cy="22450"/>
            </a:xfrm>
            <a:custGeom>
              <a:avLst/>
              <a:gdLst/>
              <a:ahLst/>
              <a:cxnLst/>
              <a:rect l="l" t="t" r="r" b="b"/>
              <a:pathLst>
                <a:path w="763" h="898" extrusionOk="0">
                  <a:moveTo>
                    <a:pt x="378" y="1"/>
                  </a:moveTo>
                  <a:cubicBezTo>
                    <a:pt x="368" y="1"/>
                    <a:pt x="357" y="2"/>
                    <a:pt x="346" y="3"/>
                  </a:cubicBezTo>
                  <a:cubicBezTo>
                    <a:pt x="144" y="15"/>
                    <a:pt x="1" y="229"/>
                    <a:pt x="25" y="479"/>
                  </a:cubicBezTo>
                  <a:cubicBezTo>
                    <a:pt x="47" y="715"/>
                    <a:pt x="207" y="898"/>
                    <a:pt x="385" y="898"/>
                  </a:cubicBezTo>
                  <a:cubicBezTo>
                    <a:pt x="396" y="898"/>
                    <a:pt x="407" y="897"/>
                    <a:pt x="418" y="896"/>
                  </a:cubicBezTo>
                  <a:cubicBezTo>
                    <a:pt x="620" y="884"/>
                    <a:pt x="763" y="670"/>
                    <a:pt x="739" y="420"/>
                  </a:cubicBezTo>
                  <a:cubicBezTo>
                    <a:pt x="717" y="184"/>
                    <a:pt x="556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9902425" y="2029500"/>
              <a:ext cx="94375" cy="52975"/>
            </a:xfrm>
            <a:custGeom>
              <a:avLst/>
              <a:gdLst/>
              <a:ahLst/>
              <a:cxnLst/>
              <a:rect l="l" t="t" r="r" b="b"/>
              <a:pathLst>
                <a:path w="3775" h="2119" extrusionOk="0">
                  <a:moveTo>
                    <a:pt x="2480" y="0"/>
                  </a:moveTo>
                  <a:cubicBezTo>
                    <a:pt x="2210" y="0"/>
                    <a:pt x="1912" y="43"/>
                    <a:pt x="1607" y="133"/>
                  </a:cubicBezTo>
                  <a:cubicBezTo>
                    <a:pt x="655" y="419"/>
                    <a:pt x="0" y="1062"/>
                    <a:pt x="155" y="1574"/>
                  </a:cubicBezTo>
                  <a:cubicBezTo>
                    <a:pt x="253" y="1924"/>
                    <a:pt x="707" y="2119"/>
                    <a:pt x="1290" y="2119"/>
                  </a:cubicBezTo>
                  <a:cubicBezTo>
                    <a:pt x="1558" y="2119"/>
                    <a:pt x="1854" y="2077"/>
                    <a:pt x="2155" y="1991"/>
                  </a:cubicBezTo>
                  <a:cubicBezTo>
                    <a:pt x="3120" y="1705"/>
                    <a:pt x="3774" y="1062"/>
                    <a:pt x="3620" y="550"/>
                  </a:cubicBezTo>
                  <a:cubicBezTo>
                    <a:pt x="3514" y="200"/>
                    <a:pt x="3063" y="0"/>
                    <a:pt x="2480" y="0"/>
                  </a:cubicBezTo>
                  <a:close/>
                </a:path>
              </a:pathLst>
            </a:custGeom>
            <a:solidFill>
              <a:srgbClr val="ECA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9898550" y="1950575"/>
              <a:ext cx="62825" cy="31100"/>
            </a:xfrm>
            <a:custGeom>
              <a:avLst/>
              <a:gdLst/>
              <a:ahLst/>
              <a:cxnLst/>
              <a:rect l="l" t="t" r="r" b="b"/>
              <a:pathLst>
                <a:path w="2513" h="1244" extrusionOk="0">
                  <a:moveTo>
                    <a:pt x="573" y="0"/>
                  </a:moveTo>
                  <a:cubicBezTo>
                    <a:pt x="311" y="0"/>
                    <a:pt x="185" y="105"/>
                    <a:pt x="119" y="242"/>
                  </a:cubicBezTo>
                  <a:cubicBezTo>
                    <a:pt x="0" y="480"/>
                    <a:pt x="238" y="790"/>
                    <a:pt x="798" y="1016"/>
                  </a:cubicBezTo>
                  <a:cubicBezTo>
                    <a:pt x="1171" y="1159"/>
                    <a:pt x="1471" y="1243"/>
                    <a:pt x="1702" y="1243"/>
                  </a:cubicBezTo>
                  <a:cubicBezTo>
                    <a:pt x="1876" y="1243"/>
                    <a:pt x="2010" y="1195"/>
                    <a:pt x="2108" y="1088"/>
                  </a:cubicBezTo>
                  <a:cubicBezTo>
                    <a:pt x="2108" y="1088"/>
                    <a:pt x="2513" y="659"/>
                    <a:pt x="1536" y="254"/>
                  </a:cubicBezTo>
                  <a:cubicBezTo>
                    <a:pt x="1095" y="71"/>
                    <a:pt x="788" y="0"/>
                    <a:pt x="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9727700" y="2049900"/>
              <a:ext cx="92575" cy="48925"/>
            </a:xfrm>
            <a:custGeom>
              <a:avLst/>
              <a:gdLst/>
              <a:ahLst/>
              <a:cxnLst/>
              <a:rect l="l" t="t" r="r" b="b"/>
              <a:pathLst>
                <a:path w="3703" h="1957" extrusionOk="0">
                  <a:moveTo>
                    <a:pt x="1593" y="0"/>
                  </a:moveTo>
                  <a:cubicBezTo>
                    <a:pt x="757" y="0"/>
                    <a:pt x="100" y="324"/>
                    <a:pt x="48" y="794"/>
                  </a:cubicBezTo>
                  <a:cubicBezTo>
                    <a:pt x="0" y="1318"/>
                    <a:pt x="762" y="1830"/>
                    <a:pt x="1750" y="1937"/>
                  </a:cubicBezTo>
                  <a:cubicBezTo>
                    <a:pt x="1872" y="1950"/>
                    <a:pt x="1991" y="1956"/>
                    <a:pt x="2107" y="1956"/>
                  </a:cubicBezTo>
                  <a:cubicBezTo>
                    <a:pt x="2937" y="1956"/>
                    <a:pt x="3602" y="1633"/>
                    <a:pt x="3643" y="1163"/>
                  </a:cubicBezTo>
                  <a:cubicBezTo>
                    <a:pt x="3703" y="639"/>
                    <a:pt x="2941" y="127"/>
                    <a:pt x="1953" y="20"/>
                  </a:cubicBezTo>
                  <a:cubicBezTo>
                    <a:pt x="1830" y="7"/>
                    <a:pt x="1710" y="0"/>
                    <a:pt x="1593" y="0"/>
                  </a:cubicBezTo>
                  <a:close/>
                </a:path>
              </a:pathLst>
            </a:custGeom>
            <a:solidFill>
              <a:srgbClr val="ECA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9733050" y="1957100"/>
              <a:ext cx="58075" cy="34475"/>
            </a:xfrm>
            <a:custGeom>
              <a:avLst/>
              <a:gdLst/>
              <a:ahLst/>
              <a:cxnLst/>
              <a:rect l="l" t="t" r="r" b="b"/>
              <a:pathLst>
                <a:path w="2323" h="1379" extrusionOk="0">
                  <a:moveTo>
                    <a:pt x="1837" y="1"/>
                  </a:moveTo>
                  <a:cubicBezTo>
                    <a:pt x="1630" y="1"/>
                    <a:pt x="1324" y="112"/>
                    <a:pt x="846" y="422"/>
                  </a:cubicBezTo>
                  <a:cubicBezTo>
                    <a:pt x="0" y="958"/>
                    <a:pt x="453" y="1291"/>
                    <a:pt x="453" y="1291"/>
                  </a:cubicBezTo>
                  <a:cubicBezTo>
                    <a:pt x="531" y="1350"/>
                    <a:pt x="622" y="1378"/>
                    <a:pt x="728" y="1378"/>
                  </a:cubicBezTo>
                  <a:cubicBezTo>
                    <a:pt x="964" y="1378"/>
                    <a:pt x="1273" y="1240"/>
                    <a:pt x="1667" y="993"/>
                  </a:cubicBezTo>
                  <a:cubicBezTo>
                    <a:pt x="2144" y="696"/>
                    <a:pt x="2322" y="362"/>
                    <a:pt x="2167" y="160"/>
                  </a:cubicBezTo>
                  <a:cubicBezTo>
                    <a:pt x="2095" y="67"/>
                    <a:pt x="1995" y="1"/>
                    <a:pt x="1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9996175" y="1956075"/>
              <a:ext cx="104175" cy="110350"/>
            </a:xfrm>
            <a:custGeom>
              <a:avLst/>
              <a:gdLst/>
              <a:ahLst/>
              <a:cxnLst/>
              <a:rect l="l" t="t" r="r" b="b"/>
              <a:pathLst>
                <a:path w="4167" h="4414" extrusionOk="0">
                  <a:moveTo>
                    <a:pt x="1647" y="0"/>
                  </a:moveTo>
                  <a:cubicBezTo>
                    <a:pt x="775" y="0"/>
                    <a:pt x="1" y="713"/>
                    <a:pt x="1" y="713"/>
                  </a:cubicBezTo>
                  <a:lnTo>
                    <a:pt x="263" y="3951"/>
                  </a:lnTo>
                  <a:cubicBezTo>
                    <a:pt x="640" y="4269"/>
                    <a:pt x="1092" y="4413"/>
                    <a:pt x="1540" y="4413"/>
                  </a:cubicBezTo>
                  <a:cubicBezTo>
                    <a:pt x="2875" y="4413"/>
                    <a:pt x="4166" y="3127"/>
                    <a:pt x="3275" y="1272"/>
                  </a:cubicBezTo>
                  <a:cubicBezTo>
                    <a:pt x="2813" y="297"/>
                    <a:pt x="2209" y="0"/>
                    <a:pt x="1647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5"/>
            <p:cNvSpPr/>
            <p:nvPr/>
          </p:nvSpPr>
          <p:spPr>
            <a:xfrm>
              <a:off x="9998550" y="1976075"/>
              <a:ext cx="66700" cy="68000"/>
            </a:xfrm>
            <a:custGeom>
              <a:avLst/>
              <a:gdLst/>
              <a:ahLst/>
              <a:cxnLst/>
              <a:rect l="l" t="t" r="r" b="b"/>
              <a:pathLst>
                <a:path w="2668" h="2720" extrusionOk="0">
                  <a:moveTo>
                    <a:pt x="1747" y="0"/>
                  </a:moveTo>
                  <a:cubicBezTo>
                    <a:pt x="1675" y="0"/>
                    <a:pt x="1601" y="6"/>
                    <a:pt x="1525" y="20"/>
                  </a:cubicBezTo>
                  <a:cubicBezTo>
                    <a:pt x="1191" y="80"/>
                    <a:pt x="894" y="294"/>
                    <a:pt x="668" y="639"/>
                  </a:cubicBezTo>
                  <a:cubicBezTo>
                    <a:pt x="1" y="1639"/>
                    <a:pt x="1120" y="2699"/>
                    <a:pt x="1132" y="2711"/>
                  </a:cubicBezTo>
                  <a:cubicBezTo>
                    <a:pt x="1138" y="2717"/>
                    <a:pt x="1147" y="2720"/>
                    <a:pt x="1156" y="2720"/>
                  </a:cubicBezTo>
                  <a:cubicBezTo>
                    <a:pt x="1165" y="2720"/>
                    <a:pt x="1174" y="2717"/>
                    <a:pt x="1180" y="2711"/>
                  </a:cubicBezTo>
                  <a:cubicBezTo>
                    <a:pt x="1191" y="2711"/>
                    <a:pt x="1191" y="2711"/>
                    <a:pt x="1203" y="2699"/>
                  </a:cubicBezTo>
                  <a:cubicBezTo>
                    <a:pt x="1227" y="2675"/>
                    <a:pt x="1227" y="2651"/>
                    <a:pt x="1203" y="2627"/>
                  </a:cubicBezTo>
                  <a:cubicBezTo>
                    <a:pt x="1191" y="2616"/>
                    <a:pt x="144" y="1627"/>
                    <a:pt x="751" y="699"/>
                  </a:cubicBezTo>
                  <a:cubicBezTo>
                    <a:pt x="965" y="377"/>
                    <a:pt x="1239" y="187"/>
                    <a:pt x="1549" y="127"/>
                  </a:cubicBezTo>
                  <a:cubicBezTo>
                    <a:pt x="1612" y="116"/>
                    <a:pt x="1675" y="111"/>
                    <a:pt x="1737" y="111"/>
                  </a:cubicBezTo>
                  <a:cubicBezTo>
                    <a:pt x="2184" y="111"/>
                    <a:pt x="2562" y="377"/>
                    <a:pt x="2573" y="377"/>
                  </a:cubicBezTo>
                  <a:cubicBezTo>
                    <a:pt x="2582" y="386"/>
                    <a:pt x="2593" y="390"/>
                    <a:pt x="2603" y="390"/>
                  </a:cubicBezTo>
                  <a:cubicBezTo>
                    <a:pt x="2620" y="390"/>
                    <a:pt x="2637" y="380"/>
                    <a:pt x="2644" y="365"/>
                  </a:cubicBezTo>
                  <a:cubicBezTo>
                    <a:pt x="2668" y="342"/>
                    <a:pt x="2656" y="306"/>
                    <a:pt x="2632" y="294"/>
                  </a:cubicBezTo>
                  <a:cubicBezTo>
                    <a:pt x="2611" y="273"/>
                    <a:pt x="2230" y="0"/>
                    <a:pt x="1747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5"/>
            <p:cNvSpPr/>
            <p:nvPr/>
          </p:nvSpPr>
          <p:spPr>
            <a:xfrm>
              <a:off x="10011350" y="2002450"/>
              <a:ext cx="38725" cy="18600"/>
            </a:xfrm>
            <a:custGeom>
              <a:avLst/>
              <a:gdLst/>
              <a:ahLst/>
              <a:cxnLst/>
              <a:rect l="l" t="t" r="r" b="b"/>
              <a:pathLst>
                <a:path w="1549" h="744" extrusionOk="0">
                  <a:moveTo>
                    <a:pt x="1131" y="1"/>
                  </a:moveTo>
                  <a:cubicBezTo>
                    <a:pt x="771" y="1"/>
                    <a:pt x="245" y="105"/>
                    <a:pt x="13" y="668"/>
                  </a:cubicBezTo>
                  <a:cubicBezTo>
                    <a:pt x="1" y="691"/>
                    <a:pt x="13" y="727"/>
                    <a:pt x="37" y="739"/>
                  </a:cubicBezTo>
                  <a:cubicBezTo>
                    <a:pt x="46" y="742"/>
                    <a:pt x="55" y="744"/>
                    <a:pt x="63" y="744"/>
                  </a:cubicBezTo>
                  <a:cubicBezTo>
                    <a:pt x="84" y="744"/>
                    <a:pt x="99" y="733"/>
                    <a:pt x="108" y="715"/>
                  </a:cubicBezTo>
                  <a:cubicBezTo>
                    <a:pt x="318" y="205"/>
                    <a:pt x="802" y="111"/>
                    <a:pt x="1134" y="111"/>
                  </a:cubicBezTo>
                  <a:cubicBezTo>
                    <a:pt x="1330" y="111"/>
                    <a:pt x="1473" y="144"/>
                    <a:pt x="1477" y="144"/>
                  </a:cubicBezTo>
                  <a:cubicBezTo>
                    <a:pt x="1483" y="150"/>
                    <a:pt x="1489" y="153"/>
                    <a:pt x="1495" y="153"/>
                  </a:cubicBezTo>
                  <a:cubicBezTo>
                    <a:pt x="1501" y="153"/>
                    <a:pt x="1507" y="150"/>
                    <a:pt x="1513" y="144"/>
                  </a:cubicBezTo>
                  <a:cubicBezTo>
                    <a:pt x="1525" y="144"/>
                    <a:pt x="1537" y="132"/>
                    <a:pt x="1537" y="108"/>
                  </a:cubicBezTo>
                  <a:cubicBezTo>
                    <a:pt x="1549" y="84"/>
                    <a:pt x="1525" y="48"/>
                    <a:pt x="1501" y="37"/>
                  </a:cubicBezTo>
                  <a:cubicBezTo>
                    <a:pt x="1497" y="37"/>
                    <a:pt x="1342" y="1"/>
                    <a:pt x="1131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5"/>
            <p:cNvSpPr/>
            <p:nvPr/>
          </p:nvSpPr>
          <p:spPr>
            <a:xfrm>
              <a:off x="9813725" y="1970025"/>
              <a:ext cx="42875" cy="86025"/>
            </a:xfrm>
            <a:custGeom>
              <a:avLst/>
              <a:gdLst/>
              <a:ahLst/>
              <a:cxnLst/>
              <a:rect l="l" t="t" r="r" b="b"/>
              <a:pathLst>
                <a:path w="1715" h="3441" extrusionOk="0">
                  <a:moveTo>
                    <a:pt x="1429" y="0"/>
                  </a:moveTo>
                  <a:cubicBezTo>
                    <a:pt x="1536" y="834"/>
                    <a:pt x="1619" y="1738"/>
                    <a:pt x="1536" y="1905"/>
                  </a:cubicBezTo>
                  <a:cubicBezTo>
                    <a:pt x="1472" y="2026"/>
                    <a:pt x="1364" y="2086"/>
                    <a:pt x="1213" y="2086"/>
                  </a:cubicBezTo>
                  <a:cubicBezTo>
                    <a:pt x="1082" y="2086"/>
                    <a:pt x="920" y="2041"/>
                    <a:pt x="726" y="1953"/>
                  </a:cubicBezTo>
                  <a:cubicBezTo>
                    <a:pt x="714" y="1941"/>
                    <a:pt x="703" y="1941"/>
                    <a:pt x="691" y="1941"/>
                  </a:cubicBezTo>
                  <a:cubicBezTo>
                    <a:pt x="614" y="1909"/>
                    <a:pt x="540" y="1893"/>
                    <a:pt x="472" y="1893"/>
                  </a:cubicBezTo>
                  <a:cubicBezTo>
                    <a:pt x="361" y="1893"/>
                    <a:pt x="264" y="1936"/>
                    <a:pt x="191" y="2024"/>
                  </a:cubicBezTo>
                  <a:cubicBezTo>
                    <a:pt x="12" y="2238"/>
                    <a:pt x="0" y="2667"/>
                    <a:pt x="167" y="2953"/>
                  </a:cubicBezTo>
                  <a:cubicBezTo>
                    <a:pt x="381" y="3286"/>
                    <a:pt x="786" y="3429"/>
                    <a:pt x="798" y="3441"/>
                  </a:cubicBezTo>
                  <a:lnTo>
                    <a:pt x="822" y="3441"/>
                  </a:lnTo>
                  <a:cubicBezTo>
                    <a:pt x="834" y="3441"/>
                    <a:pt x="845" y="3429"/>
                    <a:pt x="857" y="3405"/>
                  </a:cubicBezTo>
                  <a:cubicBezTo>
                    <a:pt x="869" y="3381"/>
                    <a:pt x="845" y="3358"/>
                    <a:pt x="834" y="3358"/>
                  </a:cubicBezTo>
                  <a:cubicBezTo>
                    <a:pt x="822" y="3346"/>
                    <a:pt x="441" y="3215"/>
                    <a:pt x="250" y="2905"/>
                  </a:cubicBezTo>
                  <a:cubicBezTo>
                    <a:pt x="95" y="2655"/>
                    <a:pt x="107" y="2262"/>
                    <a:pt x="262" y="2084"/>
                  </a:cubicBezTo>
                  <a:cubicBezTo>
                    <a:pt x="321" y="2018"/>
                    <a:pt x="393" y="1983"/>
                    <a:pt x="479" y="1983"/>
                  </a:cubicBezTo>
                  <a:cubicBezTo>
                    <a:pt x="532" y="1983"/>
                    <a:pt x="591" y="1997"/>
                    <a:pt x="655" y="2024"/>
                  </a:cubicBezTo>
                  <a:cubicBezTo>
                    <a:pt x="667" y="2024"/>
                    <a:pt x="679" y="2024"/>
                    <a:pt x="679" y="2036"/>
                  </a:cubicBezTo>
                  <a:cubicBezTo>
                    <a:pt x="904" y="2140"/>
                    <a:pt x="1080" y="2180"/>
                    <a:pt x="1217" y="2180"/>
                  </a:cubicBezTo>
                  <a:cubicBezTo>
                    <a:pt x="1441" y="2180"/>
                    <a:pt x="1560" y="2071"/>
                    <a:pt x="1619" y="1953"/>
                  </a:cubicBezTo>
                  <a:cubicBezTo>
                    <a:pt x="1715" y="1750"/>
                    <a:pt x="1631" y="810"/>
                    <a:pt x="1524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5"/>
            <p:cNvSpPr/>
            <p:nvPr/>
          </p:nvSpPr>
          <p:spPr>
            <a:xfrm>
              <a:off x="9859275" y="2051625"/>
              <a:ext cx="17875" cy="31225"/>
            </a:xfrm>
            <a:custGeom>
              <a:avLst/>
              <a:gdLst/>
              <a:ahLst/>
              <a:cxnLst/>
              <a:rect l="l" t="t" r="r" b="b"/>
              <a:pathLst>
                <a:path w="715" h="1249" extrusionOk="0">
                  <a:moveTo>
                    <a:pt x="467" y="1"/>
                  </a:moveTo>
                  <a:cubicBezTo>
                    <a:pt x="428" y="1"/>
                    <a:pt x="387" y="13"/>
                    <a:pt x="345" y="34"/>
                  </a:cubicBezTo>
                  <a:cubicBezTo>
                    <a:pt x="285" y="58"/>
                    <a:pt x="250" y="117"/>
                    <a:pt x="214" y="177"/>
                  </a:cubicBezTo>
                  <a:cubicBezTo>
                    <a:pt x="15" y="494"/>
                    <a:pt x="0" y="903"/>
                    <a:pt x="171" y="1234"/>
                  </a:cubicBezTo>
                  <a:lnTo>
                    <a:pt x="171" y="1234"/>
                  </a:lnTo>
                  <a:cubicBezTo>
                    <a:pt x="169" y="1234"/>
                    <a:pt x="168" y="1235"/>
                    <a:pt x="166" y="1237"/>
                  </a:cubicBezTo>
                  <a:cubicBezTo>
                    <a:pt x="166" y="1237"/>
                    <a:pt x="168" y="1236"/>
                    <a:pt x="171" y="1234"/>
                  </a:cubicBezTo>
                  <a:lnTo>
                    <a:pt x="171" y="1234"/>
                  </a:lnTo>
                  <a:cubicBezTo>
                    <a:pt x="173" y="1239"/>
                    <a:pt x="176" y="1244"/>
                    <a:pt x="178" y="1249"/>
                  </a:cubicBezTo>
                  <a:cubicBezTo>
                    <a:pt x="188" y="1249"/>
                    <a:pt x="182" y="1233"/>
                    <a:pt x="173" y="1233"/>
                  </a:cubicBezTo>
                  <a:cubicBezTo>
                    <a:pt x="173" y="1233"/>
                    <a:pt x="172" y="1233"/>
                    <a:pt x="172" y="1233"/>
                  </a:cubicBezTo>
                  <a:lnTo>
                    <a:pt x="172" y="1233"/>
                  </a:lnTo>
                  <a:cubicBezTo>
                    <a:pt x="222" y="1205"/>
                    <a:pt x="592" y="985"/>
                    <a:pt x="714" y="796"/>
                  </a:cubicBezTo>
                  <a:cubicBezTo>
                    <a:pt x="714" y="796"/>
                    <a:pt x="643" y="498"/>
                    <a:pt x="643" y="225"/>
                  </a:cubicBezTo>
                  <a:cubicBezTo>
                    <a:pt x="631" y="141"/>
                    <a:pt x="619" y="70"/>
                    <a:pt x="547" y="22"/>
                  </a:cubicBezTo>
                  <a:cubicBezTo>
                    <a:pt x="522" y="7"/>
                    <a:pt x="495" y="1"/>
                    <a:pt x="4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5"/>
            <p:cNvSpPr/>
            <p:nvPr/>
          </p:nvSpPr>
          <p:spPr>
            <a:xfrm>
              <a:off x="9835750" y="2064350"/>
              <a:ext cx="48525" cy="22675"/>
            </a:xfrm>
            <a:custGeom>
              <a:avLst/>
              <a:gdLst/>
              <a:ahLst/>
              <a:cxnLst/>
              <a:rect l="l" t="t" r="r" b="b"/>
              <a:pathLst>
                <a:path w="1941" h="907" extrusionOk="0">
                  <a:moveTo>
                    <a:pt x="1862" y="0"/>
                  </a:moveTo>
                  <a:cubicBezTo>
                    <a:pt x="1844" y="0"/>
                    <a:pt x="1825" y="10"/>
                    <a:pt x="1810" y="25"/>
                  </a:cubicBezTo>
                  <a:cubicBezTo>
                    <a:pt x="1810" y="35"/>
                    <a:pt x="1325" y="791"/>
                    <a:pt x="532" y="791"/>
                  </a:cubicBezTo>
                  <a:cubicBezTo>
                    <a:pt x="395" y="791"/>
                    <a:pt x="249" y="768"/>
                    <a:pt x="95" y="716"/>
                  </a:cubicBezTo>
                  <a:cubicBezTo>
                    <a:pt x="86" y="713"/>
                    <a:pt x="78" y="711"/>
                    <a:pt x="69" y="711"/>
                  </a:cubicBezTo>
                  <a:cubicBezTo>
                    <a:pt x="43" y="711"/>
                    <a:pt x="21" y="725"/>
                    <a:pt x="12" y="751"/>
                  </a:cubicBezTo>
                  <a:cubicBezTo>
                    <a:pt x="0" y="775"/>
                    <a:pt x="24" y="811"/>
                    <a:pt x="60" y="823"/>
                  </a:cubicBezTo>
                  <a:cubicBezTo>
                    <a:pt x="226" y="882"/>
                    <a:pt x="381" y="906"/>
                    <a:pt x="536" y="906"/>
                  </a:cubicBezTo>
                  <a:cubicBezTo>
                    <a:pt x="1393" y="906"/>
                    <a:pt x="1905" y="109"/>
                    <a:pt x="1917" y="97"/>
                  </a:cubicBezTo>
                  <a:cubicBezTo>
                    <a:pt x="1941" y="61"/>
                    <a:pt x="1929" y="25"/>
                    <a:pt x="1893" y="13"/>
                  </a:cubicBezTo>
                  <a:cubicBezTo>
                    <a:pt x="1884" y="4"/>
                    <a:pt x="1873" y="0"/>
                    <a:pt x="1862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5"/>
            <p:cNvSpPr/>
            <p:nvPr/>
          </p:nvSpPr>
          <p:spPr>
            <a:xfrm>
              <a:off x="9619325" y="1729075"/>
              <a:ext cx="484550" cy="267075"/>
            </a:xfrm>
            <a:custGeom>
              <a:avLst/>
              <a:gdLst/>
              <a:ahLst/>
              <a:cxnLst/>
              <a:rect l="l" t="t" r="r" b="b"/>
              <a:pathLst>
                <a:path w="19382" h="10683" extrusionOk="0">
                  <a:moveTo>
                    <a:pt x="8913" y="0"/>
                  </a:moveTo>
                  <a:cubicBezTo>
                    <a:pt x="6986" y="0"/>
                    <a:pt x="4558" y="797"/>
                    <a:pt x="2383" y="3423"/>
                  </a:cubicBezTo>
                  <a:cubicBezTo>
                    <a:pt x="1" y="6293"/>
                    <a:pt x="1463" y="10682"/>
                    <a:pt x="1656" y="10682"/>
                  </a:cubicBezTo>
                  <a:cubicBezTo>
                    <a:pt x="1661" y="10682"/>
                    <a:pt x="1665" y="10679"/>
                    <a:pt x="1668" y="10674"/>
                  </a:cubicBezTo>
                  <a:cubicBezTo>
                    <a:pt x="1799" y="10436"/>
                    <a:pt x="2633" y="10400"/>
                    <a:pt x="3204" y="10031"/>
                  </a:cubicBezTo>
                  <a:cubicBezTo>
                    <a:pt x="3323" y="9948"/>
                    <a:pt x="4168" y="9424"/>
                    <a:pt x="4335" y="9317"/>
                  </a:cubicBezTo>
                  <a:cubicBezTo>
                    <a:pt x="4561" y="9174"/>
                    <a:pt x="4335" y="6852"/>
                    <a:pt x="4526" y="6733"/>
                  </a:cubicBezTo>
                  <a:cubicBezTo>
                    <a:pt x="4530" y="6730"/>
                    <a:pt x="4535" y="6729"/>
                    <a:pt x="4540" y="6729"/>
                  </a:cubicBezTo>
                  <a:cubicBezTo>
                    <a:pt x="4721" y="6729"/>
                    <a:pt x="4823" y="8924"/>
                    <a:pt x="4823" y="8924"/>
                  </a:cubicBezTo>
                  <a:cubicBezTo>
                    <a:pt x="5109" y="8781"/>
                    <a:pt x="6276" y="8114"/>
                    <a:pt x="6693" y="8019"/>
                  </a:cubicBezTo>
                  <a:cubicBezTo>
                    <a:pt x="6978" y="7947"/>
                    <a:pt x="7062" y="5626"/>
                    <a:pt x="7336" y="5578"/>
                  </a:cubicBezTo>
                  <a:cubicBezTo>
                    <a:pt x="7339" y="5578"/>
                    <a:pt x="7341" y="5577"/>
                    <a:pt x="7344" y="5577"/>
                  </a:cubicBezTo>
                  <a:cubicBezTo>
                    <a:pt x="7614" y="5577"/>
                    <a:pt x="7341" y="7781"/>
                    <a:pt x="7605" y="7781"/>
                  </a:cubicBezTo>
                  <a:cubicBezTo>
                    <a:pt x="7607" y="7781"/>
                    <a:pt x="7608" y="7781"/>
                    <a:pt x="7609" y="7781"/>
                  </a:cubicBezTo>
                  <a:cubicBezTo>
                    <a:pt x="7799" y="7764"/>
                    <a:pt x="8004" y="7756"/>
                    <a:pt x="8222" y="7756"/>
                  </a:cubicBezTo>
                  <a:cubicBezTo>
                    <a:pt x="9978" y="7756"/>
                    <a:pt x="12530" y="8263"/>
                    <a:pt x="13705" y="8507"/>
                  </a:cubicBezTo>
                  <a:cubicBezTo>
                    <a:pt x="13708" y="8508"/>
                    <a:pt x="13711" y="8508"/>
                    <a:pt x="13714" y="8508"/>
                  </a:cubicBezTo>
                  <a:cubicBezTo>
                    <a:pt x="13941" y="8508"/>
                    <a:pt x="14410" y="6708"/>
                    <a:pt x="14614" y="6708"/>
                  </a:cubicBezTo>
                  <a:cubicBezTo>
                    <a:pt x="14617" y="6708"/>
                    <a:pt x="14620" y="6709"/>
                    <a:pt x="14622" y="6709"/>
                  </a:cubicBezTo>
                  <a:cubicBezTo>
                    <a:pt x="14896" y="6781"/>
                    <a:pt x="14872" y="8959"/>
                    <a:pt x="14872" y="8959"/>
                  </a:cubicBezTo>
                  <a:cubicBezTo>
                    <a:pt x="15229" y="9055"/>
                    <a:pt x="16634" y="9150"/>
                    <a:pt x="16789" y="9233"/>
                  </a:cubicBezTo>
                  <a:cubicBezTo>
                    <a:pt x="17587" y="9662"/>
                    <a:pt x="18206" y="9698"/>
                    <a:pt x="18206" y="9698"/>
                  </a:cubicBezTo>
                  <a:cubicBezTo>
                    <a:pt x="19382" y="1184"/>
                    <a:pt x="14431" y="186"/>
                    <a:pt x="12045" y="186"/>
                  </a:cubicBezTo>
                  <a:cubicBezTo>
                    <a:pt x="11314" y="186"/>
                    <a:pt x="10824" y="280"/>
                    <a:pt x="10824" y="280"/>
                  </a:cubicBezTo>
                  <a:cubicBezTo>
                    <a:pt x="10283" y="111"/>
                    <a:pt x="9633" y="0"/>
                    <a:pt x="89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5"/>
            <p:cNvSpPr/>
            <p:nvPr/>
          </p:nvSpPr>
          <p:spPr>
            <a:xfrm>
              <a:off x="9783350" y="2281375"/>
              <a:ext cx="2100" cy="300"/>
            </a:xfrm>
            <a:custGeom>
              <a:avLst/>
              <a:gdLst/>
              <a:ahLst/>
              <a:cxnLst/>
              <a:rect l="l" t="t" r="r" b="b"/>
              <a:pathLst>
                <a:path w="84" h="12" extrusionOk="0">
                  <a:moveTo>
                    <a:pt x="1" y="0"/>
                  </a:moveTo>
                  <a:cubicBezTo>
                    <a:pt x="1" y="0"/>
                    <a:pt x="36" y="12"/>
                    <a:pt x="84" y="12"/>
                  </a:cubicBezTo>
                  <a:cubicBezTo>
                    <a:pt x="36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5"/>
            <p:cNvSpPr/>
            <p:nvPr/>
          </p:nvSpPr>
          <p:spPr>
            <a:xfrm>
              <a:off x="9780975" y="2296550"/>
              <a:ext cx="6875" cy="900"/>
            </a:xfrm>
            <a:custGeom>
              <a:avLst/>
              <a:gdLst/>
              <a:ahLst/>
              <a:cxnLst/>
              <a:rect l="l" t="t" r="r" b="b"/>
              <a:pathLst>
                <a:path w="275" h="36" extrusionOk="0">
                  <a:moveTo>
                    <a:pt x="0" y="0"/>
                  </a:moveTo>
                  <a:lnTo>
                    <a:pt x="0" y="0"/>
                  </a:lnTo>
                  <a:cubicBezTo>
                    <a:pt x="108" y="12"/>
                    <a:pt x="203" y="24"/>
                    <a:pt x="274" y="36"/>
                  </a:cubicBezTo>
                  <a:cubicBezTo>
                    <a:pt x="13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5"/>
            <p:cNvSpPr/>
            <p:nvPr/>
          </p:nvSpPr>
          <p:spPr>
            <a:xfrm>
              <a:off x="9783050" y="231022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3" y="1"/>
                    <a:pt x="36" y="1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5"/>
            <p:cNvSpPr/>
            <p:nvPr/>
          </p:nvSpPr>
          <p:spPr>
            <a:xfrm>
              <a:off x="9705975" y="2259125"/>
              <a:ext cx="19950" cy="49950"/>
            </a:xfrm>
            <a:custGeom>
              <a:avLst/>
              <a:gdLst/>
              <a:ahLst/>
              <a:cxnLst/>
              <a:rect l="l" t="t" r="r" b="b"/>
              <a:pathLst>
                <a:path w="798" h="1998" extrusionOk="0">
                  <a:moveTo>
                    <a:pt x="590" y="0"/>
                  </a:moveTo>
                  <a:cubicBezTo>
                    <a:pt x="471" y="0"/>
                    <a:pt x="372" y="134"/>
                    <a:pt x="310" y="259"/>
                  </a:cubicBezTo>
                  <a:cubicBezTo>
                    <a:pt x="95" y="747"/>
                    <a:pt x="0" y="1283"/>
                    <a:pt x="36" y="1819"/>
                  </a:cubicBezTo>
                  <a:lnTo>
                    <a:pt x="631" y="1997"/>
                  </a:lnTo>
                  <a:cubicBezTo>
                    <a:pt x="679" y="1462"/>
                    <a:pt x="738" y="926"/>
                    <a:pt x="786" y="402"/>
                  </a:cubicBezTo>
                  <a:cubicBezTo>
                    <a:pt x="798" y="247"/>
                    <a:pt x="786" y="45"/>
                    <a:pt x="643" y="9"/>
                  </a:cubicBezTo>
                  <a:cubicBezTo>
                    <a:pt x="625" y="3"/>
                    <a:pt x="607" y="0"/>
                    <a:pt x="590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5"/>
            <p:cNvSpPr/>
            <p:nvPr/>
          </p:nvSpPr>
          <p:spPr>
            <a:xfrm>
              <a:off x="9780975" y="2198625"/>
              <a:ext cx="80675" cy="194750"/>
            </a:xfrm>
            <a:custGeom>
              <a:avLst/>
              <a:gdLst/>
              <a:ahLst/>
              <a:cxnLst/>
              <a:rect l="l" t="t" r="r" b="b"/>
              <a:pathLst>
                <a:path w="3227" h="7790" extrusionOk="0">
                  <a:moveTo>
                    <a:pt x="1596" y="0"/>
                  </a:moveTo>
                  <a:cubicBezTo>
                    <a:pt x="1846" y="1488"/>
                    <a:pt x="1798" y="3012"/>
                    <a:pt x="1441" y="4477"/>
                  </a:cubicBezTo>
                  <a:cubicBezTo>
                    <a:pt x="1143" y="5656"/>
                    <a:pt x="655" y="6775"/>
                    <a:pt x="0" y="7787"/>
                  </a:cubicBezTo>
                  <a:cubicBezTo>
                    <a:pt x="19" y="7789"/>
                    <a:pt x="38" y="7790"/>
                    <a:pt x="57" y="7790"/>
                  </a:cubicBezTo>
                  <a:cubicBezTo>
                    <a:pt x="149" y="7790"/>
                    <a:pt x="251" y="7767"/>
                    <a:pt x="369" y="7727"/>
                  </a:cubicBezTo>
                  <a:cubicBezTo>
                    <a:pt x="679" y="7620"/>
                    <a:pt x="1251" y="7430"/>
                    <a:pt x="2155" y="6251"/>
                  </a:cubicBezTo>
                  <a:cubicBezTo>
                    <a:pt x="3048" y="5060"/>
                    <a:pt x="3227" y="2977"/>
                    <a:pt x="2870" y="1810"/>
                  </a:cubicBezTo>
                  <a:cubicBezTo>
                    <a:pt x="2715" y="1286"/>
                    <a:pt x="2477" y="786"/>
                    <a:pt x="2191" y="417"/>
                  </a:cubicBezTo>
                  <a:cubicBezTo>
                    <a:pt x="2155" y="369"/>
                    <a:pt x="2108" y="322"/>
                    <a:pt x="2072" y="274"/>
                  </a:cubicBezTo>
                  <a:cubicBezTo>
                    <a:pt x="1965" y="155"/>
                    <a:pt x="1774" y="48"/>
                    <a:pt x="15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5"/>
            <p:cNvSpPr/>
            <p:nvPr/>
          </p:nvSpPr>
          <p:spPr>
            <a:xfrm>
              <a:off x="9762825" y="2197900"/>
              <a:ext cx="60450" cy="194800"/>
            </a:xfrm>
            <a:custGeom>
              <a:avLst/>
              <a:gdLst/>
              <a:ahLst/>
              <a:cxnLst/>
              <a:rect l="l" t="t" r="r" b="b"/>
              <a:pathLst>
                <a:path w="2418" h="7792" extrusionOk="0">
                  <a:moveTo>
                    <a:pt x="2084" y="1"/>
                  </a:moveTo>
                  <a:cubicBezTo>
                    <a:pt x="2013" y="1"/>
                    <a:pt x="1944" y="14"/>
                    <a:pt x="1881" y="41"/>
                  </a:cubicBezTo>
                  <a:cubicBezTo>
                    <a:pt x="1857" y="53"/>
                    <a:pt x="1834" y="77"/>
                    <a:pt x="1810" y="89"/>
                  </a:cubicBezTo>
                  <a:cubicBezTo>
                    <a:pt x="1560" y="362"/>
                    <a:pt x="1381" y="612"/>
                    <a:pt x="1274" y="851"/>
                  </a:cubicBezTo>
                  <a:cubicBezTo>
                    <a:pt x="965" y="1470"/>
                    <a:pt x="1000" y="2041"/>
                    <a:pt x="726" y="2815"/>
                  </a:cubicBezTo>
                  <a:cubicBezTo>
                    <a:pt x="500" y="3470"/>
                    <a:pt x="286" y="5006"/>
                    <a:pt x="143" y="6232"/>
                  </a:cubicBezTo>
                  <a:cubicBezTo>
                    <a:pt x="83" y="6637"/>
                    <a:pt x="36" y="7006"/>
                    <a:pt x="0" y="7304"/>
                  </a:cubicBezTo>
                  <a:cubicBezTo>
                    <a:pt x="0" y="7304"/>
                    <a:pt x="179" y="7673"/>
                    <a:pt x="560" y="7792"/>
                  </a:cubicBezTo>
                  <a:cubicBezTo>
                    <a:pt x="1226" y="6768"/>
                    <a:pt x="1715" y="5649"/>
                    <a:pt x="2012" y="4458"/>
                  </a:cubicBezTo>
                  <a:cubicBezTo>
                    <a:pt x="2369" y="3006"/>
                    <a:pt x="2417" y="1482"/>
                    <a:pt x="2155" y="5"/>
                  </a:cubicBezTo>
                  <a:cubicBezTo>
                    <a:pt x="2131" y="2"/>
                    <a:pt x="2108" y="1"/>
                    <a:pt x="20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5"/>
            <p:cNvSpPr/>
            <p:nvPr/>
          </p:nvSpPr>
          <p:spPr>
            <a:xfrm>
              <a:off x="9776800" y="2198025"/>
              <a:ext cx="50325" cy="195275"/>
            </a:xfrm>
            <a:custGeom>
              <a:avLst/>
              <a:gdLst/>
              <a:ahLst/>
              <a:cxnLst/>
              <a:rect l="l" t="t" r="r" b="b"/>
              <a:pathLst>
                <a:path w="2013" h="7811" extrusionOk="0">
                  <a:moveTo>
                    <a:pt x="1596" y="0"/>
                  </a:moveTo>
                  <a:cubicBezTo>
                    <a:pt x="1858" y="1477"/>
                    <a:pt x="1810" y="3001"/>
                    <a:pt x="1453" y="4453"/>
                  </a:cubicBezTo>
                  <a:cubicBezTo>
                    <a:pt x="1156" y="5644"/>
                    <a:pt x="667" y="6763"/>
                    <a:pt x="1" y="7775"/>
                  </a:cubicBezTo>
                  <a:cubicBezTo>
                    <a:pt x="48" y="7799"/>
                    <a:pt x="108" y="7811"/>
                    <a:pt x="167" y="7811"/>
                  </a:cubicBezTo>
                  <a:cubicBezTo>
                    <a:pt x="822" y="6799"/>
                    <a:pt x="1310" y="5680"/>
                    <a:pt x="1608" y="4501"/>
                  </a:cubicBezTo>
                  <a:cubicBezTo>
                    <a:pt x="1965" y="3036"/>
                    <a:pt x="2013" y="1512"/>
                    <a:pt x="1763" y="24"/>
                  </a:cubicBezTo>
                  <a:cubicBezTo>
                    <a:pt x="1703" y="12"/>
                    <a:pt x="1644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5"/>
            <p:cNvSpPr/>
            <p:nvPr/>
          </p:nvSpPr>
          <p:spPr>
            <a:xfrm>
              <a:off x="9713400" y="2208150"/>
              <a:ext cx="117900" cy="171825"/>
            </a:xfrm>
            <a:custGeom>
              <a:avLst/>
              <a:gdLst/>
              <a:ahLst/>
              <a:cxnLst/>
              <a:rect l="l" t="t" r="r" b="b"/>
              <a:pathLst>
                <a:path w="4716" h="6873" extrusionOk="0">
                  <a:moveTo>
                    <a:pt x="620" y="0"/>
                  </a:moveTo>
                  <a:cubicBezTo>
                    <a:pt x="465" y="107"/>
                    <a:pt x="322" y="262"/>
                    <a:pt x="263" y="405"/>
                  </a:cubicBezTo>
                  <a:cubicBezTo>
                    <a:pt x="239" y="464"/>
                    <a:pt x="215" y="524"/>
                    <a:pt x="203" y="595"/>
                  </a:cubicBezTo>
                  <a:cubicBezTo>
                    <a:pt x="60" y="1024"/>
                    <a:pt x="1" y="1572"/>
                    <a:pt x="24" y="2119"/>
                  </a:cubicBezTo>
                  <a:cubicBezTo>
                    <a:pt x="84" y="3346"/>
                    <a:pt x="929" y="5251"/>
                    <a:pt x="2180" y="6072"/>
                  </a:cubicBezTo>
                  <a:cubicBezTo>
                    <a:pt x="3382" y="6859"/>
                    <a:pt x="3990" y="6870"/>
                    <a:pt x="4329" y="6870"/>
                  </a:cubicBezTo>
                  <a:cubicBezTo>
                    <a:pt x="4339" y="6870"/>
                    <a:pt x="4349" y="6870"/>
                    <a:pt x="4358" y="6870"/>
                  </a:cubicBezTo>
                  <a:cubicBezTo>
                    <a:pt x="4378" y="6872"/>
                    <a:pt x="4396" y="6872"/>
                    <a:pt x="4415" y="6872"/>
                  </a:cubicBezTo>
                  <a:cubicBezTo>
                    <a:pt x="4533" y="6872"/>
                    <a:pt x="4633" y="6841"/>
                    <a:pt x="4716" y="6810"/>
                  </a:cubicBezTo>
                  <a:cubicBezTo>
                    <a:pt x="3763" y="6072"/>
                    <a:pt x="2930" y="5179"/>
                    <a:pt x="2263" y="4155"/>
                  </a:cubicBezTo>
                  <a:cubicBezTo>
                    <a:pt x="1429" y="2893"/>
                    <a:pt x="882" y="1476"/>
                    <a:pt x="6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5"/>
            <p:cNvSpPr/>
            <p:nvPr/>
          </p:nvSpPr>
          <p:spPr>
            <a:xfrm>
              <a:off x="9732750" y="2204575"/>
              <a:ext cx="111350" cy="171775"/>
            </a:xfrm>
            <a:custGeom>
              <a:avLst/>
              <a:gdLst/>
              <a:ahLst/>
              <a:cxnLst/>
              <a:rect l="l" t="t" r="r" b="b"/>
              <a:pathLst>
                <a:path w="4454" h="6871" extrusionOk="0">
                  <a:moveTo>
                    <a:pt x="263" y="0"/>
                  </a:moveTo>
                  <a:cubicBezTo>
                    <a:pt x="179" y="0"/>
                    <a:pt x="84" y="12"/>
                    <a:pt x="1" y="60"/>
                  </a:cubicBezTo>
                  <a:cubicBezTo>
                    <a:pt x="239" y="1536"/>
                    <a:pt x="798" y="2953"/>
                    <a:pt x="1620" y="4215"/>
                  </a:cubicBezTo>
                  <a:cubicBezTo>
                    <a:pt x="2287" y="5239"/>
                    <a:pt x="3132" y="6132"/>
                    <a:pt x="4096" y="6870"/>
                  </a:cubicBezTo>
                  <a:cubicBezTo>
                    <a:pt x="4418" y="6632"/>
                    <a:pt x="4454" y="6215"/>
                    <a:pt x="4454" y="6215"/>
                  </a:cubicBezTo>
                  <a:cubicBezTo>
                    <a:pt x="4323" y="5953"/>
                    <a:pt x="4156" y="5620"/>
                    <a:pt x="3965" y="5251"/>
                  </a:cubicBezTo>
                  <a:cubicBezTo>
                    <a:pt x="3418" y="4155"/>
                    <a:pt x="2715" y="2774"/>
                    <a:pt x="2275" y="2239"/>
                  </a:cubicBezTo>
                  <a:cubicBezTo>
                    <a:pt x="1763" y="1596"/>
                    <a:pt x="1608" y="1048"/>
                    <a:pt x="1108" y="560"/>
                  </a:cubicBezTo>
                  <a:cubicBezTo>
                    <a:pt x="917" y="369"/>
                    <a:pt x="679" y="203"/>
                    <a:pt x="346" y="36"/>
                  </a:cubicBezTo>
                  <a:cubicBezTo>
                    <a:pt x="322" y="12"/>
                    <a:pt x="286" y="12"/>
                    <a:pt x="2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5"/>
            <p:cNvSpPr/>
            <p:nvPr/>
          </p:nvSpPr>
          <p:spPr>
            <a:xfrm>
              <a:off x="9728875" y="2206050"/>
              <a:ext cx="106300" cy="172375"/>
            </a:xfrm>
            <a:custGeom>
              <a:avLst/>
              <a:gdLst/>
              <a:ahLst/>
              <a:cxnLst/>
              <a:rect l="l" t="t" r="r" b="b"/>
              <a:pathLst>
                <a:path w="4252" h="6895" extrusionOk="0">
                  <a:moveTo>
                    <a:pt x="156" y="1"/>
                  </a:moveTo>
                  <a:cubicBezTo>
                    <a:pt x="96" y="25"/>
                    <a:pt x="48" y="48"/>
                    <a:pt x="1" y="84"/>
                  </a:cubicBezTo>
                  <a:cubicBezTo>
                    <a:pt x="263" y="1560"/>
                    <a:pt x="810" y="2989"/>
                    <a:pt x="1644" y="4239"/>
                  </a:cubicBezTo>
                  <a:cubicBezTo>
                    <a:pt x="2311" y="5263"/>
                    <a:pt x="3144" y="6156"/>
                    <a:pt x="4097" y="6894"/>
                  </a:cubicBezTo>
                  <a:cubicBezTo>
                    <a:pt x="4156" y="6871"/>
                    <a:pt x="4204" y="6835"/>
                    <a:pt x="4251" y="6811"/>
                  </a:cubicBezTo>
                  <a:cubicBezTo>
                    <a:pt x="3287" y="6073"/>
                    <a:pt x="2442" y="5180"/>
                    <a:pt x="1775" y="4156"/>
                  </a:cubicBezTo>
                  <a:cubicBezTo>
                    <a:pt x="941" y="2894"/>
                    <a:pt x="394" y="1477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5"/>
            <p:cNvSpPr/>
            <p:nvPr/>
          </p:nvSpPr>
          <p:spPr>
            <a:xfrm>
              <a:off x="9542250" y="2292075"/>
              <a:ext cx="202725" cy="228575"/>
            </a:xfrm>
            <a:custGeom>
              <a:avLst/>
              <a:gdLst/>
              <a:ahLst/>
              <a:cxnLst/>
              <a:rect l="l" t="t" r="r" b="b"/>
              <a:pathLst>
                <a:path w="8109" h="9143" extrusionOk="0">
                  <a:moveTo>
                    <a:pt x="6609" y="1"/>
                  </a:moveTo>
                  <a:cubicBezTo>
                    <a:pt x="5001" y="1370"/>
                    <a:pt x="2037" y="3823"/>
                    <a:pt x="1048" y="5477"/>
                  </a:cubicBezTo>
                  <a:cubicBezTo>
                    <a:pt x="0" y="7228"/>
                    <a:pt x="796" y="9143"/>
                    <a:pt x="2691" y="9143"/>
                  </a:cubicBezTo>
                  <a:cubicBezTo>
                    <a:pt x="3014" y="9143"/>
                    <a:pt x="3368" y="9087"/>
                    <a:pt x="3751" y="8966"/>
                  </a:cubicBezTo>
                  <a:cubicBezTo>
                    <a:pt x="6394" y="8133"/>
                    <a:pt x="7859" y="2263"/>
                    <a:pt x="7859" y="2263"/>
                  </a:cubicBezTo>
                  <a:cubicBezTo>
                    <a:pt x="7942" y="2227"/>
                    <a:pt x="8025" y="2191"/>
                    <a:pt x="8109" y="2156"/>
                  </a:cubicBezTo>
                  <a:cubicBezTo>
                    <a:pt x="7502" y="1537"/>
                    <a:pt x="6990" y="822"/>
                    <a:pt x="6609" y="1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5"/>
            <p:cNvSpPr/>
            <p:nvPr/>
          </p:nvSpPr>
          <p:spPr>
            <a:xfrm>
              <a:off x="9855100" y="2342375"/>
              <a:ext cx="245275" cy="183250"/>
            </a:xfrm>
            <a:custGeom>
              <a:avLst/>
              <a:gdLst/>
              <a:ahLst/>
              <a:cxnLst/>
              <a:rect l="l" t="t" r="r" b="b"/>
              <a:pathLst>
                <a:path w="9811" h="7330" extrusionOk="0">
                  <a:moveTo>
                    <a:pt x="441" y="1"/>
                  </a:moveTo>
                  <a:lnTo>
                    <a:pt x="441" y="1"/>
                  </a:lnTo>
                  <a:cubicBezTo>
                    <a:pt x="476" y="906"/>
                    <a:pt x="262" y="2334"/>
                    <a:pt x="0" y="3168"/>
                  </a:cubicBezTo>
                  <a:cubicBezTo>
                    <a:pt x="83" y="3168"/>
                    <a:pt x="179" y="3156"/>
                    <a:pt x="274" y="3156"/>
                  </a:cubicBezTo>
                  <a:cubicBezTo>
                    <a:pt x="274" y="3156"/>
                    <a:pt x="3862" y="7329"/>
                    <a:pt x="6559" y="7329"/>
                  </a:cubicBezTo>
                  <a:cubicBezTo>
                    <a:pt x="6689" y="7329"/>
                    <a:pt x="6816" y="7319"/>
                    <a:pt x="6941" y="7299"/>
                  </a:cubicBezTo>
                  <a:cubicBezTo>
                    <a:pt x="9668" y="6871"/>
                    <a:pt x="9811" y="4251"/>
                    <a:pt x="7799" y="2965"/>
                  </a:cubicBezTo>
                  <a:cubicBezTo>
                    <a:pt x="6179" y="1941"/>
                    <a:pt x="2500" y="501"/>
                    <a:pt x="441" y="1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5"/>
            <p:cNvSpPr/>
            <p:nvPr/>
          </p:nvSpPr>
          <p:spPr>
            <a:xfrm>
              <a:off x="9792575" y="2341750"/>
              <a:ext cx="109575" cy="86675"/>
            </a:xfrm>
            <a:custGeom>
              <a:avLst/>
              <a:gdLst/>
              <a:ahLst/>
              <a:cxnLst/>
              <a:rect l="l" t="t" r="r" b="b"/>
              <a:pathLst>
                <a:path w="4383" h="3467" extrusionOk="0">
                  <a:moveTo>
                    <a:pt x="2645" y="0"/>
                  </a:moveTo>
                  <a:cubicBezTo>
                    <a:pt x="1808" y="0"/>
                    <a:pt x="162" y="408"/>
                    <a:pt x="191" y="800"/>
                  </a:cubicBezTo>
                  <a:cubicBezTo>
                    <a:pt x="201" y="918"/>
                    <a:pt x="459" y="953"/>
                    <a:pt x="768" y="953"/>
                  </a:cubicBezTo>
                  <a:cubicBezTo>
                    <a:pt x="1238" y="953"/>
                    <a:pt x="1822" y="871"/>
                    <a:pt x="1822" y="871"/>
                  </a:cubicBezTo>
                  <a:lnTo>
                    <a:pt x="1822" y="871"/>
                  </a:lnTo>
                  <a:cubicBezTo>
                    <a:pt x="1822" y="871"/>
                    <a:pt x="156" y="1300"/>
                    <a:pt x="96" y="1585"/>
                  </a:cubicBezTo>
                  <a:cubicBezTo>
                    <a:pt x="82" y="1675"/>
                    <a:pt x="228" y="1706"/>
                    <a:pt x="440" y="1706"/>
                  </a:cubicBezTo>
                  <a:cubicBezTo>
                    <a:pt x="932" y="1706"/>
                    <a:pt x="1774" y="1538"/>
                    <a:pt x="1775" y="1538"/>
                  </a:cubicBezTo>
                  <a:lnTo>
                    <a:pt x="1775" y="1538"/>
                  </a:lnTo>
                  <a:cubicBezTo>
                    <a:pt x="1774" y="1538"/>
                    <a:pt x="1" y="1990"/>
                    <a:pt x="13" y="2324"/>
                  </a:cubicBezTo>
                  <a:cubicBezTo>
                    <a:pt x="16" y="2419"/>
                    <a:pt x="157" y="2453"/>
                    <a:pt x="358" y="2453"/>
                  </a:cubicBezTo>
                  <a:cubicBezTo>
                    <a:pt x="660" y="2453"/>
                    <a:pt x="1096" y="2375"/>
                    <a:pt x="1395" y="2314"/>
                  </a:cubicBezTo>
                  <a:lnTo>
                    <a:pt x="1395" y="2314"/>
                  </a:lnTo>
                  <a:cubicBezTo>
                    <a:pt x="897" y="2432"/>
                    <a:pt x="21" y="2673"/>
                    <a:pt x="72" y="2895"/>
                  </a:cubicBezTo>
                  <a:cubicBezTo>
                    <a:pt x="95" y="2975"/>
                    <a:pt x="243" y="3004"/>
                    <a:pt x="449" y="3004"/>
                  </a:cubicBezTo>
                  <a:cubicBezTo>
                    <a:pt x="1009" y="3004"/>
                    <a:pt x="1989" y="2788"/>
                    <a:pt x="1989" y="2788"/>
                  </a:cubicBezTo>
                  <a:lnTo>
                    <a:pt x="2977" y="3467"/>
                  </a:lnTo>
                  <a:lnTo>
                    <a:pt x="4382" y="990"/>
                  </a:lnTo>
                  <a:cubicBezTo>
                    <a:pt x="4382" y="990"/>
                    <a:pt x="3501" y="288"/>
                    <a:pt x="3049" y="62"/>
                  </a:cubicBezTo>
                  <a:cubicBezTo>
                    <a:pt x="2968" y="19"/>
                    <a:pt x="2825" y="0"/>
                    <a:pt x="2645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5"/>
            <p:cNvSpPr/>
            <p:nvPr/>
          </p:nvSpPr>
          <p:spPr>
            <a:xfrm>
              <a:off x="9700000" y="2274275"/>
              <a:ext cx="95375" cy="85100"/>
            </a:xfrm>
            <a:custGeom>
              <a:avLst/>
              <a:gdLst/>
              <a:ahLst/>
              <a:cxnLst/>
              <a:rect l="l" t="t" r="r" b="b"/>
              <a:pathLst>
                <a:path w="3815" h="3404" extrusionOk="0">
                  <a:moveTo>
                    <a:pt x="1169" y="0"/>
                  </a:moveTo>
                  <a:cubicBezTo>
                    <a:pt x="1100" y="0"/>
                    <a:pt x="1043" y="7"/>
                    <a:pt x="1001" y="22"/>
                  </a:cubicBezTo>
                  <a:cubicBezTo>
                    <a:pt x="513" y="189"/>
                    <a:pt x="1" y="951"/>
                    <a:pt x="1" y="951"/>
                  </a:cubicBezTo>
                  <a:lnTo>
                    <a:pt x="1156" y="3403"/>
                  </a:lnTo>
                  <a:lnTo>
                    <a:pt x="1668" y="2868"/>
                  </a:lnTo>
                  <a:cubicBezTo>
                    <a:pt x="1668" y="2868"/>
                    <a:pt x="2847" y="3309"/>
                    <a:pt x="3336" y="3309"/>
                  </a:cubicBezTo>
                  <a:cubicBezTo>
                    <a:pt x="3442" y="3309"/>
                    <a:pt x="3516" y="3288"/>
                    <a:pt x="3537" y="3237"/>
                  </a:cubicBezTo>
                  <a:cubicBezTo>
                    <a:pt x="3628" y="3029"/>
                    <a:pt x="2846" y="2683"/>
                    <a:pt x="2364" y="2492"/>
                  </a:cubicBezTo>
                  <a:lnTo>
                    <a:pt x="2364" y="2492"/>
                  </a:lnTo>
                  <a:cubicBezTo>
                    <a:pt x="2704" y="2613"/>
                    <a:pt x="3201" y="2772"/>
                    <a:pt x="3478" y="2772"/>
                  </a:cubicBezTo>
                  <a:cubicBezTo>
                    <a:pt x="3592" y="2772"/>
                    <a:pt x="3668" y="2745"/>
                    <a:pt x="3680" y="2677"/>
                  </a:cubicBezTo>
                  <a:cubicBezTo>
                    <a:pt x="3739" y="2344"/>
                    <a:pt x="2050" y="1665"/>
                    <a:pt x="2049" y="1665"/>
                  </a:cubicBezTo>
                  <a:lnTo>
                    <a:pt x="2049" y="1665"/>
                  </a:lnTo>
                  <a:cubicBezTo>
                    <a:pt x="2049" y="1665"/>
                    <a:pt x="3107" y="2035"/>
                    <a:pt x="3531" y="2035"/>
                  </a:cubicBezTo>
                  <a:cubicBezTo>
                    <a:pt x="3639" y="2035"/>
                    <a:pt x="3706" y="2011"/>
                    <a:pt x="3704" y="1951"/>
                  </a:cubicBezTo>
                  <a:cubicBezTo>
                    <a:pt x="3692" y="1641"/>
                    <a:pt x="2097" y="999"/>
                    <a:pt x="2096" y="998"/>
                  </a:cubicBezTo>
                  <a:lnTo>
                    <a:pt x="2096" y="998"/>
                  </a:lnTo>
                  <a:cubicBezTo>
                    <a:pt x="2097" y="998"/>
                    <a:pt x="2968" y="1245"/>
                    <a:pt x="3438" y="1245"/>
                  </a:cubicBezTo>
                  <a:cubicBezTo>
                    <a:pt x="3597" y="1245"/>
                    <a:pt x="3710" y="1216"/>
                    <a:pt x="3728" y="1141"/>
                  </a:cubicBezTo>
                  <a:cubicBezTo>
                    <a:pt x="3814" y="729"/>
                    <a:pt x="1874" y="0"/>
                    <a:pt x="1169" y="0"/>
                  </a:cubicBezTo>
                  <a:close/>
                </a:path>
              </a:pathLst>
            </a:custGeom>
            <a:solidFill>
              <a:srgbClr val="F8B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3" name="Google Shape;1233;p45"/>
          <p:cNvSpPr/>
          <p:nvPr/>
        </p:nvSpPr>
        <p:spPr>
          <a:xfrm>
            <a:off x="233388" y="3628175"/>
            <a:ext cx="231195" cy="248348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45"/>
          <p:cNvSpPr/>
          <p:nvPr/>
        </p:nvSpPr>
        <p:spPr>
          <a:xfrm rot="-359463">
            <a:off x="479465" y="2662874"/>
            <a:ext cx="295349" cy="300935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45"/>
          <p:cNvSpPr/>
          <p:nvPr/>
        </p:nvSpPr>
        <p:spPr>
          <a:xfrm rot="3698333">
            <a:off x="3866948" y="2785575"/>
            <a:ext cx="295353" cy="300940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45"/>
          <p:cNvSpPr/>
          <p:nvPr/>
        </p:nvSpPr>
        <p:spPr>
          <a:xfrm>
            <a:off x="8735475" y="663785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45"/>
          <p:cNvSpPr/>
          <p:nvPr/>
        </p:nvSpPr>
        <p:spPr>
          <a:xfrm>
            <a:off x="8561559" y="3294375"/>
            <a:ext cx="405126" cy="435271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45"/>
          <p:cNvSpPr/>
          <p:nvPr/>
        </p:nvSpPr>
        <p:spPr>
          <a:xfrm>
            <a:off x="4217175" y="2130947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45"/>
          <p:cNvSpPr/>
          <p:nvPr/>
        </p:nvSpPr>
        <p:spPr>
          <a:xfrm>
            <a:off x="1657831" y="829782"/>
            <a:ext cx="325127" cy="34931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45"/>
          <p:cNvSpPr/>
          <p:nvPr/>
        </p:nvSpPr>
        <p:spPr>
          <a:xfrm>
            <a:off x="301677" y="1602266"/>
            <a:ext cx="231174" cy="248382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45"/>
          <p:cNvSpPr/>
          <p:nvPr/>
        </p:nvSpPr>
        <p:spPr>
          <a:xfrm>
            <a:off x="2839350" y="178135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45"/>
          <p:cNvSpPr/>
          <p:nvPr/>
        </p:nvSpPr>
        <p:spPr>
          <a:xfrm>
            <a:off x="789700" y="77162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45"/>
          <p:cNvSpPr/>
          <p:nvPr/>
        </p:nvSpPr>
        <p:spPr>
          <a:xfrm rot="3698333">
            <a:off x="8160711" y="229087"/>
            <a:ext cx="295353" cy="300940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4" name="Google Shape;1244;p45"/>
          <p:cNvGrpSpPr/>
          <p:nvPr/>
        </p:nvGrpSpPr>
        <p:grpSpPr>
          <a:xfrm>
            <a:off x="4522795" y="2446370"/>
            <a:ext cx="490160" cy="402840"/>
            <a:chOff x="6234950" y="3255925"/>
            <a:chExt cx="483250" cy="397200"/>
          </a:xfrm>
        </p:grpSpPr>
        <p:sp>
          <p:nvSpPr>
            <p:cNvPr id="1245" name="Google Shape;1245;p45"/>
            <p:cNvSpPr/>
            <p:nvPr/>
          </p:nvSpPr>
          <p:spPr>
            <a:xfrm>
              <a:off x="6444675" y="3255925"/>
              <a:ext cx="128300" cy="90200"/>
            </a:xfrm>
            <a:custGeom>
              <a:avLst/>
              <a:gdLst/>
              <a:ahLst/>
              <a:cxnLst/>
              <a:rect l="l" t="t" r="r" b="b"/>
              <a:pathLst>
                <a:path w="5132" h="3608" extrusionOk="0">
                  <a:moveTo>
                    <a:pt x="567" y="0"/>
                  </a:moveTo>
                  <a:cubicBezTo>
                    <a:pt x="254" y="0"/>
                    <a:pt x="1" y="253"/>
                    <a:pt x="1" y="563"/>
                  </a:cubicBezTo>
                  <a:cubicBezTo>
                    <a:pt x="7" y="1662"/>
                    <a:pt x="368" y="2731"/>
                    <a:pt x="1034" y="3608"/>
                  </a:cubicBezTo>
                  <a:cubicBezTo>
                    <a:pt x="2097" y="3138"/>
                    <a:pt x="3325" y="2864"/>
                    <a:pt x="5014" y="2864"/>
                  </a:cubicBezTo>
                  <a:cubicBezTo>
                    <a:pt x="5054" y="2864"/>
                    <a:pt x="5093" y="2873"/>
                    <a:pt x="5132" y="2873"/>
                  </a:cubicBezTo>
                  <a:cubicBezTo>
                    <a:pt x="4289" y="1117"/>
                    <a:pt x="2515" y="0"/>
                    <a:pt x="5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6" name="Google Shape;1246;p45"/>
            <p:cNvSpPr/>
            <p:nvPr/>
          </p:nvSpPr>
          <p:spPr>
            <a:xfrm>
              <a:off x="6444750" y="3563200"/>
              <a:ext cx="128225" cy="89925"/>
            </a:xfrm>
            <a:custGeom>
              <a:avLst/>
              <a:gdLst/>
              <a:ahLst/>
              <a:cxnLst/>
              <a:rect l="l" t="t" r="r" b="b"/>
              <a:pathLst>
                <a:path w="5129" h="3597" extrusionOk="0">
                  <a:moveTo>
                    <a:pt x="1022" y="1"/>
                  </a:moveTo>
                  <a:cubicBezTo>
                    <a:pt x="362" y="874"/>
                    <a:pt x="4" y="1937"/>
                    <a:pt x="1" y="3033"/>
                  </a:cubicBezTo>
                  <a:cubicBezTo>
                    <a:pt x="1" y="3343"/>
                    <a:pt x="251" y="3596"/>
                    <a:pt x="564" y="3596"/>
                  </a:cubicBezTo>
                  <a:cubicBezTo>
                    <a:pt x="2512" y="3596"/>
                    <a:pt x="4286" y="2479"/>
                    <a:pt x="5129" y="724"/>
                  </a:cubicBezTo>
                  <a:cubicBezTo>
                    <a:pt x="5093" y="724"/>
                    <a:pt x="5051" y="736"/>
                    <a:pt x="5011" y="736"/>
                  </a:cubicBezTo>
                  <a:cubicBezTo>
                    <a:pt x="3319" y="736"/>
                    <a:pt x="2088" y="462"/>
                    <a:pt x="10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7" name="Google Shape;1247;p45"/>
            <p:cNvSpPr/>
            <p:nvPr/>
          </p:nvSpPr>
          <p:spPr>
            <a:xfrm>
              <a:off x="6375350" y="3355650"/>
              <a:ext cx="244750" cy="197650"/>
            </a:xfrm>
            <a:custGeom>
              <a:avLst/>
              <a:gdLst/>
              <a:ahLst/>
              <a:cxnLst/>
              <a:rect l="l" t="t" r="r" b="b"/>
              <a:pathLst>
                <a:path w="9790" h="7906" extrusionOk="0">
                  <a:moveTo>
                    <a:pt x="6045" y="2610"/>
                  </a:moveTo>
                  <a:cubicBezTo>
                    <a:pt x="6190" y="2610"/>
                    <a:pt x="6335" y="2666"/>
                    <a:pt x="6444" y="2777"/>
                  </a:cubicBezTo>
                  <a:cubicBezTo>
                    <a:pt x="6664" y="2997"/>
                    <a:pt x="6664" y="3356"/>
                    <a:pt x="6444" y="3575"/>
                  </a:cubicBezTo>
                  <a:cubicBezTo>
                    <a:pt x="6225" y="3795"/>
                    <a:pt x="6225" y="4153"/>
                    <a:pt x="6444" y="4373"/>
                  </a:cubicBezTo>
                  <a:cubicBezTo>
                    <a:pt x="6664" y="4593"/>
                    <a:pt x="6664" y="4951"/>
                    <a:pt x="6444" y="5171"/>
                  </a:cubicBezTo>
                  <a:cubicBezTo>
                    <a:pt x="6335" y="5281"/>
                    <a:pt x="6190" y="5336"/>
                    <a:pt x="6045" y="5336"/>
                  </a:cubicBezTo>
                  <a:cubicBezTo>
                    <a:pt x="5901" y="5336"/>
                    <a:pt x="5756" y="5281"/>
                    <a:pt x="5646" y="5171"/>
                  </a:cubicBezTo>
                  <a:cubicBezTo>
                    <a:pt x="4984" y="4509"/>
                    <a:pt x="4984" y="3440"/>
                    <a:pt x="5646" y="2777"/>
                  </a:cubicBezTo>
                  <a:cubicBezTo>
                    <a:pt x="5756" y="2666"/>
                    <a:pt x="5901" y="2610"/>
                    <a:pt x="6045" y="2610"/>
                  </a:cubicBezTo>
                  <a:close/>
                  <a:moveTo>
                    <a:pt x="7787" y="1"/>
                  </a:moveTo>
                  <a:cubicBezTo>
                    <a:pt x="4463" y="1"/>
                    <a:pt x="3204" y="1064"/>
                    <a:pt x="919" y="2997"/>
                  </a:cubicBezTo>
                  <a:lnTo>
                    <a:pt x="271" y="3542"/>
                  </a:lnTo>
                  <a:cubicBezTo>
                    <a:pt x="0" y="3765"/>
                    <a:pt x="0" y="4181"/>
                    <a:pt x="271" y="4406"/>
                  </a:cubicBezTo>
                  <a:lnTo>
                    <a:pt x="856" y="4897"/>
                  </a:lnTo>
                  <a:cubicBezTo>
                    <a:pt x="3147" y="6837"/>
                    <a:pt x="4412" y="7906"/>
                    <a:pt x="7787" y="7906"/>
                  </a:cubicBezTo>
                  <a:cubicBezTo>
                    <a:pt x="8450" y="7902"/>
                    <a:pt x="9106" y="7788"/>
                    <a:pt x="9730" y="7574"/>
                  </a:cubicBezTo>
                  <a:cubicBezTo>
                    <a:pt x="8357" y="6951"/>
                    <a:pt x="7456" y="5602"/>
                    <a:pt x="7411" y="4093"/>
                  </a:cubicBezTo>
                  <a:cubicBezTo>
                    <a:pt x="7366" y="2588"/>
                    <a:pt x="8179" y="1184"/>
                    <a:pt x="9513" y="480"/>
                  </a:cubicBezTo>
                  <a:cubicBezTo>
                    <a:pt x="9603" y="432"/>
                    <a:pt x="9697" y="398"/>
                    <a:pt x="9790" y="356"/>
                  </a:cubicBezTo>
                  <a:cubicBezTo>
                    <a:pt x="9149" y="124"/>
                    <a:pt x="8471" y="4"/>
                    <a:pt x="77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8" name="Google Shape;1248;p45"/>
            <p:cNvSpPr/>
            <p:nvPr/>
          </p:nvSpPr>
          <p:spPr>
            <a:xfrm>
              <a:off x="6587875" y="3385100"/>
              <a:ext cx="130325" cy="140500"/>
            </a:xfrm>
            <a:custGeom>
              <a:avLst/>
              <a:gdLst/>
              <a:ahLst/>
              <a:cxnLst/>
              <a:rect l="l" t="t" r="r" b="b"/>
              <a:pathLst>
                <a:path w="5213" h="5620" extrusionOk="0">
                  <a:moveTo>
                    <a:pt x="2343" y="1789"/>
                  </a:moveTo>
                  <a:cubicBezTo>
                    <a:pt x="2633" y="1789"/>
                    <a:pt x="2912" y="2015"/>
                    <a:pt x="2912" y="2355"/>
                  </a:cubicBezTo>
                  <a:cubicBezTo>
                    <a:pt x="2912" y="2665"/>
                    <a:pt x="2659" y="2918"/>
                    <a:pt x="2349" y="2918"/>
                  </a:cubicBezTo>
                  <a:cubicBezTo>
                    <a:pt x="1846" y="2918"/>
                    <a:pt x="1593" y="2310"/>
                    <a:pt x="1948" y="1955"/>
                  </a:cubicBezTo>
                  <a:cubicBezTo>
                    <a:pt x="2063" y="1840"/>
                    <a:pt x="2204" y="1789"/>
                    <a:pt x="2343" y="1789"/>
                  </a:cubicBezTo>
                  <a:close/>
                  <a:moveTo>
                    <a:pt x="2846" y="0"/>
                  </a:moveTo>
                  <a:cubicBezTo>
                    <a:pt x="2394" y="0"/>
                    <a:pt x="1947" y="85"/>
                    <a:pt x="1539" y="301"/>
                  </a:cubicBezTo>
                  <a:cubicBezTo>
                    <a:pt x="645" y="774"/>
                    <a:pt x="72" y="1687"/>
                    <a:pt x="36" y="2698"/>
                  </a:cubicBezTo>
                  <a:cubicBezTo>
                    <a:pt x="0" y="3707"/>
                    <a:pt x="506" y="4662"/>
                    <a:pt x="1367" y="5195"/>
                  </a:cubicBezTo>
                  <a:cubicBezTo>
                    <a:pt x="1792" y="5460"/>
                    <a:pt x="2280" y="5607"/>
                    <a:pt x="2782" y="5619"/>
                  </a:cubicBezTo>
                  <a:cubicBezTo>
                    <a:pt x="3752" y="4957"/>
                    <a:pt x="4550" y="4078"/>
                    <a:pt x="5119" y="3051"/>
                  </a:cubicBezTo>
                  <a:cubicBezTo>
                    <a:pt x="5213" y="2882"/>
                    <a:pt x="5213" y="2674"/>
                    <a:pt x="5119" y="2506"/>
                  </a:cubicBezTo>
                  <a:cubicBezTo>
                    <a:pt x="4568" y="1512"/>
                    <a:pt x="3797" y="654"/>
                    <a:pt x="2870" y="0"/>
                  </a:cubicBezTo>
                  <a:cubicBezTo>
                    <a:pt x="2862" y="0"/>
                    <a:pt x="2854" y="0"/>
                    <a:pt x="28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9" name="Google Shape;1249;p45"/>
            <p:cNvSpPr/>
            <p:nvPr/>
          </p:nvSpPr>
          <p:spPr>
            <a:xfrm>
              <a:off x="6234950" y="3469100"/>
              <a:ext cx="165050" cy="141200"/>
            </a:xfrm>
            <a:custGeom>
              <a:avLst/>
              <a:gdLst/>
              <a:ahLst/>
              <a:cxnLst/>
              <a:rect l="l" t="t" r="r" b="b"/>
              <a:pathLst>
                <a:path w="6602" h="5648" extrusionOk="0">
                  <a:moveTo>
                    <a:pt x="3990" y="1"/>
                  </a:moveTo>
                  <a:cubicBezTo>
                    <a:pt x="1807" y="1"/>
                    <a:pt x="0" y="1772"/>
                    <a:pt x="0" y="3955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96" y="5647"/>
                  </a:lnTo>
                  <a:cubicBezTo>
                    <a:pt x="4014" y="5647"/>
                    <a:pt x="5996" y="4075"/>
                    <a:pt x="6601" y="1943"/>
                  </a:cubicBezTo>
                  <a:cubicBezTo>
                    <a:pt x="6324" y="1717"/>
                    <a:pt x="6041" y="1476"/>
                    <a:pt x="5740" y="1223"/>
                  </a:cubicBezTo>
                  <a:lnTo>
                    <a:pt x="5481" y="1004"/>
                  </a:lnTo>
                  <a:lnTo>
                    <a:pt x="4391" y="2097"/>
                  </a:lnTo>
                  <a:cubicBezTo>
                    <a:pt x="4281" y="2203"/>
                    <a:pt x="4139" y="2255"/>
                    <a:pt x="3997" y="2255"/>
                  </a:cubicBezTo>
                  <a:cubicBezTo>
                    <a:pt x="3852" y="2255"/>
                    <a:pt x="3708" y="2200"/>
                    <a:pt x="3599" y="2091"/>
                  </a:cubicBezTo>
                  <a:cubicBezTo>
                    <a:pt x="3379" y="1871"/>
                    <a:pt x="3376" y="1519"/>
                    <a:pt x="3593" y="1299"/>
                  </a:cubicBezTo>
                  <a:lnTo>
                    <a:pt x="4611" y="278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0" name="Google Shape;1250;p45"/>
            <p:cNvSpPr/>
            <p:nvPr/>
          </p:nvSpPr>
          <p:spPr>
            <a:xfrm>
              <a:off x="6234950" y="3299725"/>
              <a:ext cx="165050" cy="141175"/>
            </a:xfrm>
            <a:custGeom>
              <a:avLst/>
              <a:gdLst/>
              <a:ahLst/>
              <a:cxnLst/>
              <a:rect l="l" t="t" r="r" b="b"/>
              <a:pathLst>
                <a:path w="6602" h="5647" extrusionOk="0">
                  <a:moveTo>
                    <a:pt x="566" y="1"/>
                  </a:moveTo>
                  <a:cubicBezTo>
                    <a:pt x="253" y="1"/>
                    <a:pt x="3" y="254"/>
                    <a:pt x="3" y="567"/>
                  </a:cubicBezTo>
                  <a:lnTo>
                    <a:pt x="3" y="1699"/>
                  </a:lnTo>
                  <a:cubicBezTo>
                    <a:pt x="0" y="3879"/>
                    <a:pt x="1807" y="5647"/>
                    <a:pt x="3990" y="5647"/>
                  </a:cubicBezTo>
                  <a:lnTo>
                    <a:pt x="4285" y="5647"/>
                  </a:lnTo>
                  <a:lnTo>
                    <a:pt x="4611" y="5373"/>
                  </a:lnTo>
                  <a:lnTo>
                    <a:pt x="3593" y="4352"/>
                  </a:lnTo>
                  <a:cubicBezTo>
                    <a:pt x="3379" y="4132"/>
                    <a:pt x="3382" y="3780"/>
                    <a:pt x="3599" y="3563"/>
                  </a:cubicBezTo>
                  <a:cubicBezTo>
                    <a:pt x="3710" y="3451"/>
                    <a:pt x="3856" y="3396"/>
                    <a:pt x="4001" y="3396"/>
                  </a:cubicBezTo>
                  <a:cubicBezTo>
                    <a:pt x="4142" y="3396"/>
                    <a:pt x="4282" y="3448"/>
                    <a:pt x="4391" y="3554"/>
                  </a:cubicBezTo>
                  <a:lnTo>
                    <a:pt x="5481" y="4644"/>
                  </a:lnTo>
                  <a:lnTo>
                    <a:pt x="5809" y="4370"/>
                  </a:lnTo>
                  <a:cubicBezTo>
                    <a:pt x="6083" y="4138"/>
                    <a:pt x="6345" y="3918"/>
                    <a:pt x="6601" y="3704"/>
                  </a:cubicBezTo>
                  <a:cubicBezTo>
                    <a:pt x="5996" y="1575"/>
                    <a:pt x="4017" y="1"/>
                    <a:pt x="16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51" name="Google Shape;1251;p45"/>
          <p:cNvGrpSpPr/>
          <p:nvPr/>
        </p:nvGrpSpPr>
        <p:grpSpPr>
          <a:xfrm>
            <a:off x="4523003" y="3776739"/>
            <a:ext cx="490139" cy="494471"/>
            <a:chOff x="4464775" y="3806475"/>
            <a:chExt cx="477625" cy="481800"/>
          </a:xfrm>
        </p:grpSpPr>
        <p:sp>
          <p:nvSpPr>
            <p:cNvPr id="1252" name="Google Shape;1252;p45"/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3" name="Google Shape;1253;p45"/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4" name="Google Shape;1254;p45"/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5" name="Google Shape;1255;p45"/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6" name="Google Shape;1256;p45"/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7" name="Google Shape;1257;p45"/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58" name="Google Shape;1258;p45"/>
          <p:cNvSpPr/>
          <p:nvPr/>
        </p:nvSpPr>
        <p:spPr>
          <a:xfrm>
            <a:off x="4918553" y="3628153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EFD00786-84A2-70A5-82CF-D40236BC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41">
            <a:extLst>
              <a:ext uri="{FF2B5EF4-FFF2-40B4-BE49-F238E27FC236}">
                <a16:creationId xmlns:a16="http://schemas.microsoft.com/office/drawing/2014/main" id="{E91929A8-2006-BAB7-DED8-F74A26DDD349}"/>
              </a:ext>
            </a:extLst>
          </p:cNvPr>
          <p:cNvGrpSpPr/>
          <p:nvPr/>
        </p:nvGrpSpPr>
        <p:grpSpPr>
          <a:xfrm rot="10800000" flipH="1">
            <a:off x="5563420" y="2979338"/>
            <a:ext cx="2198508" cy="1998594"/>
            <a:chOff x="6494019" y="-137261"/>
            <a:chExt cx="2116596" cy="1924130"/>
          </a:xfrm>
        </p:grpSpPr>
        <p:sp>
          <p:nvSpPr>
            <p:cNvPr id="703" name="Google Shape;703;p41">
              <a:extLst>
                <a:ext uri="{FF2B5EF4-FFF2-40B4-BE49-F238E27FC236}">
                  <a16:creationId xmlns:a16="http://schemas.microsoft.com/office/drawing/2014/main" id="{A6495EEF-9D3B-E9BD-3AF4-AFAA3150910E}"/>
                </a:ext>
              </a:extLst>
            </p:cNvPr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1">
              <a:extLst>
                <a:ext uri="{FF2B5EF4-FFF2-40B4-BE49-F238E27FC236}">
                  <a16:creationId xmlns:a16="http://schemas.microsoft.com/office/drawing/2014/main" id="{741B3CD7-88EA-3A24-78A6-788A147AB1F3}"/>
                </a:ext>
              </a:extLst>
            </p:cNvPr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F95CE97A-0275-F143-E70C-9A8186094BD9}"/>
              </a:ext>
            </a:extLst>
          </p:cNvPr>
          <p:cNvSpPr/>
          <p:nvPr/>
        </p:nvSpPr>
        <p:spPr>
          <a:xfrm rot="201">
            <a:off x="3196093" y="539522"/>
            <a:ext cx="5130600" cy="3422700"/>
          </a:xfrm>
          <a:prstGeom prst="roundRect">
            <a:avLst>
              <a:gd name="adj" fmla="val 2972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8" name="Google Shape;708;p41">
            <a:extLst>
              <a:ext uri="{FF2B5EF4-FFF2-40B4-BE49-F238E27FC236}">
                <a16:creationId xmlns:a16="http://schemas.microsoft.com/office/drawing/2014/main" id="{5A29DD42-3EF0-418C-BED4-6B2EC4A52AF3}"/>
              </a:ext>
            </a:extLst>
          </p:cNvPr>
          <p:cNvGrpSpPr/>
          <p:nvPr/>
        </p:nvGrpSpPr>
        <p:grpSpPr>
          <a:xfrm>
            <a:off x="7963458" y="1522404"/>
            <a:ext cx="1602687" cy="1456951"/>
            <a:chOff x="6494019" y="-137261"/>
            <a:chExt cx="2116596" cy="1924130"/>
          </a:xfrm>
        </p:grpSpPr>
        <p:sp>
          <p:nvSpPr>
            <p:cNvPr id="709" name="Google Shape;709;p41">
              <a:extLst>
                <a:ext uri="{FF2B5EF4-FFF2-40B4-BE49-F238E27FC236}">
                  <a16:creationId xmlns:a16="http://schemas.microsoft.com/office/drawing/2014/main" id="{D44F6345-CFC4-03EB-4928-11369EA8929B}"/>
                </a:ext>
              </a:extLst>
            </p:cNvPr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1">
              <a:extLst>
                <a:ext uri="{FF2B5EF4-FFF2-40B4-BE49-F238E27FC236}">
                  <a16:creationId xmlns:a16="http://schemas.microsoft.com/office/drawing/2014/main" id="{23423E1C-849B-4A9E-B335-204A7ADDDEBB}"/>
                </a:ext>
              </a:extLst>
            </p:cNvPr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" name="Google Shape;711;p41">
            <a:extLst>
              <a:ext uri="{FF2B5EF4-FFF2-40B4-BE49-F238E27FC236}">
                <a16:creationId xmlns:a16="http://schemas.microsoft.com/office/drawing/2014/main" id="{7100DDA3-909C-F8F5-F73B-73C92B619DA3}"/>
              </a:ext>
            </a:extLst>
          </p:cNvPr>
          <p:cNvSpPr/>
          <p:nvPr/>
        </p:nvSpPr>
        <p:spPr>
          <a:xfrm>
            <a:off x="1686000" y="968400"/>
            <a:ext cx="1714800" cy="171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>
            <a:extLst>
              <a:ext uri="{FF2B5EF4-FFF2-40B4-BE49-F238E27FC236}">
                <a16:creationId xmlns:a16="http://schemas.microsoft.com/office/drawing/2014/main" id="{311EC1EE-6350-DEFD-260B-3B2AE1DE349F}"/>
              </a:ext>
            </a:extLst>
          </p:cNvPr>
          <p:cNvSpPr/>
          <p:nvPr/>
        </p:nvSpPr>
        <p:spPr>
          <a:xfrm>
            <a:off x="3726125" y="2126697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>
            <a:extLst>
              <a:ext uri="{FF2B5EF4-FFF2-40B4-BE49-F238E27FC236}">
                <a16:creationId xmlns:a16="http://schemas.microsoft.com/office/drawing/2014/main" id="{B842A015-2C43-9E6B-6DE6-26A98970BEBD}"/>
              </a:ext>
            </a:extLst>
          </p:cNvPr>
          <p:cNvSpPr/>
          <p:nvPr/>
        </p:nvSpPr>
        <p:spPr>
          <a:xfrm>
            <a:off x="2028925" y="432250"/>
            <a:ext cx="231195" cy="248348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>
            <a:extLst>
              <a:ext uri="{FF2B5EF4-FFF2-40B4-BE49-F238E27FC236}">
                <a16:creationId xmlns:a16="http://schemas.microsoft.com/office/drawing/2014/main" id="{A9BF2A43-BE14-D491-C5E4-B7EDE493866A}"/>
              </a:ext>
            </a:extLst>
          </p:cNvPr>
          <p:cNvSpPr/>
          <p:nvPr/>
        </p:nvSpPr>
        <p:spPr>
          <a:xfrm>
            <a:off x="7621175" y="1337422"/>
            <a:ext cx="231195" cy="248370"/>
          </a:xfrm>
          <a:custGeom>
            <a:avLst/>
            <a:gdLst/>
            <a:ahLst/>
            <a:cxnLst/>
            <a:rect l="l" t="t" r="r" b="b"/>
            <a:pathLst>
              <a:path w="4216" h="4529" extrusionOk="0">
                <a:moveTo>
                  <a:pt x="2189" y="1"/>
                </a:moveTo>
                <a:cubicBezTo>
                  <a:pt x="2106" y="1"/>
                  <a:pt x="2024" y="49"/>
                  <a:pt x="2001" y="147"/>
                </a:cubicBezTo>
                <a:lnTo>
                  <a:pt x="1775" y="1123"/>
                </a:lnTo>
                <a:cubicBezTo>
                  <a:pt x="1692" y="1468"/>
                  <a:pt x="1453" y="1718"/>
                  <a:pt x="1156" y="1790"/>
                </a:cubicBezTo>
                <a:lnTo>
                  <a:pt x="215" y="1992"/>
                </a:lnTo>
                <a:cubicBezTo>
                  <a:pt x="13" y="2028"/>
                  <a:pt x="1" y="2326"/>
                  <a:pt x="203" y="2385"/>
                </a:cubicBezTo>
                <a:lnTo>
                  <a:pt x="1120" y="2659"/>
                </a:lnTo>
                <a:cubicBezTo>
                  <a:pt x="1406" y="2742"/>
                  <a:pt x="1632" y="3028"/>
                  <a:pt x="1680" y="3373"/>
                </a:cubicBezTo>
                <a:lnTo>
                  <a:pt x="1834" y="4362"/>
                </a:lnTo>
                <a:cubicBezTo>
                  <a:pt x="1853" y="4472"/>
                  <a:pt x="1937" y="4528"/>
                  <a:pt x="2023" y="4528"/>
                </a:cubicBezTo>
                <a:cubicBezTo>
                  <a:pt x="2104" y="4528"/>
                  <a:pt x="2187" y="4478"/>
                  <a:pt x="2215" y="4374"/>
                </a:cubicBezTo>
                <a:lnTo>
                  <a:pt x="2466" y="3314"/>
                </a:lnTo>
                <a:cubicBezTo>
                  <a:pt x="2525" y="3028"/>
                  <a:pt x="2727" y="2814"/>
                  <a:pt x="2977" y="2754"/>
                </a:cubicBezTo>
                <a:lnTo>
                  <a:pt x="4001" y="2540"/>
                </a:lnTo>
                <a:cubicBezTo>
                  <a:pt x="4204" y="2492"/>
                  <a:pt x="4216" y="2207"/>
                  <a:pt x="4013" y="2147"/>
                </a:cubicBezTo>
                <a:lnTo>
                  <a:pt x="3025" y="1849"/>
                </a:lnTo>
                <a:cubicBezTo>
                  <a:pt x="2775" y="1766"/>
                  <a:pt x="2585" y="1540"/>
                  <a:pt x="2549" y="1242"/>
                </a:cubicBezTo>
                <a:lnTo>
                  <a:pt x="2382" y="159"/>
                </a:lnTo>
                <a:cubicBezTo>
                  <a:pt x="2364" y="55"/>
                  <a:pt x="2276" y="1"/>
                  <a:pt x="21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>
            <a:extLst>
              <a:ext uri="{FF2B5EF4-FFF2-40B4-BE49-F238E27FC236}">
                <a16:creationId xmlns:a16="http://schemas.microsoft.com/office/drawing/2014/main" id="{E8849C22-42FB-45AF-C372-90DA65662879}"/>
              </a:ext>
            </a:extLst>
          </p:cNvPr>
          <p:cNvSpPr/>
          <p:nvPr/>
        </p:nvSpPr>
        <p:spPr>
          <a:xfrm rot="3372267">
            <a:off x="2319641" y="1337073"/>
            <a:ext cx="295351" cy="300938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>
            <a:extLst>
              <a:ext uri="{FF2B5EF4-FFF2-40B4-BE49-F238E27FC236}">
                <a16:creationId xmlns:a16="http://schemas.microsoft.com/office/drawing/2014/main" id="{4FA6A103-02FD-EF51-72AC-88D8D1C17401}"/>
              </a:ext>
            </a:extLst>
          </p:cNvPr>
          <p:cNvSpPr/>
          <p:nvPr/>
        </p:nvSpPr>
        <p:spPr>
          <a:xfrm rot="5082941">
            <a:off x="2770921" y="2130662"/>
            <a:ext cx="235984" cy="240420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>
            <a:extLst>
              <a:ext uri="{FF2B5EF4-FFF2-40B4-BE49-F238E27FC236}">
                <a16:creationId xmlns:a16="http://schemas.microsoft.com/office/drawing/2014/main" id="{3979F494-370B-C584-1BFE-AE010C9581A9}"/>
              </a:ext>
            </a:extLst>
          </p:cNvPr>
          <p:cNvSpPr/>
          <p:nvPr/>
        </p:nvSpPr>
        <p:spPr>
          <a:xfrm rot="-559010">
            <a:off x="619201" y="1049959"/>
            <a:ext cx="360542" cy="367384"/>
          </a:xfrm>
          <a:custGeom>
            <a:avLst/>
            <a:gdLst/>
            <a:ahLst/>
            <a:cxnLst/>
            <a:rect l="l" t="t" r="r" b="b"/>
            <a:pathLst>
              <a:path w="4811" h="4902" extrusionOk="0">
                <a:moveTo>
                  <a:pt x="3279" y="1"/>
                </a:moveTo>
                <a:cubicBezTo>
                  <a:pt x="2201" y="1"/>
                  <a:pt x="2703" y="1985"/>
                  <a:pt x="2703" y="1985"/>
                </a:cubicBezTo>
                <a:cubicBezTo>
                  <a:pt x="2703" y="1985"/>
                  <a:pt x="1681" y="873"/>
                  <a:pt x="997" y="873"/>
                </a:cubicBezTo>
                <a:cubicBezTo>
                  <a:pt x="750" y="873"/>
                  <a:pt x="547" y="1018"/>
                  <a:pt x="453" y="1413"/>
                </a:cubicBezTo>
                <a:cubicBezTo>
                  <a:pt x="0" y="3259"/>
                  <a:pt x="4084" y="4902"/>
                  <a:pt x="4084" y="4902"/>
                </a:cubicBezTo>
                <a:cubicBezTo>
                  <a:pt x="4382" y="3045"/>
                  <a:pt x="4810" y="282"/>
                  <a:pt x="3477" y="20"/>
                </a:cubicBezTo>
                <a:cubicBezTo>
                  <a:pt x="3406" y="7"/>
                  <a:pt x="3340" y="1"/>
                  <a:pt x="32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8" name="Google Shape;718;p41">
            <a:extLst>
              <a:ext uri="{FF2B5EF4-FFF2-40B4-BE49-F238E27FC236}">
                <a16:creationId xmlns:a16="http://schemas.microsoft.com/office/drawing/2014/main" id="{CCBC287B-8652-37E7-0761-5F1118A8D62A}"/>
              </a:ext>
            </a:extLst>
          </p:cNvPr>
          <p:cNvGrpSpPr/>
          <p:nvPr/>
        </p:nvGrpSpPr>
        <p:grpSpPr>
          <a:xfrm>
            <a:off x="6986204" y="238420"/>
            <a:ext cx="775733" cy="705194"/>
            <a:chOff x="6494019" y="-137261"/>
            <a:chExt cx="2116596" cy="1924130"/>
          </a:xfrm>
        </p:grpSpPr>
        <p:sp>
          <p:nvSpPr>
            <p:cNvPr id="719" name="Google Shape;719;p41">
              <a:extLst>
                <a:ext uri="{FF2B5EF4-FFF2-40B4-BE49-F238E27FC236}">
                  <a16:creationId xmlns:a16="http://schemas.microsoft.com/office/drawing/2014/main" id="{4168E8C0-3AC8-7E22-11DF-1BF0BAD4642D}"/>
                </a:ext>
              </a:extLst>
            </p:cNvPr>
            <p:cNvSpPr/>
            <p:nvPr/>
          </p:nvSpPr>
          <p:spPr>
            <a:xfrm>
              <a:off x="6494019" y="-137261"/>
              <a:ext cx="2116596" cy="1924130"/>
            </a:xfrm>
            <a:custGeom>
              <a:avLst/>
              <a:gdLst/>
              <a:ahLst/>
              <a:cxnLst/>
              <a:rect l="l" t="t" r="r" b="b"/>
              <a:pathLst>
                <a:path w="63509" h="57734" extrusionOk="0">
                  <a:moveTo>
                    <a:pt x="31969" y="1"/>
                  </a:moveTo>
                  <a:cubicBezTo>
                    <a:pt x="28706" y="1"/>
                    <a:pt x="26051" y="3644"/>
                    <a:pt x="25992" y="8168"/>
                  </a:cubicBezTo>
                  <a:cubicBezTo>
                    <a:pt x="25897" y="8049"/>
                    <a:pt x="25801" y="7930"/>
                    <a:pt x="25694" y="7811"/>
                  </a:cubicBezTo>
                  <a:cubicBezTo>
                    <a:pt x="23611" y="5439"/>
                    <a:pt x="20864" y="4108"/>
                    <a:pt x="18518" y="4108"/>
                  </a:cubicBezTo>
                  <a:cubicBezTo>
                    <a:pt x="17378" y="4108"/>
                    <a:pt x="16332" y="4423"/>
                    <a:pt x="15502" y="5085"/>
                  </a:cubicBezTo>
                  <a:cubicBezTo>
                    <a:pt x="13478" y="6692"/>
                    <a:pt x="13359" y="9883"/>
                    <a:pt x="14967" y="12895"/>
                  </a:cubicBezTo>
                  <a:cubicBezTo>
                    <a:pt x="13279" y="12099"/>
                    <a:pt x="11536" y="11713"/>
                    <a:pt x="9957" y="11713"/>
                  </a:cubicBezTo>
                  <a:cubicBezTo>
                    <a:pt x="7613" y="11713"/>
                    <a:pt x="5631" y="12564"/>
                    <a:pt x="4727" y="14193"/>
                  </a:cubicBezTo>
                  <a:cubicBezTo>
                    <a:pt x="3310" y="16753"/>
                    <a:pt x="5084" y="20337"/>
                    <a:pt x="8704" y="22563"/>
                  </a:cubicBezTo>
                  <a:cubicBezTo>
                    <a:pt x="3894" y="22575"/>
                    <a:pt x="0" y="25111"/>
                    <a:pt x="0" y="28254"/>
                  </a:cubicBezTo>
                  <a:cubicBezTo>
                    <a:pt x="0" y="31243"/>
                    <a:pt x="3537" y="33683"/>
                    <a:pt x="8025" y="33922"/>
                  </a:cubicBezTo>
                  <a:cubicBezTo>
                    <a:pt x="7894" y="34017"/>
                    <a:pt x="7763" y="34124"/>
                    <a:pt x="7632" y="34231"/>
                  </a:cubicBezTo>
                  <a:cubicBezTo>
                    <a:pt x="3930" y="37172"/>
                    <a:pt x="2644" y="41518"/>
                    <a:pt x="4751" y="43923"/>
                  </a:cubicBezTo>
                  <a:cubicBezTo>
                    <a:pt x="5674" y="44975"/>
                    <a:pt x="7091" y="45488"/>
                    <a:pt x="8702" y="45488"/>
                  </a:cubicBezTo>
                  <a:cubicBezTo>
                    <a:pt x="10792" y="45488"/>
                    <a:pt x="13209" y="44625"/>
                    <a:pt x="15300" y="42958"/>
                  </a:cubicBezTo>
                  <a:cubicBezTo>
                    <a:pt x="15348" y="42923"/>
                    <a:pt x="15383" y="42887"/>
                    <a:pt x="15431" y="42851"/>
                  </a:cubicBezTo>
                  <a:lnTo>
                    <a:pt x="15431" y="42851"/>
                  </a:lnTo>
                  <a:cubicBezTo>
                    <a:pt x="15014" y="43375"/>
                    <a:pt x="14621" y="43947"/>
                    <a:pt x="14276" y="44578"/>
                  </a:cubicBezTo>
                  <a:cubicBezTo>
                    <a:pt x="12026" y="48638"/>
                    <a:pt x="12573" y="53114"/>
                    <a:pt x="15502" y="54579"/>
                  </a:cubicBezTo>
                  <a:cubicBezTo>
                    <a:pt x="16132" y="54896"/>
                    <a:pt x="16822" y="55047"/>
                    <a:pt x="17539" y="55047"/>
                  </a:cubicBezTo>
                  <a:cubicBezTo>
                    <a:pt x="20020" y="55047"/>
                    <a:pt x="22828" y="53242"/>
                    <a:pt x="24611" y="50304"/>
                  </a:cubicBezTo>
                  <a:cubicBezTo>
                    <a:pt x="24932" y="54484"/>
                    <a:pt x="27480" y="57734"/>
                    <a:pt x="30564" y="57734"/>
                  </a:cubicBezTo>
                  <a:cubicBezTo>
                    <a:pt x="33612" y="57734"/>
                    <a:pt x="36124" y="54555"/>
                    <a:pt x="36493" y="50459"/>
                  </a:cubicBezTo>
                  <a:cubicBezTo>
                    <a:pt x="36612" y="50602"/>
                    <a:pt x="36719" y="50745"/>
                    <a:pt x="36838" y="50876"/>
                  </a:cubicBezTo>
                  <a:cubicBezTo>
                    <a:pt x="38925" y="53251"/>
                    <a:pt x="41676" y="54582"/>
                    <a:pt x="44024" y="54582"/>
                  </a:cubicBezTo>
                  <a:cubicBezTo>
                    <a:pt x="45161" y="54582"/>
                    <a:pt x="46203" y="54271"/>
                    <a:pt x="47030" y="53614"/>
                  </a:cubicBezTo>
                  <a:cubicBezTo>
                    <a:pt x="49566" y="51590"/>
                    <a:pt x="49114" y="47102"/>
                    <a:pt x="46030" y="43577"/>
                  </a:cubicBezTo>
                  <a:cubicBezTo>
                    <a:pt x="43944" y="41202"/>
                    <a:pt x="41187" y="39871"/>
                    <a:pt x="38835" y="39871"/>
                  </a:cubicBezTo>
                  <a:cubicBezTo>
                    <a:pt x="37697" y="39871"/>
                    <a:pt x="36653" y="40183"/>
                    <a:pt x="35826" y="40839"/>
                  </a:cubicBezTo>
                  <a:cubicBezTo>
                    <a:pt x="35124" y="41411"/>
                    <a:pt x="34648" y="42161"/>
                    <a:pt x="34398" y="43030"/>
                  </a:cubicBezTo>
                  <a:cubicBezTo>
                    <a:pt x="33362" y="41827"/>
                    <a:pt x="32028" y="41101"/>
                    <a:pt x="30564" y="41101"/>
                  </a:cubicBezTo>
                  <a:cubicBezTo>
                    <a:pt x="28825" y="41101"/>
                    <a:pt x="27266" y="42125"/>
                    <a:pt x="26170" y="43768"/>
                  </a:cubicBezTo>
                  <a:cubicBezTo>
                    <a:pt x="25920" y="42018"/>
                    <a:pt x="25063" y="40589"/>
                    <a:pt x="23646" y="39863"/>
                  </a:cubicBezTo>
                  <a:cubicBezTo>
                    <a:pt x="23014" y="39551"/>
                    <a:pt x="22325" y="39402"/>
                    <a:pt x="21610" y="39402"/>
                  </a:cubicBezTo>
                  <a:cubicBezTo>
                    <a:pt x="20141" y="39402"/>
                    <a:pt x="18562" y="40028"/>
                    <a:pt x="17145" y="41149"/>
                  </a:cubicBezTo>
                  <a:cubicBezTo>
                    <a:pt x="19372" y="38434"/>
                    <a:pt x="19884" y="35219"/>
                    <a:pt x="18169" y="33267"/>
                  </a:cubicBezTo>
                  <a:cubicBezTo>
                    <a:pt x="17515" y="32517"/>
                    <a:pt x="16598" y="32040"/>
                    <a:pt x="15538" y="31826"/>
                  </a:cubicBezTo>
                  <a:cubicBezTo>
                    <a:pt x="16753" y="30850"/>
                    <a:pt x="17479" y="29611"/>
                    <a:pt x="17479" y="28254"/>
                  </a:cubicBezTo>
                  <a:cubicBezTo>
                    <a:pt x="17479" y="26778"/>
                    <a:pt x="16610" y="25432"/>
                    <a:pt x="15193" y="24420"/>
                  </a:cubicBezTo>
                  <a:cubicBezTo>
                    <a:pt x="17443" y="24361"/>
                    <a:pt x="19324" y="23515"/>
                    <a:pt x="20193" y="21944"/>
                  </a:cubicBezTo>
                  <a:cubicBezTo>
                    <a:pt x="20848" y="20765"/>
                    <a:pt x="20824" y="19360"/>
                    <a:pt x="20253" y="17967"/>
                  </a:cubicBezTo>
                  <a:lnTo>
                    <a:pt x="20253" y="17967"/>
                  </a:lnTo>
                  <a:cubicBezTo>
                    <a:pt x="21417" y="18523"/>
                    <a:pt x="22602" y="18814"/>
                    <a:pt x="23699" y="18814"/>
                  </a:cubicBezTo>
                  <a:cubicBezTo>
                    <a:pt x="24834" y="18814"/>
                    <a:pt x="25877" y="18502"/>
                    <a:pt x="26706" y="17848"/>
                  </a:cubicBezTo>
                  <a:cubicBezTo>
                    <a:pt x="27611" y="17122"/>
                    <a:pt x="28135" y="16074"/>
                    <a:pt x="28290" y="14872"/>
                  </a:cubicBezTo>
                  <a:cubicBezTo>
                    <a:pt x="29314" y="15979"/>
                    <a:pt x="30588" y="16634"/>
                    <a:pt x="31969" y="16634"/>
                  </a:cubicBezTo>
                  <a:cubicBezTo>
                    <a:pt x="33671" y="16634"/>
                    <a:pt x="35195" y="15645"/>
                    <a:pt x="36291" y="14074"/>
                  </a:cubicBezTo>
                  <a:cubicBezTo>
                    <a:pt x="36350" y="16205"/>
                    <a:pt x="37243" y="17991"/>
                    <a:pt x="38886" y="18813"/>
                  </a:cubicBezTo>
                  <a:cubicBezTo>
                    <a:pt x="39518" y="19133"/>
                    <a:pt x="40210" y="19285"/>
                    <a:pt x="40929" y="19285"/>
                  </a:cubicBezTo>
                  <a:cubicBezTo>
                    <a:pt x="42078" y="19285"/>
                    <a:pt x="43296" y="18897"/>
                    <a:pt x="44446" y="18193"/>
                  </a:cubicBezTo>
                  <a:lnTo>
                    <a:pt x="44446" y="18193"/>
                  </a:lnTo>
                  <a:cubicBezTo>
                    <a:pt x="43589" y="20229"/>
                    <a:pt x="43684" y="22265"/>
                    <a:pt x="44899" y="23658"/>
                  </a:cubicBezTo>
                  <a:cubicBezTo>
                    <a:pt x="45637" y="24504"/>
                    <a:pt x="46685" y="24992"/>
                    <a:pt x="47899" y="25159"/>
                  </a:cubicBezTo>
                  <a:cubicBezTo>
                    <a:pt x="46732" y="26123"/>
                    <a:pt x="46030" y="27349"/>
                    <a:pt x="46030" y="28671"/>
                  </a:cubicBezTo>
                  <a:cubicBezTo>
                    <a:pt x="46030" y="30290"/>
                    <a:pt x="47054" y="31743"/>
                    <a:pt x="48709" y="32779"/>
                  </a:cubicBezTo>
                  <a:cubicBezTo>
                    <a:pt x="48693" y="32778"/>
                    <a:pt x="48677" y="32778"/>
                    <a:pt x="48661" y="32778"/>
                  </a:cubicBezTo>
                  <a:cubicBezTo>
                    <a:pt x="46324" y="32778"/>
                    <a:pt x="44345" y="33635"/>
                    <a:pt x="43446" y="35255"/>
                  </a:cubicBezTo>
                  <a:cubicBezTo>
                    <a:pt x="41910" y="38041"/>
                    <a:pt x="44125" y="42030"/>
                    <a:pt x="48387" y="44173"/>
                  </a:cubicBezTo>
                  <a:cubicBezTo>
                    <a:pt x="50162" y="45058"/>
                    <a:pt x="52013" y="45487"/>
                    <a:pt x="53680" y="45487"/>
                  </a:cubicBezTo>
                  <a:cubicBezTo>
                    <a:pt x="56029" y="45487"/>
                    <a:pt x="58014" y="44635"/>
                    <a:pt x="58913" y="43006"/>
                  </a:cubicBezTo>
                  <a:cubicBezTo>
                    <a:pt x="60389" y="40339"/>
                    <a:pt x="58413" y="36553"/>
                    <a:pt x="54472" y="34362"/>
                  </a:cubicBezTo>
                  <a:lnTo>
                    <a:pt x="54769" y="34362"/>
                  </a:lnTo>
                  <a:cubicBezTo>
                    <a:pt x="59603" y="34362"/>
                    <a:pt x="63508" y="31814"/>
                    <a:pt x="63508" y="28671"/>
                  </a:cubicBezTo>
                  <a:cubicBezTo>
                    <a:pt x="63508" y="25599"/>
                    <a:pt x="59758" y="23087"/>
                    <a:pt x="55079" y="22992"/>
                  </a:cubicBezTo>
                  <a:cubicBezTo>
                    <a:pt x="55198" y="22896"/>
                    <a:pt x="55329" y="22801"/>
                    <a:pt x="55448" y="22706"/>
                  </a:cubicBezTo>
                  <a:cubicBezTo>
                    <a:pt x="59151" y="19753"/>
                    <a:pt x="60437" y="15419"/>
                    <a:pt x="58317" y="13002"/>
                  </a:cubicBezTo>
                  <a:cubicBezTo>
                    <a:pt x="57397" y="11953"/>
                    <a:pt x="55984" y="11443"/>
                    <a:pt x="54378" y="11443"/>
                  </a:cubicBezTo>
                  <a:cubicBezTo>
                    <a:pt x="52576" y="11443"/>
                    <a:pt x="50530" y="12084"/>
                    <a:pt x="48661" y="13324"/>
                  </a:cubicBezTo>
                  <a:cubicBezTo>
                    <a:pt x="50423" y="9490"/>
                    <a:pt x="49769" y="5478"/>
                    <a:pt x="47042" y="4108"/>
                  </a:cubicBezTo>
                  <a:cubicBezTo>
                    <a:pt x="46411" y="3793"/>
                    <a:pt x="45720" y="3643"/>
                    <a:pt x="45003" y="3643"/>
                  </a:cubicBezTo>
                  <a:cubicBezTo>
                    <a:pt x="42529" y="3643"/>
                    <a:pt x="39739" y="5425"/>
                    <a:pt x="37958" y="8323"/>
                  </a:cubicBezTo>
                  <a:cubicBezTo>
                    <a:pt x="37958" y="3727"/>
                    <a:pt x="35279" y="1"/>
                    <a:pt x="319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1">
              <a:extLst>
                <a:ext uri="{FF2B5EF4-FFF2-40B4-BE49-F238E27FC236}">
                  <a16:creationId xmlns:a16="http://schemas.microsoft.com/office/drawing/2014/main" id="{6FA68A09-ACE3-E7C0-6ECB-A7E0876352C3}"/>
                </a:ext>
              </a:extLst>
            </p:cNvPr>
            <p:cNvSpPr/>
            <p:nvPr/>
          </p:nvSpPr>
          <p:spPr>
            <a:xfrm>
              <a:off x="6933325" y="242331"/>
              <a:ext cx="1238002" cy="1209350"/>
            </a:xfrm>
            <a:custGeom>
              <a:avLst/>
              <a:gdLst/>
              <a:ahLst/>
              <a:cxnLst/>
              <a:rect l="l" t="t" r="r" b="b"/>
              <a:pathLst>
                <a:path w="46983" h="45900" extrusionOk="0">
                  <a:moveTo>
                    <a:pt x="23491" y="1"/>
                  </a:moveTo>
                  <a:cubicBezTo>
                    <a:pt x="10514" y="1"/>
                    <a:pt x="0" y="10276"/>
                    <a:pt x="0" y="22956"/>
                  </a:cubicBezTo>
                  <a:cubicBezTo>
                    <a:pt x="0" y="35624"/>
                    <a:pt x="10514" y="45899"/>
                    <a:pt x="23491" y="45899"/>
                  </a:cubicBezTo>
                  <a:cubicBezTo>
                    <a:pt x="36469" y="45899"/>
                    <a:pt x="46982" y="35624"/>
                    <a:pt x="46982" y="22956"/>
                  </a:cubicBezTo>
                  <a:cubicBezTo>
                    <a:pt x="46982" y="10276"/>
                    <a:pt x="36469" y="1"/>
                    <a:pt x="234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41">
            <a:extLst>
              <a:ext uri="{FF2B5EF4-FFF2-40B4-BE49-F238E27FC236}">
                <a16:creationId xmlns:a16="http://schemas.microsoft.com/office/drawing/2014/main" id="{49FC1F9F-28AA-D521-2943-038CAC5CF3DA}"/>
              </a:ext>
            </a:extLst>
          </p:cNvPr>
          <p:cNvGrpSpPr/>
          <p:nvPr/>
        </p:nvGrpSpPr>
        <p:grpSpPr>
          <a:xfrm>
            <a:off x="277614" y="1337430"/>
            <a:ext cx="3076778" cy="3498030"/>
            <a:chOff x="2428575" y="1270925"/>
            <a:chExt cx="1062350" cy="1207800"/>
          </a:xfrm>
        </p:grpSpPr>
        <p:sp>
          <p:nvSpPr>
            <p:cNvPr id="722" name="Google Shape;722;p41">
              <a:extLst>
                <a:ext uri="{FF2B5EF4-FFF2-40B4-BE49-F238E27FC236}">
                  <a16:creationId xmlns:a16="http://schemas.microsoft.com/office/drawing/2014/main" id="{B2DB5D75-CEE5-B033-8B5B-953F76B5E9B1}"/>
                </a:ext>
              </a:extLst>
            </p:cNvPr>
            <p:cNvSpPr/>
            <p:nvPr/>
          </p:nvSpPr>
          <p:spPr>
            <a:xfrm>
              <a:off x="2698550" y="2157250"/>
              <a:ext cx="63700" cy="111625"/>
            </a:xfrm>
            <a:custGeom>
              <a:avLst/>
              <a:gdLst/>
              <a:ahLst/>
              <a:cxnLst/>
              <a:rect l="l" t="t" r="r" b="b"/>
              <a:pathLst>
                <a:path w="2548" h="4465" extrusionOk="0">
                  <a:moveTo>
                    <a:pt x="1000" y="0"/>
                  </a:moveTo>
                  <a:lnTo>
                    <a:pt x="0" y="3858"/>
                  </a:lnTo>
                  <a:cubicBezTo>
                    <a:pt x="464" y="4120"/>
                    <a:pt x="953" y="4310"/>
                    <a:pt x="1441" y="4465"/>
                  </a:cubicBezTo>
                  <a:lnTo>
                    <a:pt x="2548" y="250"/>
                  </a:lnTo>
                  <a:lnTo>
                    <a:pt x="10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1">
              <a:extLst>
                <a:ext uri="{FF2B5EF4-FFF2-40B4-BE49-F238E27FC236}">
                  <a16:creationId xmlns:a16="http://schemas.microsoft.com/office/drawing/2014/main" id="{496457FD-C178-3832-F0A2-570A169A239E}"/>
                </a:ext>
              </a:extLst>
            </p:cNvPr>
            <p:cNvSpPr/>
            <p:nvPr/>
          </p:nvSpPr>
          <p:spPr>
            <a:xfrm>
              <a:off x="2663125" y="2253675"/>
              <a:ext cx="71450" cy="164925"/>
            </a:xfrm>
            <a:custGeom>
              <a:avLst/>
              <a:gdLst/>
              <a:ahLst/>
              <a:cxnLst/>
              <a:rect l="l" t="t" r="r" b="b"/>
              <a:pathLst>
                <a:path w="2858" h="6597" extrusionOk="0">
                  <a:moveTo>
                    <a:pt x="1417" y="1"/>
                  </a:moveTo>
                  <a:lnTo>
                    <a:pt x="0" y="6097"/>
                  </a:lnTo>
                  <a:cubicBezTo>
                    <a:pt x="0" y="6097"/>
                    <a:pt x="348" y="6596"/>
                    <a:pt x="935" y="6596"/>
                  </a:cubicBezTo>
                  <a:cubicBezTo>
                    <a:pt x="1101" y="6596"/>
                    <a:pt x="1287" y="6556"/>
                    <a:pt x="1489" y="6454"/>
                  </a:cubicBezTo>
                  <a:lnTo>
                    <a:pt x="2858" y="608"/>
                  </a:lnTo>
                  <a:cubicBezTo>
                    <a:pt x="2370" y="453"/>
                    <a:pt x="1881" y="263"/>
                    <a:pt x="1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1">
              <a:extLst>
                <a:ext uri="{FF2B5EF4-FFF2-40B4-BE49-F238E27FC236}">
                  <a16:creationId xmlns:a16="http://schemas.microsoft.com/office/drawing/2014/main" id="{0CC3E9EB-E6D5-2545-7F27-8B2A2CF084AA}"/>
                </a:ext>
              </a:extLst>
            </p:cNvPr>
            <p:cNvSpPr/>
            <p:nvPr/>
          </p:nvSpPr>
          <p:spPr>
            <a:xfrm>
              <a:off x="2916125" y="2153675"/>
              <a:ext cx="56275" cy="102825"/>
            </a:xfrm>
            <a:custGeom>
              <a:avLst/>
              <a:gdLst/>
              <a:ahLst/>
              <a:cxnLst/>
              <a:rect l="l" t="t" r="r" b="b"/>
              <a:pathLst>
                <a:path w="2251" h="4113" extrusionOk="0">
                  <a:moveTo>
                    <a:pt x="1501" y="0"/>
                  </a:moveTo>
                  <a:lnTo>
                    <a:pt x="1" y="417"/>
                  </a:lnTo>
                  <a:lnTo>
                    <a:pt x="691" y="4108"/>
                  </a:lnTo>
                  <a:cubicBezTo>
                    <a:pt x="815" y="4111"/>
                    <a:pt x="938" y="4112"/>
                    <a:pt x="1060" y="4112"/>
                  </a:cubicBezTo>
                  <a:cubicBezTo>
                    <a:pt x="1457" y="4112"/>
                    <a:pt x="1851" y="4097"/>
                    <a:pt x="2251" y="4060"/>
                  </a:cubicBezTo>
                  <a:lnTo>
                    <a:pt x="15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1">
              <a:extLst>
                <a:ext uri="{FF2B5EF4-FFF2-40B4-BE49-F238E27FC236}">
                  <a16:creationId xmlns:a16="http://schemas.microsoft.com/office/drawing/2014/main" id="{3688DF80-8C33-8C80-057F-29608C920DDC}"/>
                </a:ext>
              </a:extLst>
            </p:cNvPr>
            <p:cNvSpPr/>
            <p:nvPr/>
          </p:nvSpPr>
          <p:spPr>
            <a:xfrm>
              <a:off x="2933400" y="2255175"/>
              <a:ext cx="64300" cy="165475"/>
            </a:xfrm>
            <a:custGeom>
              <a:avLst/>
              <a:gdLst/>
              <a:ahLst/>
              <a:cxnLst/>
              <a:rect l="l" t="t" r="r" b="b"/>
              <a:pathLst>
                <a:path w="2572" h="6619" extrusionOk="0">
                  <a:moveTo>
                    <a:pt x="1560" y="0"/>
                  </a:moveTo>
                  <a:cubicBezTo>
                    <a:pt x="1160" y="37"/>
                    <a:pt x="766" y="52"/>
                    <a:pt x="369" y="52"/>
                  </a:cubicBezTo>
                  <a:cubicBezTo>
                    <a:pt x="247" y="52"/>
                    <a:pt x="124" y="51"/>
                    <a:pt x="0" y="48"/>
                  </a:cubicBezTo>
                  <a:lnTo>
                    <a:pt x="0" y="48"/>
                  </a:lnTo>
                  <a:lnTo>
                    <a:pt x="1072" y="6465"/>
                  </a:lnTo>
                  <a:cubicBezTo>
                    <a:pt x="1072" y="6465"/>
                    <a:pt x="1337" y="6618"/>
                    <a:pt x="1681" y="6618"/>
                  </a:cubicBezTo>
                  <a:cubicBezTo>
                    <a:pt x="1960" y="6618"/>
                    <a:pt x="2290" y="6518"/>
                    <a:pt x="2572" y="6156"/>
                  </a:cubicBezTo>
                  <a:lnTo>
                    <a:pt x="15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1">
              <a:extLst>
                <a:ext uri="{FF2B5EF4-FFF2-40B4-BE49-F238E27FC236}">
                  <a16:creationId xmlns:a16="http://schemas.microsoft.com/office/drawing/2014/main" id="{8BA55A1B-A181-CC5A-A95D-EA2F96F5AF77}"/>
                </a:ext>
              </a:extLst>
            </p:cNvPr>
            <p:cNvSpPr/>
            <p:nvPr/>
          </p:nvSpPr>
          <p:spPr>
            <a:xfrm>
              <a:off x="2520250" y="2224800"/>
              <a:ext cx="92300" cy="203475"/>
            </a:xfrm>
            <a:custGeom>
              <a:avLst/>
              <a:gdLst/>
              <a:ahLst/>
              <a:cxnLst/>
              <a:rect l="l" t="t" r="r" b="b"/>
              <a:pathLst>
                <a:path w="3692" h="8139" extrusionOk="0">
                  <a:moveTo>
                    <a:pt x="2203" y="1"/>
                  </a:moveTo>
                  <a:lnTo>
                    <a:pt x="0" y="7609"/>
                  </a:lnTo>
                  <a:cubicBezTo>
                    <a:pt x="0" y="7609"/>
                    <a:pt x="370" y="8139"/>
                    <a:pt x="997" y="8139"/>
                  </a:cubicBezTo>
                  <a:cubicBezTo>
                    <a:pt x="1173" y="8139"/>
                    <a:pt x="1370" y="8097"/>
                    <a:pt x="1584" y="7990"/>
                  </a:cubicBezTo>
                  <a:lnTo>
                    <a:pt x="3691" y="858"/>
                  </a:lnTo>
                  <a:cubicBezTo>
                    <a:pt x="3191" y="608"/>
                    <a:pt x="2703" y="310"/>
                    <a:pt x="22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1">
              <a:extLst>
                <a:ext uri="{FF2B5EF4-FFF2-40B4-BE49-F238E27FC236}">
                  <a16:creationId xmlns:a16="http://schemas.microsoft.com/office/drawing/2014/main" id="{B32E7360-E93F-AE94-0833-C119DDCD96B5}"/>
                </a:ext>
              </a:extLst>
            </p:cNvPr>
            <p:cNvSpPr/>
            <p:nvPr/>
          </p:nvSpPr>
          <p:spPr>
            <a:xfrm>
              <a:off x="2575300" y="2189100"/>
              <a:ext cx="50350" cy="57175"/>
            </a:xfrm>
            <a:custGeom>
              <a:avLst/>
              <a:gdLst/>
              <a:ahLst/>
              <a:cxnLst/>
              <a:rect l="l" t="t" r="r" b="b"/>
              <a:pathLst>
                <a:path w="2014" h="2287" extrusionOk="0">
                  <a:moveTo>
                    <a:pt x="370" y="0"/>
                  </a:moveTo>
                  <a:lnTo>
                    <a:pt x="1" y="1429"/>
                  </a:lnTo>
                  <a:cubicBezTo>
                    <a:pt x="501" y="1738"/>
                    <a:pt x="989" y="2036"/>
                    <a:pt x="1489" y="2286"/>
                  </a:cubicBezTo>
                  <a:lnTo>
                    <a:pt x="2013" y="274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1">
              <a:extLst>
                <a:ext uri="{FF2B5EF4-FFF2-40B4-BE49-F238E27FC236}">
                  <a16:creationId xmlns:a16="http://schemas.microsoft.com/office/drawing/2014/main" id="{C4465340-1CF7-AE65-A2B7-477405562DD0}"/>
                </a:ext>
              </a:extLst>
            </p:cNvPr>
            <p:cNvSpPr/>
            <p:nvPr/>
          </p:nvSpPr>
          <p:spPr>
            <a:xfrm>
              <a:off x="2800350" y="2256650"/>
              <a:ext cx="75925" cy="173775"/>
            </a:xfrm>
            <a:custGeom>
              <a:avLst/>
              <a:gdLst/>
              <a:ahLst/>
              <a:cxnLst/>
              <a:rect l="l" t="t" r="r" b="b"/>
              <a:pathLst>
                <a:path w="3037" h="6951" extrusionOk="0">
                  <a:moveTo>
                    <a:pt x="0" y="1"/>
                  </a:moveTo>
                  <a:lnTo>
                    <a:pt x="1441" y="6787"/>
                  </a:lnTo>
                  <a:cubicBezTo>
                    <a:pt x="1441" y="6787"/>
                    <a:pt x="1720" y="6951"/>
                    <a:pt x="2085" y="6951"/>
                  </a:cubicBezTo>
                  <a:cubicBezTo>
                    <a:pt x="2380" y="6951"/>
                    <a:pt x="2732" y="6843"/>
                    <a:pt x="3036" y="6454"/>
                  </a:cubicBezTo>
                  <a:lnTo>
                    <a:pt x="1691" y="72"/>
                  </a:lnTo>
                  <a:cubicBezTo>
                    <a:pt x="1649" y="73"/>
                    <a:pt x="1607" y="74"/>
                    <a:pt x="1565" y="74"/>
                  </a:cubicBezTo>
                  <a:cubicBezTo>
                    <a:pt x="1054" y="74"/>
                    <a:pt x="517" y="1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1">
              <a:extLst>
                <a:ext uri="{FF2B5EF4-FFF2-40B4-BE49-F238E27FC236}">
                  <a16:creationId xmlns:a16="http://schemas.microsoft.com/office/drawing/2014/main" id="{42829064-1F9A-9FBB-0EAC-897CDC8BD27E}"/>
                </a:ext>
              </a:extLst>
            </p:cNvPr>
            <p:cNvSpPr/>
            <p:nvPr/>
          </p:nvSpPr>
          <p:spPr>
            <a:xfrm>
              <a:off x="2789325" y="2185225"/>
              <a:ext cx="53300" cy="73075"/>
            </a:xfrm>
            <a:custGeom>
              <a:avLst/>
              <a:gdLst/>
              <a:ahLst/>
              <a:cxnLst/>
              <a:rect l="l" t="t" r="r" b="b"/>
              <a:pathLst>
                <a:path w="2132" h="2923" extrusionOk="0">
                  <a:moveTo>
                    <a:pt x="1596" y="0"/>
                  </a:moveTo>
                  <a:lnTo>
                    <a:pt x="0" y="453"/>
                  </a:lnTo>
                  <a:lnTo>
                    <a:pt x="441" y="2858"/>
                  </a:lnTo>
                  <a:cubicBezTo>
                    <a:pt x="922" y="2868"/>
                    <a:pt x="1420" y="2922"/>
                    <a:pt x="1898" y="2922"/>
                  </a:cubicBezTo>
                  <a:cubicBezTo>
                    <a:pt x="1976" y="2922"/>
                    <a:pt x="2054" y="2921"/>
                    <a:pt x="2132" y="2917"/>
                  </a:cubicBezTo>
                  <a:lnTo>
                    <a:pt x="15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1">
              <a:extLst>
                <a:ext uri="{FF2B5EF4-FFF2-40B4-BE49-F238E27FC236}">
                  <a16:creationId xmlns:a16="http://schemas.microsoft.com/office/drawing/2014/main" id="{EFD8D3A4-1E34-60C4-98E9-B5734D89B116}"/>
                </a:ext>
              </a:extLst>
            </p:cNvPr>
            <p:cNvSpPr/>
            <p:nvPr/>
          </p:nvSpPr>
          <p:spPr>
            <a:xfrm>
              <a:off x="2444925" y="1547325"/>
              <a:ext cx="638800" cy="685850"/>
            </a:xfrm>
            <a:custGeom>
              <a:avLst/>
              <a:gdLst/>
              <a:ahLst/>
              <a:cxnLst/>
              <a:rect l="l" t="t" r="r" b="b"/>
              <a:pathLst>
                <a:path w="25552" h="27434" extrusionOk="0">
                  <a:moveTo>
                    <a:pt x="6524" y="1"/>
                  </a:moveTo>
                  <a:cubicBezTo>
                    <a:pt x="6504" y="1"/>
                    <a:pt x="6485" y="1"/>
                    <a:pt x="6466" y="1"/>
                  </a:cubicBezTo>
                  <a:cubicBezTo>
                    <a:pt x="894" y="49"/>
                    <a:pt x="1" y="5490"/>
                    <a:pt x="227" y="10955"/>
                  </a:cubicBezTo>
                  <a:cubicBezTo>
                    <a:pt x="441" y="16432"/>
                    <a:pt x="2299" y="25564"/>
                    <a:pt x="2299" y="25564"/>
                  </a:cubicBezTo>
                  <a:cubicBezTo>
                    <a:pt x="6776" y="27064"/>
                    <a:pt x="10743" y="27433"/>
                    <a:pt x="13563" y="27433"/>
                  </a:cubicBezTo>
                  <a:cubicBezTo>
                    <a:pt x="16291" y="27433"/>
                    <a:pt x="17944" y="27088"/>
                    <a:pt x="17944" y="27088"/>
                  </a:cubicBezTo>
                  <a:cubicBezTo>
                    <a:pt x="18765" y="27088"/>
                    <a:pt x="24016" y="26159"/>
                    <a:pt x="24016" y="26159"/>
                  </a:cubicBezTo>
                  <a:cubicBezTo>
                    <a:pt x="24016" y="26159"/>
                    <a:pt x="25552" y="20361"/>
                    <a:pt x="24623" y="16980"/>
                  </a:cubicBezTo>
                  <a:cubicBezTo>
                    <a:pt x="23694" y="13586"/>
                    <a:pt x="18110" y="13360"/>
                    <a:pt x="18110" y="13360"/>
                  </a:cubicBezTo>
                  <a:cubicBezTo>
                    <a:pt x="17458" y="8566"/>
                    <a:pt x="12087" y="1"/>
                    <a:pt x="65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1">
              <a:extLst>
                <a:ext uri="{FF2B5EF4-FFF2-40B4-BE49-F238E27FC236}">
                  <a16:creationId xmlns:a16="http://schemas.microsoft.com/office/drawing/2014/main" id="{AB472FC5-4616-8E22-B58E-F11D8F8288B5}"/>
                </a:ext>
              </a:extLst>
            </p:cNvPr>
            <p:cNvSpPr/>
            <p:nvPr/>
          </p:nvSpPr>
          <p:spPr>
            <a:xfrm>
              <a:off x="2829200" y="1972400"/>
              <a:ext cx="196200" cy="58350"/>
            </a:xfrm>
            <a:custGeom>
              <a:avLst/>
              <a:gdLst/>
              <a:ahLst/>
              <a:cxnLst/>
              <a:rect l="l" t="t" r="r" b="b"/>
              <a:pathLst>
                <a:path w="7848" h="2334" extrusionOk="0">
                  <a:moveTo>
                    <a:pt x="108" y="0"/>
                  </a:moveTo>
                  <a:cubicBezTo>
                    <a:pt x="49" y="0"/>
                    <a:pt x="1" y="36"/>
                    <a:pt x="1" y="96"/>
                  </a:cubicBezTo>
                  <a:cubicBezTo>
                    <a:pt x="1" y="143"/>
                    <a:pt x="49" y="191"/>
                    <a:pt x="96" y="191"/>
                  </a:cubicBezTo>
                  <a:cubicBezTo>
                    <a:pt x="7180" y="358"/>
                    <a:pt x="7633" y="2239"/>
                    <a:pt x="7633" y="2251"/>
                  </a:cubicBezTo>
                  <a:cubicBezTo>
                    <a:pt x="7657" y="2298"/>
                    <a:pt x="7692" y="2334"/>
                    <a:pt x="7740" y="2334"/>
                  </a:cubicBezTo>
                  <a:lnTo>
                    <a:pt x="7752" y="2334"/>
                  </a:lnTo>
                  <a:cubicBezTo>
                    <a:pt x="7811" y="2322"/>
                    <a:pt x="7847" y="2274"/>
                    <a:pt x="7835" y="2215"/>
                  </a:cubicBezTo>
                  <a:cubicBezTo>
                    <a:pt x="7823" y="2132"/>
                    <a:pt x="7407" y="167"/>
                    <a:pt x="108" y="0"/>
                  </a:cubicBezTo>
                  <a:close/>
                </a:path>
              </a:pathLst>
            </a:custGeom>
            <a:solidFill>
              <a:srgbClr val="F169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1">
              <a:extLst>
                <a:ext uri="{FF2B5EF4-FFF2-40B4-BE49-F238E27FC236}">
                  <a16:creationId xmlns:a16="http://schemas.microsoft.com/office/drawing/2014/main" id="{085D821E-A204-3FD8-8346-2DF04A6525BE}"/>
                </a:ext>
              </a:extLst>
            </p:cNvPr>
            <p:cNvSpPr/>
            <p:nvPr/>
          </p:nvSpPr>
          <p:spPr>
            <a:xfrm>
              <a:off x="2885475" y="2012625"/>
              <a:ext cx="157775" cy="192275"/>
            </a:xfrm>
            <a:custGeom>
              <a:avLst/>
              <a:gdLst/>
              <a:ahLst/>
              <a:cxnLst/>
              <a:rect l="l" t="t" r="r" b="b"/>
              <a:pathLst>
                <a:path w="6311" h="7691" extrusionOk="0">
                  <a:moveTo>
                    <a:pt x="4744" y="0"/>
                  </a:moveTo>
                  <a:cubicBezTo>
                    <a:pt x="3507" y="0"/>
                    <a:pt x="235" y="692"/>
                    <a:pt x="84" y="725"/>
                  </a:cubicBezTo>
                  <a:cubicBezTo>
                    <a:pt x="36" y="737"/>
                    <a:pt x="0" y="796"/>
                    <a:pt x="12" y="844"/>
                  </a:cubicBezTo>
                  <a:cubicBezTo>
                    <a:pt x="22" y="896"/>
                    <a:pt x="60" y="930"/>
                    <a:pt x="109" y="930"/>
                  </a:cubicBezTo>
                  <a:cubicBezTo>
                    <a:pt x="116" y="930"/>
                    <a:pt x="123" y="929"/>
                    <a:pt x="131" y="927"/>
                  </a:cubicBezTo>
                  <a:cubicBezTo>
                    <a:pt x="164" y="917"/>
                    <a:pt x="3510" y="203"/>
                    <a:pt x="4715" y="203"/>
                  </a:cubicBezTo>
                  <a:cubicBezTo>
                    <a:pt x="4832" y="203"/>
                    <a:pt x="4929" y="210"/>
                    <a:pt x="5001" y="225"/>
                  </a:cubicBezTo>
                  <a:cubicBezTo>
                    <a:pt x="5132" y="249"/>
                    <a:pt x="5251" y="356"/>
                    <a:pt x="5358" y="534"/>
                  </a:cubicBezTo>
                  <a:cubicBezTo>
                    <a:pt x="5965" y="1511"/>
                    <a:pt x="6096" y="4237"/>
                    <a:pt x="5179" y="7571"/>
                  </a:cubicBezTo>
                  <a:cubicBezTo>
                    <a:pt x="5168" y="7619"/>
                    <a:pt x="5191" y="7678"/>
                    <a:pt x="5251" y="7690"/>
                  </a:cubicBezTo>
                  <a:lnTo>
                    <a:pt x="5275" y="7690"/>
                  </a:lnTo>
                  <a:cubicBezTo>
                    <a:pt x="5322" y="7690"/>
                    <a:pt x="5358" y="7666"/>
                    <a:pt x="5382" y="7619"/>
                  </a:cubicBezTo>
                  <a:cubicBezTo>
                    <a:pt x="6311" y="4237"/>
                    <a:pt x="6156" y="1439"/>
                    <a:pt x="5525" y="427"/>
                  </a:cubicBezTo>
                  <a:cubicBezTo>
                    <a:pt x="5382" y="201"/>
                    <a:pt x="5227" y="58"/>
                    <a:pt x="5048" y="22"/>
                  </a:cubicBezTo>
                  <a:cubicBezTo>
                    <a:pt x="4971" y="7"/>
                    <a:pt x="4867" y="0"/>
                    <a:pt x="4744" y="0"/>
                  </a:cubicBezTo>
                  <a:close/>
                </a:path>
              </a:pathLst>
            </a:custGeom>
            <a:solidFill>
              <a:srgbClr val="F169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1">
              <a:extLst>
                <a:ext uri="{FF2B5EF4-FFF2-40B4-BE49-F238E27FC236}">
                  <a16:creationId xmlns:a16="http://schemas.microsoft.com/office/drawing/2014/main" id="{0CC9C847-145A-33F8-62F8-853249530569}"/>
                </a:ext>
              </a:extLst>
            </p:cNvPr>
            <p:cNvSpPr/>
            <p:nvPr/>
          </p:nvSpPr>
          <p:spPr>
            <a:xfrm>
              <a:off x="2520550" y="1567900"/>
              <a:ext cx="565275" cy="636700"/>
            </a:xfrm>
            <a:custGeom>
              <a:avLst/>
              <a:gdLst/>
              <a:ahLst/>
              <a:cxnLst/>
              <a:rect l="l" t="t" r="r" b="b"/>
              <a:pathLst>
                <a:path w="22611" h="25468" extrusionOk="0">
                  <a:moveTo>
                    <a:pt x="3414" y="0"/>
                  </a:moveTo>
                  <a:cubicBezTo>
                    <a:pt x="1527" y="0"/>
                    <a:pt x="65" y="647"/>
                    <a:pt x="36" y="655"/>
                  </a:cubicBezTo>
                  <a:cubicBezTo>
                    <a:pt x="12" y="678"/>
                    <a:pt x="0" y="702"/>
                    <a:pt x="12" y="726"/>
                  </a:cubicBezTo>
                  <a:cubicBezTo>
                    <a:pt x="21" y="743"/>
                    <a:pt x="42" y="755"/>
                    <a:pt x="62" y="755"/>
                  </a:cubicBezTo>
                  <a:cubicBezTo>
                    <a:pt x="70" y="755"/>
                    <a:pt x="77" y="753"/>
                    <a:pt x="83" y="750"/>
                  </a:cubicBezTo>
                  <a:cubicBezTo>
                    <a:pt x="105" y="743"/>
                    <a:pt x="1549" y="103"/>
                    <a:pt x="3413" y="103"/>
                  </a:cubicBezTo>
                  <a:cubicBezTo>
                    <a:pt x="4619" y="103"/>
                    <a:pt x="6001" y="371"/>
                    <a:pt x="7287" y="1250"/>
                  </a:cubicBezTo>
                  <a:cubicBezTo>
                    <a:pt x="11121" y="3869"/>
                    <a:pt x="13799" y="9108"/>
                    <a:pt x="14752" y="13132"/>
                  </a:cubicBezTo>
                  <a:cubicBezTo>
                    <a:pt x="14752" y="13156"/>
                    <a:pt x="14776" y="13168"/>
                    <a:pt x="14800" y="13180"/>
                  </a:cubicBezTo>
                  <a:cubicBezTo>
                    <a:pt x="14835" y="13180"/>
                    <a:pt x="18574" y="13370"/>
                    <a:pt x="20598" y="15633"/>
                  </a:cubicBezTo>
                  <a:cubicBezTo>
                    <a:pt x="22610" y="17895"/>
                    <a:pt x="20527" y="25336"/>
                    <a:pt x="20503" y="25408"/>
                  </a:cubicBezTo>
                  <a:cubicBezTo>
                    <a:pt x="20491" y="25431"/>
                    <a:pt x="20503" y="25455"/>
                    <a:pt x="20538" y="25467"/>
                  </a:cubicBezTo>
                  <a:lnTo>
                    <a:pt x="20550" y="25467"/>
                  </a:lnTo>
                  <a:cubicBezTo>
                    <a:pt x="20574" y="25467"/>
                    <a:pt x="20586" y="25455"/>
                    <a:pt x="20598" y="25431"/>
                  </a:cubicBezTo>
                  <a:cubicBezTo>
                    <a:pt x="20598" y="25420"/>
                    <a:pt x="21134" y="23526"/>
                    <a:pt x="21408" y="21383"/>
                  </a:cubicBezTo>
                  <a:cubicBezTo>
                    <a:pt x="21777" y="18490"/>
                    <a:pt x="21527" y="16538"/>
                    <a:pt x="20669" y="15573"/>
                  </a:cubicBezTo>
                  <a:cubicBezTo>
                    <a:pt x="18729" y="13394"/>
                    <a:pt x="15240" y="13109"/>
                    <a:pt x="14835" y="13073"/>
                  </a:cubicBezTo>
                  <a:cubicBezTo>
                    <a:pt x="13871" y="9037"/>
                    <a:pt x="11192" y="3786"/>
                    <a:pt x="7346" y="1167"/>
                  </a:cubicBezTo>
                  <a:cubicBezTo>
                    <a:pt x="6040" y="272"/>
                    <a:pt x="4638" y="0"/>
                    <a:pt x="3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1">
              <a:extLst>
                <a:ext uri="{FF2B5EF4-FFF2-40B4-BE49-F238E27FC236}">
                  <a16:creationId xmlns:a16="http://schemas.microsoft.com/office/drawing/2014/main" id="{200CA7FE-CE29-A9E1-BC22-B6C34D129476}"/>
                </a:ext>
              </a:extLst>
            </p:cNvPr>
            <p:cNvSpPr/>
            <p:nvPr/>
          </p:nvSpPr>
          <p:spPr>
            <a:xfrm>
              <a:off x="2929225" y="1634550"/>
              <a:ext cx="93475" cy="308500"/>
            </a:xfrm>
            <a:custGeom>
              <a:avLst/>
              <a:gdLst/>
              <a:ahLst/>
              <a:cxnLst/>
              <a:rect l="l" t="t" r="r" b="b"/>
              <a:pathLst>
                <a:path w="3739" h="12340" extrusionOk="0">
                  <a:moveTo>
                    <a:pt x="0" y="1"/>
                  </a:moveTo>
                  <a:cubicBezTo>
                    <a:pt x="0" y="1"/>
                    <a:pt x="608" y="9311"/>
                    <a:pt x="1012" y="10847"/>
                  </a:cubicBezTo>
                  <a:cubicBezTo>
                    <a:pt x="1260" y="11788"/>
                    <a:pt x="915" y="12340"/>
                    <a:pt x="1240" y="12340"/>
                  </a:cubicBezTo>
                  <a:cubicBezTo>
                    <a:pt x="1446" y="12340"/>
                    <a:pt x="1922" y="12118"/>
                    <a:pt x="2989" y="11633"/>
                  </a:cubicBezTo>
                  <a:cubicBezTo>
                    <a:pt x="2989" y="11633"/>
                    <a:pt x="3739" y="11193"/>
                    <a:pt x="3596" y="7478"/>
                  </a:cubicBezTo>
                  <a:cubicBezTo>
                    <a:pt x="3656" y="5656"/>
                    <a:pt x="3453" y="4275"/>
                    <a:pt x="3120" y="3227"/>
                  </a:cubicBezTo>
                  <a:cubicBezTo>
                    <a:pt x="2144" y="14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1">
              <a:extLst>
                <a:ext uri="{FF2B5EF4-FFF2-40B4-BE49-F238E27FC236}">
                  <a16:creationId xmlns:a16="http://schemas.microsoft.com/office/drawing/2014/main" id="{F3BAD064-E3F5-DB2A-5E7A-CBF2559D51BB}"/>
                </a:ext>
              </a:extLst>
            </p:cNvPr>
            <p:cNvSpPr/>
            <p:nvPr/>
          </p:nvSpPr>
          <p:spPr>
            <a:xfrm>
              <a:off x="2720875" y="1832800"/>
              <a:ext cx="11325" cy="58350"/>
            </a:xfrm>
            <a:custGeom>
              <a:avLst/>
              <a:gdLst/>
              <a:ahLst/>
              <a:cxnLst/>
              <a:rect l="l" t="t" r="r" b="b"/>
              <a:pathLst>
                <a:path w="453" h="2334" extrusionOk="0">
                  <a:moveTo>
                    <a:pt x="452" y="0"/>
                  </a:moveTo>
                  <a:lnTo>
                    <a:pt x="0" y="2334"/>
                  </a:lnTo>
                  <a:cubicBezTo>
                    <a:pt x="274" y="1203"/>
                    <a:pt x="381" y="500"/>
                    <a:pt x="452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1">
              <a:extLst>
                <a:ext uri="{FF2B5EF4-FFF2-40B4-BE49-F238E27FC236}">
                  <a16:creationId xmlns:a16="http://schemas.microsoft.com/office/drawing/2014/main" id="{AAEA6D43-438E-0BD7-4684-23DCDCC7B7DC}"/>
                </a:ext>
              </a:extLst>
            </p:cNvPr>
            <p:cNvSpPr/>
            <p:nvPr/>
          </p:nvSpPr>
          <p:spPr>
            <a:xfrm>
              <a:off x="2818200" y="1586625"/>
              <a:ext cx="86350" cy="31000"/>
            </a:xfrm>
            <a:custGeom>
              <a:avLst/>
              <a:gdLst/>
              <a:ahLst/>
              <a:cxnLst/>
              <a:rect l="l" t="t" r="r" b="b"/>
              <a:pathLst>
                <a:path w="3454" h="1240" extrusionOk="0">
                  <a:moveTo>
                    <a:pt x="0" y="1"/>
                  </a:moveTo>
                  <a:lnTo>
                    <a:pt x="48" y="1037"/>
                  </a:lnTo>
                  <a:cubicBezTo>
                    <a:pt x="1143" y="1227"/>
                    <a:pt x="2322" y="1203"/>
                    <a:pt x="3453" y="1239"/>
                  </a:cubicBezTo>
                  <a:lnTo>
                    <a:pt x="334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1">
              <a:extLst>
                <a:ext uri="{FF2B5EF4-FFF2-40B4-BE49-F238E27FC236}">
                  <a16:creationId xmlns:a16="http://schemas.microsoft.com/office/drawing/2014/main" id="{3DED0088-1929-FC8D-3775-16B55B3C8037}"/>
                </a:ext>
              </a:extLst>
            </p:cNvPr>
            <p:cNvSpPr/>
            <p:nvPr/>
          </p:nvSpPr>
          <p:spPr>
            <a:xfrm>
              <a:off x="2644950" y="1612825"/>
              <a:ext cx="319725" cy="346075"/>
            </a:xfrm>
            <a:custGeom>
              <a:avLst/>
              <a:gdLst/>
              <a:ahLst/>
              <a:cxnLst/>
              <a:rect l="l" t="t" r="r" b="b"/>
              <a:pathLst>
                <a:path w="12789" h="13843" extrusionOk="0">
                  <a:moveTo>
                    <a:pt x="3692" y="7799"/>
                  </a:moveTo>
                  <a:lnTo>
                    <a:pt x="3489" y="8811"/>
                  </a:lnTo>
                  <a:cubicBezTo>
                    <a:pt x="3561" y="8383"/>
                    <a:pt x="3597" y="8097"/>
                    <a:pt x="3692" y="7799"/>
                  </a:cubicBezTo>
                  <a:close/>
                  <a:moveTo>
                    <a:pt x="6990" y="1"/>
                  </a:moveTo>
                  <a:lnTo>
                    <a:pt x="7038" y="870"/>
                  </a:lnTo>
                  <a:lnTo>
                    <a:pt x="5585" y="1048"/>
                  </a:lnTo>
                  <a:cubicBezTo>
                    <a:pt x="5585" y="1048"/>
                    <a:pt x="3716" y="1513"/>
                    <a:pt x="2870" y="2441"/>
                  </a:cubicBezTo>
                  <a:cubicBezTo>
                    <a:pt x="2311" y="3061"/>
                    <a:pt x="1239" y="4406"/>
                    <a:pt x="322" y="8514"/>
                  </a:cubicBezTo>
                  <a:cubicBezTo>
                    <a:pt x="1" y="9490"/>
                    <a:pt x="287" y="13026"/>
                    <a:pt x="1025" y="13836"/>
                  </a:cubicBezTo>
                  <a:cubicBezTo>
                    <a:pt x="1051" y="13840"/>
                    <a:pt x="1077" y="13842"/>
                    <a:pt x="1102" y="13842"/>
                  </a:cubicBezTo>
                  <a:cubicBezTo>
                    <a:pt x="1985" y="13842"/>
                    <a:pt x="2072" y="11129"/>
                    <a:pt x="2975" y="11129"/>
                  </a:cubicBezTo>
                  <a:cubicBezTo>
                    <a:pt x="2995" y="11129"/>
                    <a:pt x="3016" y="11130"/>
                    <a:pt x="3037" y="11133"/>
                  </a:cubicBezTo>
                  <a:lnTo>
                    <a:pt x="3489" y="8811"/>
                  </a:lnTo>
                  <a:lnTo>
                    <a:pt x="3489" y="8811"/>
                  </a:lnTo>
                  <a:cubicBezTo>
                    <a:pt x="3418" y="9311"/>
                    <a:pt x="3311" y="10002"/>
                    <a:pt x="3037" y="11133"/>
                  </a:cubicBezTo>
                  <a:lnTo>
                    <a:pt x="7311" y="12121"/>
                  </a:lnTo>
                  <a:lnTo>
                    <a:pt x="12657" y="11407"/>
                  </a:lnTo>
                  <a:cubicBezTo>
                    <a:pt x="12788" y="9573"/>
                    <a:pt x="11764" y="2751"/>
                    <a:pt x="11705" y="941"/>
                  </a:cubicBezTo>
                  <a:cubicBezTo>
                    <a:pt x="11300" y="858"/>
                    <a:pt x="10443" y="727"/>
                    <a:pt x="10443" y="727"/>
                  </a:cubicBezTo>
                  <a:lnTo>
                    <a:pt x="10383" y="191"/>
                  </a:lnTo>
                  <a:cubicBezTo>
                    <a:pt x="9252" y="155"/>
                    <a:pt x="8073" y="179"/>
                    <a:pt x="6990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1">
              <a:extLst>
                <a:ext uri="{FF2B5EF4-FFF2-40B4-BE49-F238E27FC236}">
                  <a16:creationId xmlns:a16="http://schemas.microsoft.com/office/drawing/2014/main" id="{622B1476-8AE1-C75A-99BB-19408E967E74}"/>
                </a:ext>
              </a:extLst>
            </p:cNvPr>
            <p:cNvSpPr/>
            <p:nvPr/>
          </p:nvSpPr>
          <p:spPr>
            <a:xfrm>
              <a:off x="2995025" y="2303400"/>
              <a:ext cx="186325" cy="125000"/>
            </a:xfrm>
            <a:custGeom>
              <a:avLst/>
              <a:gdLst/>
              <a:ahLst/>
              <a:cxnLst/>
              <a:rect l="l" t="t" r="r" b="b"/>
              <a:pathLst>
                <a:path w="7453" h="5000" extrusionOk="0">
                  <a:moveTo>
                    <a:pt x="274" y="0"/>
                  </a:moveTo>
                  <a:lnTo>
                    <a:pt x="512" y="3084"/>
                  </a:lnTo>
                  <a:cubicBezTo>
                    <a:pt x="0" y="4683"/>
                    <a:pt x="905" y="4992"/>
                    <a:pt x="1681" y="4992"/>
                  </a:cubicBezTo>
                  <a:cubicBezTo>
                    <a:pt x="2170" y="4992"/>
                    <a:pt x="2607" y="4870"/>
                    <a:pt x="2607" y="4870"/>
                  </a:cubicBezTo>
                  <a:cubicBezTo>
                    <a:pt x="2607" y="4870"/>
                    <a:pt x="3995" y="4999"/>
                    <a:pt x="5286" y="4999"/>
                  </a:cubicBezTo>
                  <a:cubicBezTo>
                    <a:pt x="6406" y="4999"/>
                    <a:pt x="7453" y="4902"/>
                    <a:pt x="7453" y="4536"/>
                  </a:cubicBezTo>
                  <a:cubicBezTo>
                    <a:pt x="7441" y="3739"/>
                    <a:pt x="3202" y="2346"/>
                    <a:pt x="3202" y="2346"/>
                  </a:cubicBezTo>
                  <a:cubicBezTo>
                    <a:pt x="3274" y="1703"/>
                    <a:pt x="3333" y="929"/>
                    <a:pt x="3381" y="60"/>
                  </a:cubicBezTo>
                  <a:cubicBezTo>
                    <a:pt x="2345" y="12"/>
                    <a:pt x="1309" y="0"/>
                    <a:pt x="274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1">
              <a:extLst>
                <a:ext uri="{FF2B5EF4-FFF2-40B4-BE49-F238E27FC236}">
                  <a16:creationId xmlns:a16="http://schemas.microsoft.com/office/drawing/2014/main" id="{66D5963D-CBE9-C876-78D8-C6891D6BBF91}"/>
                </a:ext>
              </a:extLst>
            </p:cNvPr>
            <p:cNvSpPr/>
            <p:nvPr/>
          </p:nvSpPr>
          <p:spPr>
            <a:xfrm>
              <a:off x="2987575" y="2119350"/>
              <a:ext cx="95550" cy="185850"/>
            </a:xfrm>
            <a:custGeom>
              <a:avLst/>
              <a:gdLst/>
              <a:ahLst/>
              <a:cxnLst/>
              <a:rect l="l" t="t" r="r" b="b"/>
              <a:pathLst>
                <a:path w="3822" h="7434" extrusionOk="0">
                  <a:moveTo>
                    <a:pt x="3306" y="0"/>
                  </a:moveTo>
                  <a:cubicBezTo>
                    <a:pt x="2198" y="0"/>
                    <a:pt x="1099" y="89"/>
                    <a:pt x="0" y="206"/>
                  </a:cubicBezTo>
                  <a:lnTo>
                    <a:pt x="572" y="7374"/>
                  </a:lnTo>
                  <a:cubicBezTo>
                    <a:pt x="1607" y="7374"/>
                    <a:pt x="2643" y="7374"/>
                    <a:pt x="3679" y="7434"/>
                  </a:cubicBezTo>
                  <a:cubicBezTo>
                    <a:pt x="3798" y="5290"/>
                    <a:pt x="3822" y="2611"/>
                    <a:pt x="3810" y="16"/>
                  </a:cubicBezTo>
                  <a:cubicBezTo>
                    <a:pt x="3774" y="16"/>
                    <a:pt x="3727" y="4"/>
                    <a:pt x="3691" y="4"/>
                  </a:cubicBezTo>
                  <a:cubicBezTo>
                    <a:pt x="3562" y="2"/>
                    <a:pt x="3434" y="0"/>
                    <a:pt x="3306" y="0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1">
              <a:extLst>
                <a:ext uri="{FF2B5EF4-FFF2-40B4-BE49-F238E27FC236}">
                  <a16:creationId xmlns:a16="http://schemas.microsoft.com/office/drawing/2014/main" id="{CB0191B1-3A83-20CF-D7A1-5A6461B715C0}"/>
                </a:ext>
              </a:extLst>
            </p:cNvPr>
            <p:cNvSpPr/>
            <p:nvPr/>
          </p:nvSpPr>
          <p:spPr>
            <a:xfrm>
              <a:off x="2812850" y="2133125"/>
              <a:ext cx="111625" cy="168800"/>
            </a:xfrm>
            <a:custGeom>
              <a:avLst/>
              <a:gdLst/>
              <a:ahLst/>
              <a:cxnLst/>
              <a:rect l="l" t="t" r="r" b="b"/>
              <a:pathLst>
                <a:path w="4465" h="6752" extrusionOk="0">
                  <a:moveTo>
                    <a:pt x="4465" y="1"/>
                  </a:moveTo>
                  <a:lnTo>
                    <a:pt x="4465" y="1"/>
                  </a:lnTo>
                  <a:cubicBezTo>
                    <a:pt x="2977" y="203"/>
                    <a:pt x="1500" y="406"/>
                    <a:pt x="0" y="465"/>
                  </a:cubicBezTo>
                  <a:cubicBezTo>
                    <a:pt x="167" y="2739"/>
                    <a:pt x="310" y="4751"/>
                    <a:pt x="441" y="6382"/>
                  </a:cubicBezTo>
                  <a:cubicBezTo>
                    <a:pt x="1405" y="6585"/>
                    <a:pt x="2393" y="6704"/>
                    <a:pt x="3417" y="6728"/>
                  </a:cubicBezTo>
                  <a:cubicBezTo>
                    <a:pt x="3548" y="6740"/>
                    <a:pt x="3691" y="6752"/>
                    <a:pt x="3834" y="6752"/>
                  </a:cubicBezTo>
                  <a:cubicBezTo>
                    <a:pt x="4036" y="4716"/>
                    <a:pt x="4251" y="2322"/>
                    <a:pt x="4465" y="1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1">
              <a:extLst>
                <a:ext uri="{FF2B5EF4-FFF2-40B4-BE49-F238E27FC236}">
                  <a16:creationId xmlns:a16="http://schemas.microsoft.com/office/drawing/2014/main" id="{52480D24-7DA1-7E98-06E5-13B88DE44073}"/>
                </a:ext>
              </a:extLst>
            </p:cNvPr>
            <p:cNvSpPr/>
            <p:nvPr/>
          </p:nvSpPr>
          <p:spPr>
            <a:xfrm>
              <a:off x="2820300" y="2292675"/>
              <a:ext cx="182775" cy="154600"/>
            </a:xfrm>
            <a:custGeom>
              <a:avLst/>
              <a:gdLst/>
              <a:ahLst/>
              <a:cxnLst/>
              <a:rect l="l" t="t" r="r" b="b"/>
              <a:pathLst>
                <a:path w="7311" h="6184" extrusionOk="0">
                  <a:moveTo>
                    <a:pt x="143" y="0"/>
                  </a:moveTo>
                  <a:lnTo>
                    <a:pt x="143" y="0"/>
                  </a:lnTo>
                  <a:cubicBezTo>
                    <a:pt x="357" y="2656"/>
                    <a:pt x="512" y="4275"/>
                    <a:pt x="512" y="4275"/>
                  </a:cubicBezTo>
                  <a:cubicBezTo>
                    <a:pt x="0" y="5874"/>
                    <a:pt x="905" y="6183"/>
                    <a:pt x="1681" y="6183"/>
                  </a:cubicBezTo>
                  <a:cubicBezTo>
                    <a:pt x="2170" y="6183"/>
                    <a:pt x="2607" y="6061"/>
                    <a:pt x="2607" y="6061"/>
                  </a:cubicBezTo>
                  <a:cubicBezTo>
                    <a:pt x="2607" y="6061"/>
                    <a:pt x="3869" y="6176"/>
                    <a:pt x="5085" y="6176"/>
                  </a:cubicBezTo>
                  <a:cubicBezTo>
                    <a:pt x="6217" y="6176"/>
                    <a:pt x="7310" y="6076"/>
                    <a:pt x="7310" y="5692"/>
                  </a:cubicBezTo>
                  <a:cubicBezTo>
                    <a:pt x="7298" y="4906"/>
                    <a:pt x="3191" y="3537"/>
                    <a:pt x="3191" y="3537"/>
                  </a:cubicBezTo>
                  <a:cubicBezTo>
                    <a:pt x="3298" y="2679"/>
                    <a:pt x="3417" y="1584"/>
                    <a:pt x="3536" y="370"/>
                  </a:cubicBezTo>
                  <a:cubicBezTo>
                    <a:pt x="3393" y="370"/>
                    <a:pt x="3250" y="358"/>
                    <a:pt x="3119" y="346"/>
                  </a:cubicBezTo>
                  <a:cubicBezTo>
                    <a:pt x="2095" y="322"/>
                    <a:pt x="1107" y="203"/>
                    <a:pt x="143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1">
              <a:extLst>
                <a:ext uri="{FF2B5EF4-FFF2-40B4-BE49-F238E27FC236}">
                  <a16:creationId xmlns:a16="http://schemas.microsoft.com/office/drawing/2014/main" id="{0C817BB8-1751-A5EC-2581-2A6843F02F57}"/>
                </a:ext>
              </a:extLst>
            </p:cNvPr>
            <p:cNvSpPr/>
            <p:nvPr/>
          </p:nvSpPr>
          <p:spPr>
            <a:xfrm>
              <a:off x="2820134" y="2247715"/>
              <a:ext cx="208975" cy="30425"/>
            </a:xfrm>
            <a:custGeom>
              <a:avLst/>
              <a:gdLst/>
              <a:ahLst/>
              <a:cxnLst/>
              <a:rect l="l" t="t" r="r" b="b"/>
              <a:pathLst>
                <a:path w="8359" h="1217" extrusionOk="0">
                  <a:moveTo>
                    <a:pt x="5411" y="1"/>
                  </a:moveTo>
                  <a:cubicBezTo>
                    <a:pt x="3583" y="1"/>
                    <a:pt x="1792" y="253"/>
                    <a:pt x="0" y="506"/>
                  </a:cubicBezTo>
                  <a:cubicBezTo>
                    <a:pt x="1240" y="1020"/>
                    <a:pt x="2540" y="1217"/>
                    <a:pt x="3807" y="1217"/>
                  </a:cubicBezTo>
                  <a:cubicBezTo>
                    <a:pt x="5449" y="1217"/>
                    <a:pt x="7035" y="886"/>
                    <a:pt x="8359" y="482"/>
                  </a:cubicBezTo>
                  <a:cubicBezTo>
                    <a:pt x="7549" y="244"/>
                    <a:pt x="6727" y="66"/>
                    <a:pt x="5870" y="6"/>
                  </a:cubicBezTo>
                  <a:cubicBezTo>
                    <a:pt x="5717" y="2"/>
                    <a:pt x="5564" y="1"/>
                    <a:pt x="5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1">
              <a:extLst>
                <a:ext uri="{FF2B5EF4-FFF2-40B4-BE49-F238E27FC236}">
                  <a16:creationId xmlns:a16="http://schemas.microsoft.com/office/drawing/2014/main" id="{FB6B5E5A-724E-6F91-291C-51F884AD5F76}"/>
                </a:ext>
              </a:extLst>
            </p:cNvPr>
            <p:cNvSpPr/>
            <p:nvPr/>
          </p:nvSpPr>
          <p:spPr>
            <a:xfrm>
              <a:off x="2631275" y="1888750"/>
              <a:ext cx="492350" cy="373000"/>
            </a:xfrm>
            <a:custGeom>
              <a:avLst/>
              <a:gdLst/>
              <a:ahLst/>
              <a:cxnLst/>
              <a:rect l="l" t="t" r="r" b="b"/>
              <a:pathLst>
                <a:path w="19694" h="14920" extrusionOk="0">
                  <a:moveTo>
                    <a:pt x="3584" y="1"/>
                  </a:moveTo>
                  <a:lnTo>
                    <a:pt x="3584" y="1"/>
                  </a:lnTo>
                  <a:cubicBezTo>
                    <a:pt x="3417" y="298"/>
                    <a:pt x="0" y="8954"/>
                    <a:pt x="6513" y="11466"/>
                  </a:cubicBezTo>
                  <a:cubicBezTo>
                    <a:pt x="8192" y="12109"/>
                    <a:pt x="6989" y="12347"/>
                    <a:pt x="7299" y="14717"/>
                  </a:cubicBezTo>
                  <a:cubicBezTo>
                    <a:pt x="7442" y="14788"/>
                    <a:pt x="7585" y="14848"/>
                    <a:pt x="7727" y="14919"/>
                  </a:cubicBezTo>
                  <a:cubicBezTo>
                    <a:pt x="9519" y="14666"/>
                    <a:pt x="11310" y="14414"/>
                    <a:pt x="13138" y="14414"/>
                  </a:cubicBezTo>
                  <a:cubicBezTo>
                    <a:pt x="13291" y="14414"/>
                    <a:pt x="13444" y="14415"/>
                    <a:pt x="13597" y="14419"/>
                  </a:cubicBezTo>
                  <a:cubicBezTo>
                    <a:pt x="14454" y="14479"/>
                    <a:pt x="15276" y="14669"/>
                    <a:pt x="16086" y="14895"/>
                  </a:cubicBezTo>
                  <a:cubicBezTo>
                    <a:pt x="18157" y="14264"/>
                    <a:pt x="19598" y="13455"/>
                    <a:pt x="19598" y="13455"/>
                  </a:cubicBezTo>
                  <a:cubicBezTo>
                    <a:pt x="19693" y="9716"/>
                    <a:pt x="19503" y="11193"/>
                    <a:pt x="19407" y="8728"/>
                  </a:cubicBezTo>
                  <a:cubicBezTo>
                    <a:pt x="19157" y="2513"/>
                    <a:pt x="13347" y="656"/>
                    <a:pt x="13192" y="275"/>
                  </a:cubicBezTo>
                  <a:cubicBezTo>
                    <a:pt x="11716" y="416"/>
                    <a:pt x="10178" y="531"/>
                    <a:pt x="8631" y="531"/>
                  </a:cubicBezTo>
                  <a:cubicBezTo>
                    <a:pt x="6935" y="531"/>
                    <a:pt x="5228" y="393"/>
                    <a:pt x="3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1">
              <a:extLst>
                <a:ext uri="{FF2B5EF4-FFF2-40B4-BE49-F238E27FC236}">
                  <a16:creationId xmlns:a16="http://schemas.microsoft.com/office/drawing/2014/main" id="{FB6B0F85-0F47-1F87-C234-04BF3672692A}"/>
                </a:ext>
              </a:extLst>
            </p:cNvPr>
            <p:cNvSpPr/>
            <p:nvPr/>
          </p:nvSpPr>
          <p:spPr>
            <a:xfrm>
              <a:off x="2831600" y="2428700"/>
              <a:ext cx="171775" cy="22625"/>
            </a:xfrm>
            <a:custGeom>
              <a:avLst/>
              <a:gdLst/>
              <a:ahLst/>
              <a:cxnLst/>
              <a:rect l="l" t="t" r="r" b="b"/>
              <a:pathLst>
                <a:path w="6871" h="905" extrusionOk="0">
                  <a:moveTo>
                    <a:pt x="6799" y="1"/>
                  </a:moveTo>
                  <a:cubicBezTo>
                    <a:pt x="5412" y="339"/>
                    <a:pt x="4142" y="457"/>
                    <a:pt x="3048" y="457"/>
                  </a:cubicBezTo>
                  <a:cubicBezTo>
                    <a:pt x="1757" y="457"/>
                    <a:pt x="709" y="293"/>
                    <a:pt x="0" y="132"/>
                  </a:cubicBezTo>
                  <a:lnTo>
                    <a:pt x="0" y="132"/>
                  </a:lnTo>
                  <a:cubicBezTo>
                    <a:pt x="24" y="310"/>
                    <a:pt x="48" y="489"/>
                    <a:pt x="95" y="679"/>
                  </a:cubicBezTo>
                  <a:cubicBezTo>
                    <a:pt x="95" y="679"/>
                    <a:pt x="788" y="904"/>
                    <a:pt x="2585" y="904"/>
                  </a:cubicBezTo>
                  <a:cubicBezTo>
                    <a:pt x="2896" y="904"/>
                    <a:pt x="3240" y="897"/>
                    <a:pt x="3620" y="882"/>
                  </a:cubicBezTo>
                  <a:cubicBezTo>
                    <a:pt x="6501" y="763"/>
                    <a:pt x="6858" y="358"/>
                    <a:pt x="6858" y="358"/>
                  </a:cubicBezTo>
                  <a:cubicBezTo>
                    <a:pt x="6858" y="358"/>
                    <a:pt x="6870" y="215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1">
              <a:extLst>
                <a:ext uri="{FF2B5EF4-FFF2-40B4-BE49-F238E27FC236}">
                  <a16:creationId xmlns:a16="http://schemas.microsoft.com/office/drawing/2014/main" id="{C113BE49-707D-AE4B-7C40-6A2DA6749654}"/>
                </a:ext>
              </a:extLst>
            </p:cNvPr>
            <p:cNvSpPr/>
            <p:nvPr/>
          </p:nvSpPr>
          <p:spPr>
            <a:xfrm>
              <a:off x="2890225" y="2386425"/>
              <a:ext cx="111875" cy="58275"/>
            </a:xfrm>
            <a:custGeom>
              <a:avLst/>
              <a:gdLst/>
              <a:ahLst/>
              <a:cxnLst/>
              <a:rect l="l" t="t" r="r" b="b"/>
              <a:pathLst>
                <a:path w="4475" h="2331" extrusionOk="0">
                  <a:moveTo>
                    <a:pt x="1013" y="1"/>
                  </a:moveTo>
                  <a:cubicBezTo>
                    <a:pt x="394" y="644"/>
                    <a:pt x="1" y="2323"/>
                    <a:pt x="1" y="2323"/>
                  </a:cubicBezTo>
                  <a:lnTo>
                    <a:pt x="953" y="2323"/>
                  </a:lnTo>
                  <a:cubicBezTo>
                    <a:pt x="1236" y="2328"/>
                    <a:pt x="1499" y="2331"/>
                    <a:pt x="1744" y="2331"/>
                  </a:cubicBezTo>
                  <a:cubicBezTo>
                    <a:pt x="3680" y="2331"/>
                    <a:pt x="4475" y="2157"/>
                    <a:pt x="4454" y="1692"/>
                  </a:cubicBezTo>
                  <a:cubicBezTo>
                    <a:pt x="4418" y="727"/>
                    <a:pt x="1013" y="1"/>
                    <a:pt x="1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1">
              <a:extLst>
                <a:ext uri="{FF2B5EF4-FFF2-40B4-BE49-F238E27FC236}">
                  <a16:creationId xmlns:a16="http://schemas.microsoft.com/office/drawing/2014/main" id="{E4A2CE64-AD4F-A614-6633-E95DF6589AE5}"/>
                </a:ext>
              </a:extLst>
            </p:cNvPr>
            <p:cNvSpPr/>
            <p:nvPr/>
          </p:nvSpPr>
          <p:spPr>
            <a:xfrm>
              <a:off x="3005125" y="2410250"/>
              <a:ext cx="176525" cy="22525"/>
            </a:xfrm>
            <a:custGeom>
              <a:avLst/>
              <a:gdLst/>
              <a:ahLst/>
              <a:cxnLst/>
              <a:rect l="l" t="t" r="r" b="b"/>
              <a:pathLst>
                <a:path w="7061" h="901" extrusionOk="0">
                  <a:moveTo>
                    <a:pt x="6989" y="0"/>
                  </a:moveTo>
                  <a:cubicBezTo>
                    <a:pt x="5684" y="324"/>
                    <a:pt x="4448" y="437"/>
                    <a:pt x="3359" y="437"/>
                  </a:cubicBezTo>
                  <a:cubicBezTo>
                    <a:pt x="1924" y="437"/>
                    <a:pt x="745" y="241"/>
                    <a:pt x="1" y="72"/>
                  </a:cubicBezTo>
                  <a:lnTo>
                    <a:pt x="1" y="72"/>
                  </a:lnTo>
                  <a:cubicBezTo>
                    <a:pt x="24" y="239"/>
                    <a:pt x="48" y="429"/>
                    <a:pt x="84" y="608"/>
                  </a:cubicBezTo>
                  <a:cubicBezTo>
                    <a:pt x="84" y="608"/>
                    <a:pt x="972" y="900"/>
                    <a:pt x="2923" y="900"/>
                  </a:cubicBezTo>
                  <a:cubicBezTo>
                    <a:pt x="3198" y="900"/>
                    <a:pt x="3493" y="895"/>
                    <a:pt x="3811" y="881"/>
                  </a:cubicBezTo>
                  <a:cubicBezTo>
                    <a:pt x="6692" y="774"/>
                    <a:pt x="7049" y="358"/>
                    <a:pt x="7049" y="358"/>
                  </a:cubicBezTo>
                  <a:cubicBezTo>
                    <a:pt x="7049" y="358"/>
                    <a:pt x="7061" y="215"/>
                    <a:pt x="6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1">
              <a:extLst>
                <a:ext uri="{FF2B5EF4-FFF2-40B4-BE49-F238E27FC236}">
                  <a16:creationId xmlns:a16="http://schemas.microsoft.com/office/drawing/2014/main" id="{8C289EDA-2C08-A7B5-42D1-43E768632366}"/>
                </a:ext>
              </a:extLst>
            </p:cNvPr>
            <p:cNvSpPr/>
            <p:nvPr/>
          </p:nvSpPr>
          <p:spPr>
            <a:xfrm>
              <a:off x="3068525" y="2367975"/>
              <a:ext cx="111875" cy="58350"/>
            </a:xfrm>
            <a:custGeom>
              <a:avLst/>
              <a:gdLst/>
              <a:ahLst/>
              <a:cxnLst/>
              <a:rect l="l" t="t" r="r" b="b"/>
              <a:pathLst>
                <a:path w="4475" h="2334" extrusionOk="0">
                  <a:moveTo>
                    <a:pt x="1013" y="1"/>
                  </a:moveTo>
                  <a:cubicBezTo>
                    <a:pt x="393" y="656"/>
                    <a:pt x="1" y="2322"/>
                    <a:pt x="1" y="2322"/>
                  </a:cubicBezTo>
                  <a:lnTo>
                    <a:pt x="953" y="2322"/>
                  </a:lnTo>
                  <a:cubicBezTo>
                    <a:pt x="1272" y="2330"/>
                    <a:pt x="1567" y="2334"/>
                    <a:pt x="1838" y="2334"/>
                  </a:cubicBezTo>
                  <a:cubicBezTo>
                    <a:pt x="3705" y="2334"/>
                    <a:pt x="4474" y="2149"/>
                    <a:pt x="4453" y="1691"/>
                  </a:cubicBezTo>
                  <a:cubicBezTo>
                    <a:pt x="4418" y="727"/>
                    <a:pt x="1013" y="1"/>
                    <a:pt x="1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1">
              <a:extLst>
                <a:ext uri="{FF2B5EF4-FFF2-40B4-BE49-F238E27FC236}">
                  <a16:creationId xmlns:a16="http://schemas.microsoft.com/office/drawing/2014/main" id="{C0E5F5CA-5696-06CC-6208-B97A6B9F6C03}"/>
                </a:ext>
              </a:extLst>
            </p:cNvPr>
            <p:cNvSpPr/>
            <p:nvPr/>
          </p:nvSpPr>
          <p:spPr>
            <a:xfrm>
              <a:off x="2641975" y="1401225"/>
              <a:ext cx="144100" cy="159625"/>
            </a:xfrm>
            <a:custGeom>
              <a:avLst/>
              <a:gdLst/>
              <a:ahLst/>
              <a:cxnLst/>
              <a:rect l="l" t="t" r="r" b="b"/>
              <a:pathLst>
                <a:path w="5764" h="6385" extrusionOk="0">
                  <a:moveTo>
                    <a:pt x="3277" y="0"/>
                  </a:moveTo>
                  <a:cubicBezTo>
                    <a:pt x="2549" y="0"/>
                    <a:pt x="1482" y="776"/>
                    <a:pt x="846" y="1761"/>
                  </a:cubicBezTo>
                  <a:cubicBezTo>
                    <a:pt x="1" y="3071"/>
                    <a:pt x="1108" y="5536"/>
                    <a:pt x="2870" y="6238"/>
                  </a:cubicBezTo>
                  <a:cubicBezTo>
                    <a:pt x="3129" y="6340"/>
                    <a:pt x="3361" y="6384"/>
                    <a:pt x="3570" y="6384"/>
                  </a:cubicBezTo>
                  <a:cubicBezTo>
                    <a:pt x="4795" y="6384"/>
                    <a:pt x="5204" y="4881"/>
                    <a:pt x="5204" y="4881"/>
                  </a:cubicBezTo>
                  <a:cubicBezTo>
                    <a:pt x="5764" y="4464"/>
                    <a:pt x="4418" y="1047"/>
                    <a:pt x="3859" y="273"/>
                  </a:cubicBezTo>
                  <a:cubicBezTo>
                    <a:pt x="3720" y="84"/>
                    <a:pt x="3517" y="0"/>
                    <a:pt x="327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1">
              <a:extLst>
                <a:ext uri="{FF2B5EF4-FFF2-40B4-BE49-F238E27FC236}">
                  <a16:creationId xmlns:a16="http://schemas.microsoft.com/office/drawing/2014/main" id="{4768E7ED-8576-E637-CE64-5655AE07D9A7}"/>
                </a:ext>
              </a:extLst>
            </p:cNvPr>
            <p:cNvSpPr/>
            <p:nvPr/>
          </p:nvSpPr>
          <p:spPr>
            <a:xfrm>
              <a:off x="2676150" y="1298975"/>
              <a:ext cx="389725" cy="296125"/>
            </a:xfrm>
            <a:custGeom>
              <a:avLst/>
              <a:gdLst/>
              <a:ahLst/>
              <a:cxnLst/>
              <a:rect l="l" t="t" r="r" b="b"/>
              <a:pathLst>
                <a:path w="15589" h="11845" extrusionOk="0">
                  <a:moveTo>
                    <a:pt x="4289" y="0"/>
                  </a:moveTo>
                  <a:cubicBezTo>
                    <a:pt x="3636" y="0"/>
                    <a:pt x="3164" y="116"/>
                    <a:pt x="2968" y="375"/>
                  </a:cubicBezTo>
                  <a:cubicBezTo>
                    <a:pt x="1944" y="1708"/>
                    <a:pt x="1825" y="2518"/>
                    <a:pt x="1503" y="3970"/>
                  </a:cubicBezTo>
                  <a:cubicBezTo>
                    <a:pt x="1" y="10716"/>
                    <a:pt x="6491" y="11844"/>
                    <a:pt x="9657" y="11844"/>
                  </a:cubicBezTo>
                  <a:cubicBezTo>
                    <a:pt x="10380" y="11844"/>
                    <a:pt x="10930" y="11785"/>
                    <a:pt x="11171" y="11721"/>
                  </a:cubicBezTo>
                  <a:cubicBezTo>
                    <a:pt x="12052" y="11471"/>
                    <a:pt x="15124" y="9483"/>
                    <a:pt x="15291" y="8042"/>
                  </a:cubicBezTo>
                  <a:cubicBezTo>
                    <a:pt x="15469" y="6602"/>
                    <a:pt x="15588" y="4482"/>
                    <a:pt x="15588" y="4482"/>
                  </a:cubicBezTo>
                  <a:cubicBezTo>
                    <a:pt x="13902" y="2357"/>
                    <a:pt x="7242" y="0"/>
                    <a:pt x="428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1">
              <a:extLst>
                <a:ext uri="{FF2B5EF4-FFF2-40B4-BE49-F238E27FC236}">
                  <a16:creationId xmlns:a16="http://schemas.microsoft.com/office/drawing/2014/main" id="{F583911E-23A2-5B55-A51C-C6733245DACB}"/>
                </a:ext>
              </a:extLst>
            </p:cNvPr>
            <p:cNvSpPr/>
            <p:nvPr/>
          </p:nvSpPr>
          <p:spPr>
            <a:xfrm>
              <a:off x="2701175" y="1428425"/>
              <a:ext cx="73300" cy="78600"/>
            </a:xfrm>
            <a:custGeom>
              <a:avLst/>
              <a:gdLst/>
              <a:ahLst/>
              <a:cxnLst/>
              <a:rect l="l" t="t" r="r" b="b"/>
              <a:pathLst>
                <a:path w="2932" h="3144" extrusionOk="0">
                  <a:moveTo>
                    <a:pt x="1757" y="1"/>
                  </a:moveTo>
                  <a:cubicBezTo>
                    <a:pt x="1313" y="1"/>
                    <a:pt x="840" y="233"/>
                    <a:pt x="526" y="1031"/>
                  </a:cubicBezTo>
                  <a:cubicBezTo>
                    <a:pt x="1" y="2364"/>
                    <a:pt x="830" y="3144"/>
                    <a:pt x="1734" y="3144"/>
                  </a:cubicBezTo>
                  <a:cubicBezTo>
                    <a:pt x="2121" y="3144"/>
                    <a:pt x="2522" y="3001"/>
                    <a:pt x="2836" y="2697"/>
                  </a:cubicBezTo>
                  <a:lnTo>
                    <a:pt x="2931" y="447"/>
                  </a:lnTo>
                  <a:cubicBezTo>
                    <a:pt x="2931" y="447"/>
                    <a:pt x="2372" y="1"/>
                    <a:pt x="1757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1">
              <a:extLst>
                <a:ext uri="{FF2B5EF4-FFF2-40B4-BE49-F238E27FC236}">
                  <a16:creationId xmlns:a16="http://schemas.microsoft.com/office/drawing/2014/main" id="{DD393A31-2077-6D94-88D1-76B4677C13BB}"/>
                </a:ext>
              </a:extLst>
            </p:cNvPr>
            <p:cNvSpPr/>
            <p:nvPr/>
          </p:nvSpPr>
          <p:spPr>
            <a:xfrm>
              <a:off x="2745875" y="1292925"/>
              <a:ext cx="310175" cy="321200"/>
            </a:xfrm>
            <a:custGeom>
              <a:avLst/>
              <a:gdLst/>
              <a:ahLst/>
              <a:cxnLst/>
              <a:rect l="l" t="t" r="r" b="b"/>
              <a:pathLst>
                <a:path w="12407" h="12848" extrusionOk="0">
                  <a:moveTo>
                    <a:pt x="5296" y="1"/>
                  </a:moveTo>
                  <a:cubicBezTo>
                    <a:pt x="2177" y="1"/>
                    <a:pt x="779" y="2623"/>
                    <a:pt x="405" y="6236"/>
                  </a:cubicBezTo>
                  <a:cubicBezTo>
                    <a:pt x="0" y="10022"/>
                    <a:pt x="1429" y="11654"/>
                    <a:pt x="4846" y="12594"/>
                  </a:cubicBezTo>
                  <a:cubicBezTo>
                    <a:pt x="5473" y="12768"/>
                    <a:pt x="6048" y="12848"/>
                    <a:pt x="6573" y="12848"/>
                  </a:cubicBezTo>
                  <a:cubicBezTo>
                    <a:pt x="8852" y="12848"/>
                    <a:pt x="10197" y="11350"/>
                    <a:pt x="10787" y="9570"/>
                  </a:cubicBezTo>
                  <a:cubicBezTo>
                    <a:pt x="11692" y="6855"/>
                    <a:pt x="12359" y="4534"/>
                    <a:pt x="12359" y="4534"/>
                  </a:cubicBezTo>
                  <a:cubicBezTo>
                    <a:pt x="12406" y="1521"/>
                    <a:pt x="9251" y="307"/>
                    <a:pt x="5787" y="21"/>
                  </a:cubicBezTo>
                  <a:cubicBezTo>
                    <a:pt x="5618" y="7"/>
                    <a:pt x="5455" y="1"/>
                    <a:pt x="5296" y="1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1">
              <a:extLst>
                <a:ext uri="{FF2B5EF4-FFF2-40B4-BE49-F238E27FC236}">
                  <a16:creationId xmlns:a16="http://schemas.microsoft.com/office/drawing/2014/main" id="{73431ECE-E174-C9BB-FF14-282898CDF454}"/>
                </a:ext>
              </a:extLst>
            </p:cNvPr>
            <p:cNvSpPr/>
            <p:nvPr/>
          </p:nvSpPr>
          <p:spPr>
            <a:xfrm>
              <a:off x="2875650" y="1507375"/>
              <a:ext cx="26500" cy="23325"/>
            </a:xfrm>
            <a:custGeom>
              <a:avLst/>
              <a:gdLst/>
              <a:ahLst/>
              <a:cxnLst/>
              <a:rect l="l" t="t" r="r" b="b"/>
              <a:pathLst>
                <a:path w="1060" h="933" extrusionOk="0">
                  <a:moveTo>
                    <a:pt x="61" y="1"/>
                  </a:moveTo>
                  <a:cubicBezTo>
                    <a:pt x="57" y="1"/>
                    <a:pt x="52" y="2"/>
                    <a:pt x="48" y="4"/>
                  </a:cubicBezTo>
                  <a:cubicBezTo>
                    <a:pt x="24" y="4"/>
                    <a:pt x="0" y="28"/>
                    <a:pt x="12" y="51"/>
                  </a:cubicBezTo>
                  <a:cubicBezTo>
                    <a:pt x="107" y="897"/>
                    <a:pt x="881" y="933"/>
                    <a:pt x="1000" y="933"/>
                  </a:cubicBezTo>
                  <a:lnTo>
                    <a:pt x="1024" y="933"/>
                  </a:lnTo>
                  <a:cubicBezTo>
                    <a:pt x="1048" y="933"/>
                    <a:pt x="1060" y="909"/>
                    <a:pt x="1060" y="885"/>
                  </a:cubicBezTo>
                  <a:cubicBezTo>
                    <a:pt x="1060" y="861"/>
                    <a:pt x="1048" y="849"/>
                    <a:pt x="1012" y="849"/>
                  </a:cubicBezTo>
                  <a:cubicBezTo>
                    <a:pt x="1011" y="849"/>
                    <a:pt x="1007" y="849"/>
                    <a:pt x="1002" y="849"/>
                  </a:cubicBezTo>
                  <a:cubicBezTo>
                    <a:pt x="904" y="849"/>
                    <a:pt x="186" y="828"/>
                    <a:pt x="96" y="40"/>
                  </a:cubicBezTo>
                  <a:cubicBezTo>
                    <a:pt x="96" y="20"/>
                    <a:pt x="80" y="1"/>
                    <a:pt x="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1">
              <a:extLst>
                <a:ext uri="{FF2B5EF4-FFF2-40B4-BE49-F238E27FC236}">
                  <a16:creationId xmlns:a16="http://schemas.microsoft.com/office/drawing/2014/main" id="{D887D700-6C22-2237-37A5-E046C2D19928}"/>
                </a:ext>
              </a:extLst>
            </p:cNvPr>
            <p:cNvSpPr/>
            <p:nvPr/>
          </p:nvSpPr>
          <p:spPr>
            <a:xfrm>
              <a:off x="2967925" y="1355350"/>
              <a:ext cx="325" cy="1225"/>
            </a:xfrm>
            <a:custGeom>
              <a:avLst/>
              <a:gdLst/>
              <a:ahLst/>
              <a:cxnLst/>
              <a:rect l="l" t="t" r="r" b="b"/>
              <a:pathLst>
                <a:path w="13" h="49" extrusionOk="0">
                  <a:moveTo>
                    <a:pt x="12" y="48"/>
                  </a:moveTo>
                  <a:cubicBezTo>
                    <a:pt x="0" y="25"/>
                    <a:pt x="0" y="1"/>
                    <a:pt x="0" y="1"/>
                  </a:cubicBezTo>
                  <a:cubicBezTo>
                    <a:pt x="0" y="1"/>
                    <a:pt x="0" y="25"/>
                    <a:pt x="12" y="48"/>
                  </a:cubicBezTo>
                  <a:close/>
                </a:path>
              </a:pathLst>
            </a:custGeom>
            <a:solidFill>
              <a:srgbClr val="56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1">
              <a:extLst>
                <a:ext uri="{FF2B5EF4-FFF2-40B4-BE49-F238E27FC236}">
                  <a16:creationId xmlns:a16="http://schemas.microsoft.com/office/drawing/2014/main" id="{256E9C35-A3E1-BB66-55E2-F081793ABCEE}"/>
                </a:ext>
              </a:extLst>
            </p:cNvPr>
            <p:cNvSpPr/>
            <p:nvPr/>
          </p:nvSpPr>
          <p:spPr>
            <a:xfrm>
              <a:off x="2810450" y="1391450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1942" y="0"/>
                  </a:moveTo>
                  <a:cubicBezTo>
                    <a:pt x="1739" y="0"/>
                    <a:pt x="1471" y="42"/>
                    <a:pt x="1120" y="140"/>
                  </a:cubicBezTo>
                  <a:cubicBezTo>
                    <a:pt x="1" y="450"/>
                    <a:pt x="263" y="1093"/>
                    <a:pt x="263" y="1093"/>
                  </a:cubicBezTo>
                  <a:cubicBezTo>
                    <a:pt x="345" y="1299"/>
                    <a:pt x="531" y="1386"/>
                    <a:pt x="818" y="1386"/>
                  </a:cubicBezTo>
                  <a:cubicBezTo>
                    <a:pt x="1028" y="1386"/>
                    <a:pt x="1292" y="1340"/>
                    <a:pt x="1608" y="1259"/>
                  </a:cubicBezTo>
                  <a:cubicBezTo>
                    <a:pt x="2239" y="1105"/>
                    <a:pt x="2584" y="759"/>
                    <a:pt x="2549" y="438"/>
                  </a:cubicBezTo>
                  <a:cubicBezTo>
                    <a:pt x="2516" y="194"/>
                    <a:pt x="2378" y="0"/>
                    <a:pt x="194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1">
              <a:extLst>
                <a:ext uri="{FF2B5EF4-FFF2-40B4-BE49-F238E27FC236}">
                  <a16:creationId xmlns:a16="http://schemas.microsoft.com/office/drawing/2014/main" id="{6A64E95E-1334-85FA-E234-2ECA795C77F5}"/>
                </a:ext>
              </a:extLst>
            </p:cNvPr>
            <p:cNvSpPr/>
            <p:nvPr/>
          </p:nvSpPr>
          <p:spPr>
            <a:xfrm>
              <a:off x="2959875" y="1421300"/>
              <a:ext cx="61650" cy="48050"/>
            </a:xfrm>
            <a:custGeom>
              <a:avLst/>
              <a:gdLst/>
              <a:ahLst/>
              <a:cxnLst/>
              <a:rect l="l" t="t" r="r" b="b"/>
              <a:pathLst>
                <a:path w="2466" h="1922" extrusionOk="0">
                  <a:moveTo>
                    <a:pt x="553" y="1"/>
                  </a:moveTo>
                  <a:cubicBezTo>
                    <a:pt x="381" y="1"/>
                    <a:pt x="267" y="91"/>
                    <a:pt x="179" y="220"/>
                  </a:cubicBezTo>
                  <a:cubicBezTo>
                    <a:pt x="1" y="494"/>
                    <a:pt x="167" y="970"/>
                    <a:pt x="656" y="1387"/>
                  </a:cubicBezTo>
                  <a:cubicBezTo>
                    <a:pt x="1069" y="1726"/>
                    <a:pt x="1396" y="1922"/>
                    <a:pt x="1654" y="1922"/>
                  </a:cubicBezTo>
                  <a:cubicBezTo>
                    <a:pt x="1767" y="1922"/>
                    <a:pt x="1866" y="1884"/>
                    <a:pt x="1953" y="1804"/>
                  </a:cubicBezTo>
                  <a:cubicBezTo>
                    <a:pt x="1953" y="1804"/>
                    <a:pt x="2465" y="1351"/>
                    <a:pt x="1596" y="589"/>
                  </a:cubicBezTo>
                  <a:cubicBezTo>
                    <a:pt x="1103" y="157"/>
                    <a:pt x="779" y="1"/>
                    <a:pt x="553" y="1"/>
                  </a:cubicBezTo>
                  <a:close/>
                </a:path>
              </a:pathLst>
            </a:custGeom>
            <a:solidFill>
              <a:srgbClr val="EED9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1">
              <a:extLst>
                <a:ext uri="{FF2B5EF4-FFF2-40B4-BE49-F238E27FC236}">
                  <a16:creationId xmlns:a16="http://schemas.microsoft.com/office/drawing/2014/main" id="{C0F1630C-F06F-D92B-BB51-79475F0F8BD4}"/>
                </a:ext>
              </a:extLst>
            </p:cNvPr>
            <p:cNvSpPr/>
            <p:nvPr/>
          </p:nvSpPr>
          <p:spPr>
            <a:xfrm>
              <a:off x="2724425" y="1442150"/>
              <a:ext cx="50925" cy="49675"/>
            </a:xfrm>
            <a:custGeom>
              <a:avLst/>
              <a:gdLst/>
              <a:ahLst/>
              <a:cxnLst/>
              <a:rect l="l" t="t" r="r" b="b"/>
              <a:pathLst>
                <a:path w="2037" h="1987" extrusionOk="0">
                  <a:moveTo>
                    <a:pt x="726" y="0"/>
                  </a:moveTo>
                  <a:cubicBezTo>
                    <a:pt x="331" y="0"/>
                    <a:pt x="24" y="256"/>
                    <a:pt x="13" y="267"/>
                  </a:cubicBezTo>
                  <a:cubicBezTo>
                    <a:pt x="1" y="279"/>
                    <a:pt x="1" y="303"/>
                    <a:pt x="13" y="315"/>
                  </a:cubicBezTo>
                  <a:cubicBezTo>
                    <a:pt x="20" y="329"/>
                    <a:pt x="31" y="335"/>
                    <a:pt x="44" y="335"/>
                  </a:cubicBezTo>
                  <a:cubicBezTo>
                    <a:pt x="53" y="335"/>
                    <a:pt x="62" y="332"/>
                    <a:pt x="72" y="327"/>
                  </a:cubicBezTo>
                  <a:cubicBezTo>
                    <a:pt x="72" y="327"/>
                    <a:pt x="367" y="83"/>
                    <a:pt x="721" y="83"/>
                  </a:cubicBezTo>
                  <a:cubicBezTo>
                    <a:pt x="750" y="83"/>
                    <a:pt x="780" y="85"/>
                    <a:pt x="811" y="89"/>
                  </a:cubicBezTo>
                  <a:cubicBezTo>
                    <a:pt x="1049" y="113"/>
                    <a:pt x="1251" y="243"/>
                    <a:pt x="1430" y="470"/>
                  </a:cubicBezTo>
                  <a:cubicBezTo>
                    <a:pt x="1930" y="1125"/>
                    <a:pt x="1203" y="1910"/>
                    <a:pt x="1203" y="1922"/>
                  </a:cubicBezTo>
                  <a:cubicBezTo>
                    <a:pt x="1192" y="1934"/>
                    <a:pt x="1192" y="1958"/>
                    <a:pt x="1203" y="1982"/>
                  </a:cubicBezTo>
                  <a:lnTo>
                    <a:pt x="1215" y="1982"/>
                  </a:lnTo>
                  <a:cubicBezTo>
                    <a:pt x="1222" y="1985"/>
                    <a:pt x="1228" y="1987"/>
                    <a:pt x="1234" y="1987"/>
                  </a:cubicBezTo>
                  <a:cubicBezTo>
                    <a:pt x="1246" y="1987"/>
                    <a:pt x="1255" y="1978"/>
                    <a:pt x="1263" y="1970"/>
                  </a:cubicBezTo>
                  <a:cubicBezTo>
                    <a:pt x="1275" y="1970"/>
                    <a:pt x="2037" y="1125"/>
                    <a:pt x="1489" y="422"/>
                  </a:cubicBezTo>
                  <a:cubicBezTo>
                    <a:pt x="1299" y="172"/>
                    <a:pt x="1072" y="29"/>
                    <a:pt x="822" y="5"/>
                  </a:cubicBezTo>
                  <a:cubicBezTo>
                    <a:pt x="790" y="2"/>
                    <a:pt x="758" y="0"/>
                    <a:pt x="7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1">
              <a:extLst>
                <a:ext uri="{FF2B5EF4-FFF2-40B4-BE49-F238E27FC236}">
                  <a16:creationId xmlns:a16="http://schemas.microsoft.com/office/drawing/2014/main" id="{6708666C-F692-16BE-779D-B1854A2D10A9}"/>
                </a:ext>
              </a:extLst>
            </p:cNvPr>
            <p:cNvSpPr/>
            <p:nvPr/>
          </p:nvSpPr>
          <p:spPr>
            <a:xfrm>
              <a:off x="2736650" y="1461500"/>
              <a:ext cx="29475" cy="12475"/>
            </a:xfrm>
            <a:custGeom>
              <a:avLst/>
              <a:gdLst/>
              <a:ahLst/>
              <a:cxnLst/>
              <a:rect l="l" t="t" r="r" b="b"/>
              <a:pathLst>
                <a:path w="1179" h="499" extrusionOk="0">
                  <a:moveTo>
                    <a:pt x="406" y="0"/>
                  </a:moveTo>
                  <a:cubicBezTo>
                    <a:pt x="195" y="0"/>
                    <a:pt x="29" y="53"/>
                    <a:pt x="24" y="53"/>
                  </a:cubicBezTo>
                  <a:cubicBezTo>
                    <a:pt x="12" y="65"/>
                    <a:pt x="0" y="89"/>
                    <a:pt x="0" y="101"/>
                  </a:cubicBezTo>
                  <a:cubicBezTo>
                    <a:pt x="0" y="124"/>
                    <a:pt x="12" y="124"/>
                    <a:pt x="24" y="136"/>
                  </a:cubicBezTo>
                  <a:lnTo>
                    <a:pt x="60" y="136"/>
                  </a:lnTo>
                  <a:cubicBezTo>
                    <a:pt x="60" y="131"/>
                    <a:pt x="208" y="83"/>
                    <a:pt x="398" y="83"/>
                  </a:cubicBezTo>
                  <a:cubicBezTo>
                    <a:pt x="635" y="83"/>
                    <a:pt x="937" y="158"/>
                    <a:pt x="1095" y="482"/>
                  </a:cubicBezTo>
                  <a:cubicBezTo>
                    <a:pt x="1104" y="490"/>
                    <a:pt x="1118" y="498"/>
                    <a:pt x="1134" y="498"/>
                  </a:cubicBezTo>
                  <a:cubicBezTo>
                    <a:pt x="1141" y="498"/>
                    <a:pt x="1148" y="497"/>
                    <a:pt x="1155" y="493"/>
                  </a:cubicBezTo>
                  <a:cubicBezTo>
                    <a:pt x="1167" y="482"/>
                    <a:pt x="1179" y="458"/>
                    <a:pt x="1167" y="434"/>
                  </a:cubicBezTo>
                  <a:cubicBezTo>
                    <a:pt x="990" y="80"/>
                    <a:pt x="664" y="0"/>
                    <a:pt x="4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1">
              <a:extLst>
                <a:ext uri="{FF2B5EF4-FFF2-40B4-BE49-F238E27FC236}">
                  <a16:creationId xmlns:a16="http://schemas.microsoft.com/office/drawing/2014/main" id="{EE962372-DAC0-2086-86F6-FC187FCBA32B}"/>
                </a:ext>
              </a:extLst>
            </p:cNvPr>
            <p:cNvSpPr/>
            <p:nvPr/>
          </p:nvSpPr>
          <p:spPr>
            <a:xfrm>
              <a:off x="2893200" y="1400775"/>
              <a:ext cx="35750" cy="106250"/>
            </a:xfrm>
            <a:custGeom>
              <a:avLst/>
              <a:gdLst/>
              <a:ahLst/>
              <a:cxnLst/>
              <a:rect l="l" t="t" r="r" b="b"/>
              <a:pathLst>
                <a:path w="1430" h="4250" extrusionOk="0">
                  <a:moveTo>
                    <a:pt x="1042" y="1"/>
                  </a:moveTo>
                  <a:cubicBezTo>
                    <a:pt x="1026" y="1"/>
                    <a:pt x="1013" y="12"/>
                    <a:pt x="1013" y="29"/>
                  </a:cubicBezTo>
                  <a:cubicBezTo>
                    <a:pt x="906" y="279"/>
                    <a:pt x="1" y="2446"/>
                    <a:pt x="84" y="2791"/>
                  </a:cubicBezTo>
                  <a:cubicBezTo>
                    <a:pt x="122" y="2933"/>
                    <a:pt x="242" y="3089"/>
                    <a:pt x="573" y="3089"/>
                  </a:cubicBezTo>
                  <a:cubicBezTo>
                    <a:pt x="661" y="3089"/>
                    <a:pt x="763" y="3078"/>
                    <a:pt x="882" y="3053"/>
                  </a:cubicBezTo>
                  <a:lnTo>
                    <a:pt x="906" y="3053"/>
                  </a:lnTo>
                  <a:cubicBezTo>
                    <a:pt x="939" y="3046"/>
                    <a:pt x="971" y="3042"/>
                    <a:pt x="1001" y="3042"/>
                  </a:cubicBezTo>
                  <a:cubicBezTo>
                    <a:pt x="1109" y="3042"/>
                    <a:pt x="1192" y="3091"/>
                    <a:pt x="1239" y="3184"/>
                  </a:cubicBezTo>
                  <a:cubicBezTo>
                    <a:pt x="1334" y="3375"/>
                    <a:pt x="1263" y="3720"/>
                    <a:pt x="1072" y="3899"/>
                  </a:cubicBezTo>
                  <a:cubicBezTo>
                    <a:pt x="846" y="4125"/>
                    <a:pt x="489" y="4173"/>
                    <a:pt x="489" y="4173"/>
                  </a:cubicBezTo>
                  <a:cubicBezTo>
                    <a:pt x="465" y="4173"/>
                    <a:pt x="441" y="4196"/>
                    <a:pt x="453" y="4208"/>
                  </a:cubicBezTo>
                  <a:cubicBezTo>
                    <a:pt x="453" y="4232"/>
                    <a:pt x="465" y="4244"/>
                    <a:pt x="477" y="4244"/>
                  </a:cubicBezTo>
                  <a:cubicBezTo>
                    <a:pt x="485" y="4244"/>
                    <a:pt x="488" y="4249"/>
                    <a:pt x="492" y="4249"/>
                  </a:cubicBezTo>
                  <a:cubicBezTo>
                    <a:pt x="494" y="4249"/>
                    <a:pt x="497" y="4248"/>
                    <a:pt x="501" y="4244"/>
                  </a:cubicBezTo>
                  <a:cubicBezTo>
                    <a:pt x="513" y="4244"/>
                    <a:pt x="882" y="4208"/>
                    <a:pt x="1144" y="3958"/>
                  </a:cubicBezTo>
                  <a:cubicBezTo>
                    <a:pt x="1346" y="3744"/>
                    <a:pt x="1430" y="3363"/>
                    <a:pt x="1310" y="3149"/>
                  </a:cubicBezTo>
                  <a:cubicBezTo>
                    <a:pt x="1251" y="3030"/>
                    <a:pt x="1135" y="2961"/>
                    <a:pt x="988" y="2961"/>
                  </a:cubicBezTo>
                  <a:cubicBezTo>
                    <a:pt x="958" y="2961"/>
                    <a:pt x="926" y="2964"/>
                    <a:pt x="894" y="2970"/>
                  </a:cubicBezTo>
                  <a:lnTo>
                    <a:pt x="858" y="2970"/>
                  </a:lnTo>
                  <a:cubicBezTo>
                    <a:pt x="743" y="2994"/>
                    <a:pt x="642" y="3006"/>
                    <a:pt x="555" y="3006"/>
                  </a:cubicBezTo>
                  <a:cubicBezTo>
                    <a:pt x="338" y="3006"/>
                    <a:pt x="210" y="2929"/>
                    <a:pt x="167" y="2768"/>
                  </a:cubicBezTo>
                  <a:cubicBezTo>
                    <a:pt x="108" y="2506"/>
                    <a:pt x="810" y="720"/>
                    <a:pt x="1084" y="65"/>
                  </a:cubicBezTo>
                  <a:cubicBezTo>
                    <a:pt x="1096" y="41"/>
                    <a:pt x="1084" y="17"/>
                    <a:pt x="1060" y="5"/>
                  </a:cubicBezTo>
                  <a:cubicBezTo>
                    <a:pt x="1054" y="2"/>
                    <a:pt x="1048" y="1"/>
                    <a:pt x="10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1">
              <a:extLst>
                <a:ext uri="{FF2B5EF4-FFF2-40B4-BE49-F238E27FC236}">
                  <a16:creationId xmlns:a16="http://schemas.microsoft.com/office/drawing/2014/main" id="{FB14B066-CA44-A4F3-AEB0-24C02E73FC17}"/>
                </a:ext>
              </a:extLst>
            </p:cNvPr>
            <p:cNvSpPr/>
            <p:nvPr/>
          </p:nvSpPr>
          <p:spPr>
            <a:xfrm>
              <a:off x="2780400" y="1476325"/>
              <a:ext cx="68175" cy="45750"/>
            </a:xfrm>
            <a:custGeom>
              <a:avLst/>
              <a:gdLst/>
              <a:ahLst/>
              <a:cxnLst/>
              <a:rect l="l" t="t" r="r" b="b"/>
              <a:pathLst>
                <a:path w="2727" h="1830" extrusionOk="0">
                  <a:moveTo>
                    <a:pt x="747" y="1"/>
                  </a:moveTo>
                  <a:cubicBezTo>
                    <a:pt x="491" y="1"/>
                    <a:pt x="287" y="82"/>
                    <a:pt x="191" y="246"/>
                  </a:cubicBezTo>
                  <a:cubicBezTo>
                    <a:pt x="0" y="591"/>
                    <a:pt x="357" y="1174"/>
                    <a:pt x="1012" y="1543"/>
                  </a:cubicBezTo>
                  <a:cubicBezTo>
                    <a:pt x="1345" y="1734"/>
                    <a:pt x="1686" y="1830"/>
                    <a:pt x="1967" y="1830"/>
                  </a:cubicBezTo>
                  <a:cubicBezTo>
                    <a:pt x="2229" y="1830"/>
                    <a:pt x="2438" y="1746"/>
                    <a:pt x="2536" y="1579"/>
                  </a:cubicBezTo>
                  <a:cubicBezTo>
                    <a:pt x="2727" y="1234"/>
                    <a:pt x="2370" y="662"/>
                    <a:pt x="1715" y="293"/>
                  </a:cubicBezTo>
                  <a:cubicBezTo>
                    <a:pt x="1377" y="100"/>
                    <a:pt x="1030" y="1"/>
                    <a:pt x="747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1">
              <a:extLst>
                <a:ext uri="{FF2B5EF4-FFF2-40B4-BE49-F238E27FC236}">
                  <a16:creationId xmlns:a16="http://schemas.microsoft.com/office/drawing/2014/main" id="{4C551358-3505-2DEE-75E7-09682433806D}"/>
                </a:ext>
              </a:extLst>
            </p:cNvPr>
            <p:cNvSpPr/>
            <p:nvPr/>
          </p:nvSpPr>
          <p:spPr>
            <a:xfrm>
              <a:off x="2922675" y="1525400"/>
              <a:ext cx="68775" cy="36150"/>
            </a:xfrm>
            <a:custGeom>
              <a:avLst/>
              <a:gdLst/>
              <a:ahLst/>
              <a:cxnLst/>
              <a:rect l="l" t="t" r="r" b="b"/>
              <a:pathLst>
                <a:path w="2751" h="1446" extrusionOk="0">
                  <a:moveTo>
                    <a:pt x="1231" y="1"/>
                  </a:moveTo>
                  <a:cubicBezTo>
                    <a:pt x="579" y="1"/>
                    <a:pt x="69" y="250"/>
                    <a:pt x="36" y="616"/>
                  </a:cubicBezTo>
                  <a:cubicBezTo>
                    <a:pt x="0" y="1009"/>
                    <a:pt x="572" y="1378"/>
                    <a:pt x="1322" y="1438"/>
                  </a:cubicBezTo>
                  <a:cubicBezTo>
                    <a:pt x="1390" y="1443"/>
                    <a:pt x="1457" y="1446"/>
                    <a:pt x="1522" y="1446"/>
                  </a:cubicBezTo>
                  <a:cubicBezTo>
                    <a:pt x="2169" y="1446"/>
                    <a:pt x="2683" y="1187"/>
                    <a:pt x="2715" y="831"/>
                  </a:cubicBezTo>
                  <a:cubicBezTo>
                    <a:pt x="2751" y="438"/>
                    <a:pt x="2179" y="69"/>
                    <a:pt x="1441" y="9"/>
                  </a:cubicBezTo>
                  <a:cubicBezTo>
                    <a:pt x="1370" y="3"/>
                    <a:pt x="1300" y="1"/>
                    <a:pt x="1231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1">
              <a:extLst>
                <a:ext uri="{FF2B5EF4-FFF2-40B4-BE49-F238E27FC236}">
                  <a16:creationId xmlns:a16="http://schemas.microsoft.com/office/drawing/2014/main" id="{48C0EC78-5835-CB93-3FE8-6A3380B68DD9}"/>
                </a:ext>
              </a:extLst>
            </p:cNvPr>
            <p:cNvSpPr/>
            <p:nvPr/>
          </p:nvSpPr>
          <p:spPr>
            <a:xfrm>
              <a:off x="2731875" y="1270925"/>
              <a:ext cx="347100" cy="254150"/>
            </a:xfrm>
            <a:custGeom>
              <a:avLst/>
              <a:gdLst/>
              <a:ahLst/>
              <a:cxnLst/>
              <a:rect l="l" t="t" r="r" b="b"/>
              <a:pathLst>
                <a:path w="13884" h="10166" extrusionOk="0">
                  <a:moveTo>
                    <a:pt x="4345" y="1"/>
                  </a:moveTo>
                  <a:cubicBezTo>
                    <a:pt x="3131" y="1"/>
                    <a:pt x="1506" y="242"/>
                    <a:pt x="822" y="1425"/>
                  </a:cubicBezTo>
                  <a:cubicBezTo>
                    <a:pt x="72" y="2723"/>
                    <a:pt x="1" y="4473"/>
                    <a:pt x="60" y="5545"/>
                  </a:cubicBezTo>
                  <a:cubicBezTo>
                    <a:pt x="80" y="5983"/>
                    <a:pt x="442" y="6310"/>
                    <a:pt x="853" y="6310"/>
                  </a:cubicBezTo>
                  <a:cubicBezTo>
                    <a:pt x="945" y="6310"/>
                    <a:pt x="1039" y="6294"/>
                    <a:pt x="1132" y="6259"/>
                  </a:cubicBezTo>
                  <a:cubicBezTo>
                    <a:pt x="1989" y="5938"/>
                    <a:pt x="3322" y="5211"/>
                    <a:pt x="4739" y="3497"/>
                  </a:cubicBezTo>
                  <a:cubicBezTo>
                    <a:pt x="4905" y="3306"/>
                    <a:pt x="5138" y="3208"/>
                    <a:pt x="5368" y="3208"/>
                  </a:cubicBezTo>
                  <a:cubicBezTo>
                    <a:pt x="5584" y="3208"/>
                    <a:pt x="5798" y="3294"/>
                    <a:pt x="5954" y="3473"/>
                  </a:cubicBezTo>
                  <a:cubicBezTo>
                    <a:pt x="7628" y="5324"/>
                    <a:pt x="11370" y="10166"/>
                    <a:pt x="12008" y="10166"/>
                  </a:cubicBezTo>
                  <a:cubicBezTo>
                    <a:pt x="12014" y="10166"/>
                    <a:pt x="12020" y="10165"/>
                    <a:pt x="12026" y="10164"/>
                  </a:cubicBezTo>
                  <a:cubicBezTo>
                    <a:pt x="12740" y="10045"/>
                    <a:pt x="13883" y="5914"/>
                    <a:pt x="13169" y="4164"/>
                  </a:cubicBezTo>
                  <a:cubicBezTo>
                    <a:pt x="12509" y="2513"/>
                    <a:pt x="9900" y="100"/>
                    <a:pt x="6404" y="100"/>
                  </a:cubicBezTo>
                  <a:cubicBezTo>
                    <a:pt x="6244" y="100"/>
                    <a:pt x="6082" y="105"/>
                    <a:pt x="5918" y="115"/>
                  </a:cubicBezTo>
                  <a:cubicBezTo>
                    <a:pt x="5858" y="115"/>
                    <a:pt x="5799" y="115"/>
                    <a:pt x="5751" y="104"/>
                  </a:cubicBezTo>
                  <a:cubicBezTo>
                    <a:pt x="5557" y="74"/>
                    <a:pt x="5013" y="1"/>
                    <a:pt x="434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1">
              <a:extLst>
                <a:ext uri="{FF2B5EF4-FFF2-40B4-BE49-F238E27FC236}">
                  <a16:creationId xmlns:a16="http://schemas.microsoft.com/office/drawing/2014/main" id="{0D7FFB7E-DBEB-6528-8225-6EC6C8567257}"/>
                </a:ext>
              </a:extLst>
            </p:cNvPr>
            <p:cNvSpPr/>
            <p:nvPr/>
          </p:nvSpPr>
          <p:spPr>
            <a:xfrm>
              <a:off x="2954825" y="1496850"/>
              <a:ext cx="21450" cy="21825"/>
            </a:xfrm>
            <a:custGeom>
              <a:avLst/>
              <a:gdLst/>
              <a:ahLst/>
              <a:cxnLst/>
              <a:rect l="l" t="t" r="r" b="b"/>
              <a:pathLst>
                <a:path w="858" h="873" extrusionOk="0">
                  <a:moveTo>
                    <a:pt x="475" y="0"/>
                  </a:moveTo>
                  <a:cubicBezTo>
                    <a:pt x="314" y="0"/>
                    <a:pt x="152" y="122"/>
                    <a:pt x="84" y="306"/>
                  </a:cubicBezTo>
                  <a:cubicBezTo>
                    <a:pt x="0" y="532"/>
                    <a:pt x="84" y="782"/>
                    <a:pt x="274" y="853"/>
                  </a:cubicBezTo>
                  <a:cubicBezTo>
                    <a:pt x="309" y="867"/>
                    <a:pt x="345" y="873"/>
                    <a:pt x="381" y="873"/>
                  </a:cubicBezTo>
                  <a:cubicBezTo>
                    <a:pt x="540" y="873"/>
                    <a:pt x="697" y="750"/>
                    <a:pt x="774" y="556"/>
                  </a:cubicBezTo>
                  <a:cubicBezTo>
                    <a:pt x="858" y="330"/>
                    <a:pt x="774" y="80"/>
                    <a:pt x="584" y="20"/>
                  </a:cubicBezTo>
                  <a:cubicBezTo>
                    <a:pt x="548" y="7"/>
                    <a:pt x="512" y="0"/>
                    <a:pt x="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1">
              <a:extLst>
                <a:ext uri="{FF2B5EF4-FFF2-40B4-BE49-F238E27FC236}">
                  <a16:creationId xmlns:a16="http://schemas.microsoft.com/office/drawing/2014/main" id="{861B09CA-74F9-7352-EB8F-31829327D7D7}"/>
                </a:ext>
              </a:extLst>
            </p:cNvPr>
            <p:cNvSpPr/>
            <p:nvPr/>
          </p:nvSpPr>
          <p:spPr>
            <a:xfrm>
              <a:off x="2838725" y="1462625"/>
              <a:ext cx="21475" cy="22125"/>
            </a:xfrm>
            <a:custGeom>
              <a:avLst/>
              <a:gdLst/>
              <a:ahLst/>
              <a:cxnLst/>
              <a:rect l="l" t="t" r="r" b="b"/>
              <a:pathLst>
                <a:path w="859" h="885" extrusionOk="0">
                  <a:moveTo>
                    <a:pt x="476" y="0"/>
                  </a:moveTo>
                  <a:cubicBezTo>
                    <a:pt x="315" y="0"/>
                    <a:pt x="152" y="123"/>
                    <a:pt x="84" y="317"/>
                  </a:cubicBezTo>
                  <a:cubicBezTo>
                    <a:pt x="1" y="544"/>
                    <a:pt x="84" y="794"/>
                    <a:pt x="275" y="865"/>
                  </a:cubicBezTo>
                  <a:cubicBezTo>
                    <a:pt x="310" y="878"/>
                    <a:pt x="346" y="885"/>
                    <a:pt x="383" y="885"/>
                  </a:cubicBezTo>
                  <a:cubicBezTo>
                    <a:pt x="544" y="885"/>
                    <a:pt x="707" y="762"/>
                    <a:pt x="775" y="567"/>
                  </a:cubicBezTo>
                  <a:cubicBezTo>
                    <a:pt x="858" y="341"/>
                    <a:pt x="775" y="91"/>
                    <a:pt x="584" y="20"/>
                  </a:cubicBezTo>
                  <a:cubicBezTo>
                    <a:pt x="549" y="7"/>
                    <a:pt x="513" y="0"/>
                    <a:pt x="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1">
              <a:extLst>
                <a:ext uri="{FF2B5EF4-FFF2-40B4-BE49-F238E27FC236}">
                  <a16:creationId xmlns:a16="http://schemas.microsoft.com/office/drawing/2014/main" id="{560C6C0E-C552-67B3-D2B8-43865311A791}"/>
                </a:ext>
              </a:extLst>
            </p:cNvPr>
            <p:cNvSpPr/>
            <p:nvPr/>
          </p:nvSpPr>
          <p:spPr>
            <a:xfrm>
              <a:off x="2707475" y="1410250"/>
              <a:ext cx="336675" cy="153600"/>
            </a:xfrm>
            <a:custGeom>
              <a:avLst/>
              <a:gdLst/>
              <a:ahLst/>
              <a:cxnLst/>
              <a:rect l="l" t="t" r="r" b="b"/>
              <a:pathLst>
                <a:path w="13467" h="6144" extrusionOk="0">
                  <a:moveTo>
                    <a:pt x="5357" y="113"/>
                  </a:moveTo>
                  <a:cubicBezTo>
                    <a:pt x="5562" y="113"/>
                    <a:pt x="5771" y="144"/>
                    <a:pt x="5977" y="210"/>
                  </a:cubicBezTo>
                  <a:cubicBezTo>
                    <a:pt x="7061" y="555"/>
                    <a:pt x="7668" y="1710"/>
                    <a:pt x="7323" y="2793"/>
                  </a:cubicBezTo>
                  <a:cubicBezTo>
                    <a:pt x="7043" y="3671"/>
                    <a:pt x="6233" y="4236"/>
                    <a:pt x="5359" y="4236"/>
                  </a:cubicBezTo>
                  <a:cubicBezTo>
                    <a:pt x="5154" y="4236"/>
                    <a:pt x="4945" y="4205"/>
                    <a:pt x="4739" y="4139"/>
                  </a:cubicBezTo>
                  <a:cubicBezTo>
                    <a:pt x="3655" y="3794"/>
                    <a:pt x="3048" y="2639"/>
                    <a:pt x="3394" y="1555"/>
                  </a:cubicBezTo>
                  <a:cubicBezTo>
                    <a:pt x="3673" y="678"/>
                    <a:pt x="4483" y="113"/>
                    <a:pt x="5357" y="113"/>
                  </a:cubicBezTo>
                  <a:close/>
                  <a:moveTo>
                    <a:pt x="11035" y="1911"/>
                  </a:moveTo>
                  <a:cubicBezTo>
                    <a:pt x="11241" y="1911"/>
                    <a:pt x="11450" y="1942"/>
                    <a:pt x="11656" y="2008"/>
                  </a:cubicBezTo>
                  <a:cubicBezTo>
                    <a:pt x="12740" y="2353"/>
                    <a:pt x="13335" y="3508"/>
                    <a:pt x="13002" y="4591"/>
                  </a:cubicBezTo>
                  <a:cubicBezTo>
                    <a:pt x="12722" y="5469"/>
                    <a:pt x="11904" y="6034"/>
                    <a:pt x="11028" y="6034"/>
                  </a:cubicBezTo>
                  <a:cubicBezTo>
                    <a:pt x="10822" y="6034"/>
                    <a:pt x="10613" y="6002"/>
                    <a:pt x="10406" y="5937"/>
                  </a:cubicBezTo>
                  <a:cubicBezTo>
                    <a:pt x="9323" y="5591"/>
                    <a:pt x="8728" y="4437"/>
                    <a:pt x="9061" y="3353"/>
                  </a:cubicBezTo>
                  <a:cubicBezTo>
                    <a:pt x="9340" y="2476"/>
                    <a:pt x="10159" y="1911"/>
                    <a:pt x="11035" y="1911"/>
                  </a:cubicBezTo>
                  <a:close/>
                  <a:moveTo>
                    <a:pt x="5358" y="0"/>
                  </a:moveTo>
                  <a:cubicBezTo>
                    <a:pt x="4457" y="0"/>
                    <a:pt x="3615" y="568"/>
                    <a:pt x="3298" y="1460"/>
                  </a:cubicBezTo>
                  <a:lnTo>
                    <a:pt x="810" y="686"/>
                  </a:lnTo>
                  <a:lnTo>
                    <a:pt x="786" y="686"/>
                  </a:lnTo>
                  <a:cubicBezTo>
                    <a:pt x="762" y="686"/>
                    <a:pt x="179" y="722"/>
                    <a:pt x="0" y="1210"/>
                  </a:cubicBezTo>
                  <a:cubicBezTo>
                    <a:pt x="0" y="1234"/>
                    <a:pt x="12" y="1269"/>
                    <a:pt x="36" y="1281"/>
                  </a:cubicBezTo>
                  <a:lnTo>
                    <a:pt x="48" y="1281"/>
                  </a:lnTo>
                  <a:cubicBezTo>
                    <a:pt x="54" y="1284"/>
                    <a:pt x="61" y="1286"/>
                    <a:pt x="67" y="1286"/>
                  </a:cubicBezTo>
                  <a:cubicBezTo>
                    <a:pt x="88" y="1286"/>
                    <a:pt x="110" y="1272"/>
                    <a:pt x="119" y="1246"/>
                  </a:cubicBezTo>
                  <a:cubicBezTo>
                    <a:pt x="250" y="865"/>
                    <a:pt x="715" y="805"/>
                    <a:pt x="786" y="793"/>
                  </a:cubicBezTo>
                  <a:lnTo>
                    <a:pt x="3263" y="1567"/>
                  </a:lnTo>
                  <a:cubicBezTo>
                    <a:pt x="2941" y="2698"/>
                    <a:pt x="3572" y="3889"/>
                    <a:pt x="4703" y="4246"/>
                  </a:cubicBezTo>
                  <a:cubicBezTo>
                    <a:pt x="4922" y="4317"/>
                    <a:pt x="5144" y="4350"/>
                    <a:pt x="5363" y="4350"/>
                  </a:cubicBezTo>
                  <a:cubicBezTo>
                    <a:pt x="6284" y="4350"/>
                    <a:pt x="7141" y="3753"/>
                    <a:pt x="7430" y="2829"/>
                  </a:cubicBezTo>
                  <a:cubicBezTo>
                    <a:pt x="7465" y="2746"/>
                    <a:pt x="7477" y="2651"/>
                    <a:pt x="7501" y="2567"/>
                  </a:cubicBezTo>
                  <a:cubicBezTo>
                    <a:pt x="7549" y="2560"/>
                    <a:pt x="7650" y="2548"/>
                    <a:pt x="7783" y="2548"/>
                  </a:cubicBezTo>
                  <a:cubicBezTo>
                    <a:pt x="8113" y="2548"/>
                    <a:pt x="8642" y="2626"/>
                    <a:pt x="9049" y="3067"/>
                  </a:cubicBezTo>
                  <a:cubicBezTo>
                    <a:pt x="9013" y="3151"/>
                    <a:pt x="8978" y="3222"/>
                    <a:pt x="8954" y="3305"/>
                  </a:cubicBezTo>
                  <a:cubicBezTo>
                    <a:pt x="8597" y="4460"/>
                    <a:pt x="9228" y="5675"/>
                    <a:pt x="10371" y="6044"/>
                  </a:cubicBezTo>
                  <a:cubicBezTo>
                    <a:pt x="10587" y="6111"/>
                    <a:pt x="10806" y="6144"/>
                    <a:pt x="11023" y="6144"/>
                  </a:cubicBezTo>
                  <a:cubicBezTo>
                    <a:pt x="11947" y="6144"/>
                    <a:pt x="12810" y="5554"/>
                    <a:pt x="13109" y="4627"/>
                  </a:cubicBezTo>
                  <a:cubicBezTo>
                    <a:pt x="13466" y="3484"/>
                    <a:pt x="12835" y="2258"/>
                    <a:pt x="11692" y="1889"/>
                  </a:cubicBezTo>
                  <a:cubicBezTo>
                    <a:pt x="11476" y="1821"/>
                    <a:pt x="11256" y="1788"/>
                    <a:pt x="11041" y="1788"/>
                  </a:cubicBezTo>
                  <a:cubicBezTo>
                    <a:pt x="10237" y="1788"/>
                    <a:pt x="9484" y="2237"/>
                    <a:pt x="9109" y="2960"/>
                  </a:cubicBezTo>
                  <a:cubicBezTo>
                    <a:pt x="8672" y="2515"/>
                    <a:pt x="8136" y="2429"/>
                    <a:pt x="7789" y="2429"/>
                  </a:cubicBezTo>
                  <a:cubicBezTo>
                    <a:pt x="7672" y="2429"/>
                    <a:pt x="7576" y="2439"/>
                    <a:pt x="7513" y="2448"/>
                  </a:cubicBezTo>
                  <a:cubicBezTo>
                    <a:pt x="7644" y="1424"/>
                    <a:pt x="7037" y="424"/>
                    <a:pt x="6013" y="103"/>
                  </a:cubicBezTo>
                  <a:cubicBezTo>
                    <a:pt x="5795" y="33"/>
                    <a:pt x="5575" y="0"/>
                    <a:pt x="5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1">
              <a:extLst>
                <a:ext uri="{FF2B5EF4-FFF2-40B4-BE49-F238E27FC236}">
                  <a16:creationId xmlns:a16="http://schemas.microsoft.com/office/drawing/2014/main" id="{165C68AF-9D58-326A-3D2B-E3F70122C284}"/>
                </a:ext>
              </a:extLst>
            </p:cNvPr>
            <p:cNvSpPr/>
            <p:nvPr/>
          </p:nvSpPr>
          <p:spPr>
            <a:xfrm>
              <a:off x="2729200" y="1491750"/>
              <a:ext cx="25325" cy="27875"/>
            </a:xfrm>
            <a:custGeom>
              <a:avLst/>
              <a:gdLst/>
              <a:ahLst/>
              <a:cxnLst/>
              <a:rect l="l" t="t" r="r" b="b"/>
              <a:pathLst>
                <a:path w="1013" h="1115" extrusionOk="0">
                  <a:moveTo>
                    <a:pt x="611" y="0"/>
                  </a:moveTo>
                  <a:cubicBezTo>
                    <a:pt x="422" y="0"/>
                    <a:pt x="218" y="157"/>
                    <a:pt x="119" y="403"/>
                  </a:cubicBezTo>
                  <a:cubicBezTo>
                    <a:pt x="0" y="688"/>
                    <a:pt x="72" y="998"/>
                    <a:pt x="286" y="1093"/>
                  </a:cubicBezTo>
                  <a:cubicBezTo>
                    <a:pt x="323" y="1108"/>
                    <a:pt x="362" y="1115"/>
                    <a:pt x="402" y="1115"/>
                  </a:cubicBezTo>
                  <a:cubicBezTo>
                    <a:pt x="591" y="1115"/>
                    <a:pt x="795" y="958"/>
                    <a:pt x="893" y="712"/>
                  </a:cubicBezTo>
                  <a:cubicBezTo>
                    <a:pt x="1012" y="426"/>
                    <a:pt x="941" y="117"/>
                    <a:pt x="727" y="22"/>
                  </a:cubicBezTo>
                  <a:cubicBezTo>
                    <a:pt x="689" y="7"/>
                    <a:pt x="650" y="0"/>
                    <a:pt x="6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1">
              <a:extLst>
                <a:ext uri="{FF2B5EF4-FFF2-40B4-BE49-F238E27FC236}">
                  <a16:creationId xmlns:a16="http://schemas.microsoft.com/office/drawing/2014/main" id="{040E1ACF-F3F1-78BE-53B6-3339863C2D02}"/>
                </a:ext>
              </a:extLst>
            </p:cNvPr>
            <p:cNvSpPr/>
            <p:nvPr/>
          </p:nvSpPr>
          <p:spPr>
            <a:xfrm>
              <a:off x="2785450" y="1631650"/>
              <a:ext cx="144400" cy="46050"/>
            </a:xfrm>
            <a:custGeom>
              <a:avLst/>
              <a:gdLst/>
              <a:ahLst/>
              <a:cxnLst/>
              <a:rect l="l" t="t" r="r" b="b"/>
              <a:pathLst>
                <a:path w="5776" h="1842" extrusionOk="0">
                  <a:moveTo>
                    <a:pt x="5273" y="0"/>
                  </a:moveTo>
                  <a:cubicBezTo>
                    <a:pt x="5199" y="0"/>
                    <a:pt x="5120" y="3"/>
                    <a:pt x="5037" y="10"/>
                  </a:cubicBezTo>
                  <a:cubicBezTo>
                    <a:pt x="5037" y="10"/>
                    <a:pt x="4966" y="1057"/>
                    <a:pt x="3573" y="1141"/>
                  </a:cubicBezTo>
                  <a:cubicBezTo>
                    <a:pt x="3519" y="1144"/>
                    <a:pt x="3466" y="1145"/>
                    <a:pt x="3413" y="1145"/>
                  </a:cubicBezTo>
                  <a:cubicBezTo>
                    <a:pt x="2087" y="1145"/>
                    <a:pt x="941" y="176"/>
                    <a:pt x="941" y="176"/>
                  </a:cubicBezTo>
                  <a:cubicBezTo>
                    <a:pt x="941" y="176"/>
                    <a:pt x="849" y="164"/>
                    <a:pt x="685" y="164"/>
                  </a:cubicBezTo>
                  <a:cubicBezTo>
                    <a:pt x="522" y="164"/>
                    <a:pt x="286" y="176"/>
                    <a:pt x="1" y="224"/>
                  </a:cubicBezTo>
                  <a:cubicBezTo>
                    <a:pt x="808" y="1159"/>
                    <a:pt x="1778" y="1842"/>
                    <a:pt x="3092" y="1842"/>
                  </a:cubicBezTo>
                  <a:cubicBezTo>
                    <a:pt x="3367" y="1842"/>
                    <a:pt x="3658" y="1812"/>
                    <a:pt x="3965" y="1748"/>
                  </a:cubicBezTo>
                  <a:cubicBezTo>
                    <a:pt x="4823" y="1605"/>
                    <a:pt x="5454" y="891"/>
                    <a:pt x="5775" y="45"/>
                  </a:cubicBezTo>
                  <a:cubicBezTo>
                    <a:pt x="5629" y="20"/>
                    <a:pt x="5465" y="0"/>
                    <a:pt x="52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1">
              <a:extLst>
                <a:ext uri="{FF2B5EF4-FFF2-40B4-BE49-F238E27FC236}">
                  <a16:creationId xmlns:a16="http://schemas.microsoft.com/office/drawing/2014/main" id="{E41196A8-A959-0819-A655-285022474687}"/>
                </a:ext>
              </a:extLst>
            </p:cNvPr>
            <p:cNvSpPr/>
            <p:nvPr/>
          </p:nvSpPr>
          <p:spPr>
            <a:xfrm>
              <a:off x="2637225" y="1632775"/>
              <a:ext cx="356900" cy="298875"/>
            </a:xfrm>
            <a:custGeom>
              <a:avLst/>
              <a:gdLst/>
              <a:ahLst/>
              <a:cxnLst/>
              <a:rect l="l" t="t" r="r" b="b"/>
              <a:pathLst>
                <a:path w="14276" h="11955" extrusionOk="0">
                  <a:moveTo>
                    <a:pt x="11704" y="0"/>
                  </a:moveTo>
                  <a:cubicBezTo>
                    <a:pt x="11383" y="846"/>
                    <a:pt x="10752" y="1560"/>
                    <a:pt x="9883" y="1703"/>
                  </a:cubicBezTo>
                  <a:cubicBezTo>
                    <a:pt x="9577" y="1767"/>
                    <a:pt x="9288" y="1797"/>
                    <a:pt x="9013" y="1797"/>
                  </a:cubicBezTo>
                  <a:cubicBezTo>
                    <a:pt x="7703" y="1797"/>
                    <a:pt x="6727" y="1114"/>
                    <a:pt x="5930" y="179"/>
                  </a:cubicBezTo>
                  <a:cubicBezTo>
                    <a:pt x="4882" y="358"/>
                    <a:pt x="3191" y="1012"/>
                    <a:pt x="2060" y="3334"/>
                  </a:cubicBezTo>
                  <a:cubicBezTo>
                    <a:pt x="322" y="6906"/>
                    <a:pt x="0" y="10299"/>
                    <a:pt x="286" y="11954"/>
                  </a:cubicBezTo>
                  <a:lnTo>
                    <a:pt x="3715" y="10549"/>
                  </a:lnTo>
                  <a:cubicBezTo>
                    <a:pt x="3715" y="10549"/>
                    <a:pt x="5786" y="11078"/>
                    <a:pt x="8488" y="11078"/>
                  </a:cubicBezTo>
                  <a:cubicBezTo>
                    <a:pt x="8900" y="11078"/>
                    <a:pt x="9327" y="11066"/>
                    <a:pt x="9764" y="11037"/>
                  </a:cubicBezTo>
                  <a:cubicBezTo>
                    <a:pt x="13073" y="10823"/>
                    <a:pt x="12966" y="10597"/>
                    <a:pt x="12966" y="10597"/>
                  </a:cubicBezTo>
                  <a:cubicBezTo>
                    <a:pt x="12966" y="10597"/>
                    <a:pt x="14276" y="9906"/>
                    <a:pt x="14193" y="7204"/>
                  </a:cubicBezTo>
                  <a:cubicBezTo>
                    <a:pt x="14109" y="4501"/>
                    <a:pt x="12990" y="1501"/>
                    <a:pt x="12347" y="262"/>
                  </a:cubicBezTo>
                  <a:cubicBezTo>
                    <a:pt x="12347" y="262"/>
                    <a:pt x="12145" y="96"/>
                    <a:pt x="117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1">
              <a:extLst>
                <a:ext uri="{FF2B5EF4-FFF2-40B4-BE49-F238E27FC236}">
                  <a16:creationId xmlns:a16="http://schemas.microsoft.com/office/drawing/2014/main" id="{CFFD024C-7198-941A-B129-2F88B8E5D915}"/>
                </a:ext>
              </a:extLst>
            </p:cNvPr>
            <p:cNvSpPr/>
            <p:nvPr/>
          </p:nvSpPr>
          <p:spPr>
            <a:xfrm>
              <a:off x="2960175" y="1711825"/>
              <a:ext cx="35150" cy="187075"/>
            </a:xfrm>
            <a:custGeom>
              <a:avLst/>
              <a:gdLst/>
              <a:ahLst/>
              <a:cxnLst/>
              <a:rect l="l" t="t" r="r" b="b"/>
              <a:pathLst>
                <a:path w="1406" h="7483" extrusionOk="0">
                  <a:moveTo>
                    <a:pt x="569" y="0"/>
                  </a:moveTo>
                  <a:cubicBezTo>
                    <a:pt x="562" y="0"/>
                    <a:pt x="555" y="2"/>
                    <a:pt x="548" y="5"/>
                  </a:cubicBezTo>
                  <a:cubicBezTo>
                    <a:pt x="536" y="5"/>
                    <a:pt x="525" y="29"/>
                    <a:pt x="536" y="53"/>
                  </a:cubicBezTo>
                  <a:cubicBezTo>
                    <a:pt x="536" y="65"/>
                    <a:pt x="1322" y="1660"/>
                    <a:pt x="1251" y="4280"/>
                  </a:cubicBezTo>
                  <a:cubicBezTo>
                    <a:pt x="1179" y="6887"/>
                    <a:pt x="48" y="7399"/>
                    <a:pt x="36" y="7411"/>
                  </a:cubicBezTo>
                  <a:cubicBezTo>
                    <a:pt x="13" y="7411"/>
                    <a:pt x="1" y="7435"/>
                    <a:pt x="13" y="7459"/>
                  </a:cubicBezTo>
                  <a:cubicBezTo>
                    <a:pt x="13" y="7471"/>
                    <a:pt x="36" y="7483"/>
                    <a:pt x="48" y="7483"/>
                  </a:cubicBezTo>
                  <a:cubicBezTo>
                    <a:pt x="48" y="7483"/>
                    <a:pt x="48" y="7471"/>
                    <a:pt x="60" y="7471"/>
                  </a:cubicBezTo>
                  <a:cubicBezTo>
                    <a:pt x="108" y="7459"/>
                    <a:pt x="1251" y="6947"/>
                    <a:pt x="1322" y="4280"/>
                  </a:cubicBezTo>
                  <a:cubicBezTo>
                    <a:pt x="1406" y="1637"/>
                    <a:pt x="608" y="29"/>
                    <a:pt x="596" y="17"/>
                  </a:cubicBezTo>
                  <a:cubicBezTo>
                    <a:pt x="596" y="9"/>
                    <a:pt x="584" y="0"/>
                    <a:pt x="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1">
              <a:extLst>
                <a:ext uri="{FF2B5EF4-FFF2-40B4-BE49-F238E27FC236}">
                  <a16:creationId xmlns:a16="http://schemas.microsoft.com/office/drawing/2014/main" id="{0F60392A-FBD0-7B14-601A-784EA817B38B}"/>
                </a:ext>
              </a:extLst>
            </p:cNvPr>
            <p:cNvSpPr/>
            <p:nvPr/>
          </p:nvSpPr>
          <p:spPr>
            <a:xfrm>
              <a:off x="2729200" y="1719875"/>
              <a:ext cx="51225" cy="177525"/>
            </a:xfrm>
            <a:custGeom>
              <a:avLst/>
              <a:gdLst/>
              <a:ahLst/>
              <a:cxnLst/>
              <a:rect l="l" t="t" r="r" b="b"/>
              <a:pathLst>
                <a:path w="2049" h="7101" extrusionOk="0">
                  <a:moveTo>
                    <a:pt x="1774" y="0"/>
                  </a:moveTo>
                  <a:cubicBezTo>
                    <a:pt x="1770" y="0"/>
                    <a:pt x="1766" y="2"/>
                    <a:pt x="1763" y="5"/>
                  </a:cubicBezTo>
                  <a:cubicBezTo>
                    <a:pt x="1739" y="5"/>
                    <a:pt x="1727" y="29"/>
                    <a:pt x="1727" y="41"/>
                  </a:cubicBezTo>
                  <a:cubicBezTo>
                    <a:pt x="1739" y="52"/>
                    <a:pt x="1977" y="1065"/>
                    <a:pt x="1393" y="3493"/>
                  </a:cubicBezTo>
                  <a:cubicBezTo>
                    <a:pt x="822" y="5934"/>
                    <a:pt x="24" y="7030"/>
                    <a:pt x="12" y="7041"/>
                  </a:cubicBezTo>
                  <a:cubicBezTo>
                    <a:pt x="0" y="7065"/>
                    <a:pt x="0" y="7089"/>
                    <a:pt x="24" y="7101"/>
                  </a:cubicBezTo>
                  <a:lnTo>
                    <a:pt x="48" y="7101"/>
                  </a:lnTo>
                  <a:cubicBezTo>
                    <a:pt x="60" y="7101"/>
                    <a:pt x="60" y="7101"/>
                    <a:pt x="72" y="7089"/>
                  </a:cubicBezTo>
                  <a:cubicBezTo>
                    <a:pt x="84" y="7077"/>
                    <a:pt x="881" y="5970"/>
                    <a:pt x="1465" y="3517"/>
                  </a:cubicBezTo>
                  <a:cubicBezTo>
                    <a:pt x="2048" y="1053"/>
                    <a:pt x="1810" y="64"/>
                    <a:pt x="1798" y="29"/>
                  </a:cubicBezTo>
                  <a:cubicBezTo>
                    <a:pt x="1798" y="11"/>
                    <a:pt x="1785" y="0"/>
                    <a:pt x="1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1">
              <a:extLst>
                <a:ext uri="{FF2B5EF4-FFF2-40B4-BE49-F238E27FC236}">
                  <a16:creationId xmlns:a16="http://schemas.microsoft.com/office/drawing/2014/main" id="{F78846BD-C10B-AC66-50EC-168E69EE40EE}"/>
                </a:ext>
              </a:extLst>
            </p:cNvPr>
            <p:cNvSpPr/>
            <p:nvPr/>
          </p:nvSpPr>
          <p:spPr>
            <a:xfrm>
              <a:off x="2815825" y="1795875"/>
              <a:ext cx="184275" cy="172475"/>
            </a:xfrm>
            <a:custGeom>
              <a:avLst/>
              <a:gdLst/>
              <a:ahLst/>
              <a:cxnLst/>
              <a:rect l="l" t="t" r="r" b="b"/>
              <a:pathLst>
                <a:path w="7371" h="6899" extrusionOk="0">
                  <a:moveTo>
                    <a:pt x="6251" y="1"/>
                  </a:moveTo>
                  <a:cubicBezTo>
                    <a:pt x="6251" y="1"/>
                    <a:pt x="4064" y="411"/>
                    <a:pt x="2802" y="411"/>
                  </a:cubicBezTo>
                  <a:cubicBezTo>
                    <a:pt x="2721" y="411"/>
                    <a:pt x="2644" y="409"/>
                    <a:pt x="2572" y="406"/>
                  </a:cubicBezTo>
                  <a:cubicBezTo>
                    <a:pt x="2523" y="403"/>
                    <a:pt x="2473" y="402"/>
                    <a:pt x="2424" y="402"/>
                  </a:cubicBezTo>
                  <a:cubicBezTo>
                    <a:pt x="1260" y="402"/>
                    <a:pt x="131" y="1049"/>
                    <a:pt x="131" y="1049"/>
                  </a:cubicBezTo>
                  <a:cubicBezTo>
                    <a:pt x="131" y="1049"/>
                    <a:pt x="214" y="1584"/>
                    <a:pt x="345" y="3347"/>
                  </a:cubicBezTo>
                  <a:cubicBezTo>
                    <a:pt x="464" y="5109"/>
                    <a:pt x="0" y="6466"/>
                    <a:pt x="0" y="6466"/>
                  </a:cubicBezTo>
                  <a:cubicBezTo>
                    <a:pt x="0" y="6466"/>
                    <a:pt x="1324" y="6899"/>
                    <a:pt x="2664" y="6899"/>
                  </a:cubicBezTo>
                  <a:cubicBezTo>
                    <a:pt x="3157" y="6899"/>
                    <a:pt x="3652" y="6840"/>
                    <a:pt x="4084" y="6680"/>
                  </a:cubicBezTo>
                  <a:cubicBezTo>
                    <a:pt x="5691" y="6097"/>
                    <a:pt x="7120" y="6037"/>
                    <a:pt x="7120" y="6037"/>
                  </a:cubicBezTo>
                  <a:cubicBezTo>
                    <a:pt x="7120" y="6037"/>
                    <a:pt x="7299" y="5514"/>
                    <a:pt x="7334" y="4823"/>
                  </a:cubicBezTo>
                  <a:cubicBezTo>
                    <a:pt x="7370" y="4144"/>
                    <a:pt x="6251" y="1"/>
                    <a:pt x="62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1">
              <a:extLst>
                <a:ext uri="{FF2B5EF4-FFF2-40B4-BE49-F238E27FC236}">
                  <a16:creationId xmlns:a16="http://schemas.microsoft.com/office/drawing/2014/main" id="{182A8C0A-E0B9-D689-BAEA-ECB0CCB7C8D0}"/>
                </a:ext>
              </a:extLst>
            </p:cNvPr>
            <p:cNvSpPr/>
            <p:nvPr/>
          </p:nvSpPr>
          <p:spPr>
            <a:xfrm>
              <a:off x="2742300" y="1693725"/>
              <a:ext cx="137825" cy="143625"/>
            </a:xfrm>
            <a:custGeom>
              <a:avLst/>
              <a:gdLst/>
              <a:ahLst/>
              <a:cxnLst/>
              <a:rect l="l" t="t" r="r" b="b"/>
              <a:pathLst>
                <a:path w="5513" h="5745" extrusionOk="0">
                  <a:moveTo>
                    <a:pt x="250" y="0"/>
                  </a:moveTo>
                  <a:cubicBezTo>
                    <a:pt x="194" y="0"/>
                    <a:pt x="137" y="21"/>
                    <a:pt x="96" y="63"/>
                  </a:cubicBezTo>
                  <a:cubicBezTo>
                    <a:pt x="0" y="146"/>
                    <a:pt x="0" y="277"/>
                    <a:pt x="84" y="372"/>
                  </a:cubicBezTo>
                  <a:lnTo>
                    <a:pt x="5120" y="5682"/>
                  </a:lnTo>
                  <a:cubicBezTo>
                    <a:pt x="5162" y="5724"/>
                    <a:pt x="5215" y="5745"/>
                    <a:pt x="5270" y="5745"/>
                  </a:cubicBezTo>
                  <a:cubicBezTo>
                    <a:pt x="5325" y="5745"/>
                    <a:pt x="5382" y="5724"/>
                    <a:pt x="5430" y="5682"/>
                  </a:cubicBezTo>
                  <a:cubicBezTo>
                    <a:pt x="5513" y="5599"/>
                    <a:pt x="5513" y="5456"/>
                    <a:pt x="5441" y="5373"/>
                  </a:cubicBezTo>
                  <a:lnTo>
                    <a:pt x="405" y="63"/>
                  </a:lnTo>
                  <a:cubicBezTo>
                    <a:pt x="363" y="21"/>
                    <a:pt x="307" y="0"/>
                    <a:pt x="250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1">
              <a:extLst>
                <a:ext uri="{FF2B5EF4-FFF2-40B4-BE49-F238E27FC236}">
                  <a16:creationId xmlns:a16="http://schemas.microsoft.com/office/drawing/2014/main" id="{0E05D44E-A911-51AC-0CE2-EF3C02405D45}"/>
                </a:ext>
              </a:extLst>
            </p:cNvPr>
            <p:cNvSpPr/>
            <p:nvPr/>
          </p:nvSpPr>
          <p:spPr>
            <a:xfrm>
              <a:off x="2729200" y="1683450"/>
              <a:ext cx="29500" cy="21600"/>
            </a:xfrm>
            <a:custGeom>
              <a:avLst/>
              <a:gdLst/>
              <a:ahLst/>
              <a:cxnLst/>
              <a:rect l="l" t="t" r="r" b="b"/>
              <a:pathLst>
                <a:path w="1180" h="864" extrusionOk="0">
                  <a:moveTo>
                    <a:pt x="856" y="1"/>
                  </a:moveTo>
                  <a:cubicBezTo>
                    <a:pt x="726" y="1"/>
                    <a:pt x="562" y="55"/>
                    <a:pt x="405" y="164"/>
                  </a:cubicBezTo>
                  <a:cubicBezTo>
                    <a:pt x="131" y="343"/>
                    <a:pt x="0" y="617"/>
                    <a:pt x="96" y="771"/>
                  </a:cubicBezTo>
                  <a:cubicBezTo>
                    <a:pt x="142" y="833"/>
                    <a:pt x="222" y="863"/>
                    <a:pt x="322" y="863"/>
                  </a:cubicBezTo>
                  <a:cubicBezTo>
                    <a:pt x="454" y="863"/>
                    <a:pt x="618" y="809"/>
                    <a:pt x="774" y="700"/>
                  </a:cubicBezTo>
                  <a:cubicBezTo>
                    <a:pt x="1036" y="521"/>
                    <a:pt x="1179" y="247"/>
                    <a:pt x="1072" y="93"/>
                  </a:cubicBezTo>
                  <a:cubicBezTo>
                    <a:pt x="1031" y="31"/>
                    <a:pt x="953" y="1"/>
                    <a:pt x="856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1">
              <a:extLst>
                <a:ext uri="{FF2B5EF4-FFF2-40B4-BE49-F238E27FC236}">
                  <a16:creationId xmlns:a16="http://schemas.microsoft.com/office/drawing/2014/main" id="{FE50628C-864B-AB08-7013-F6E685937BE5}"/>
                </a:ext>
              </a:extLst>
            </p:cNvPr>
            <p:cNvSpPr/>
            <p:nvPr/>
          </p:nvSpPr>
          <p:spPr>
            <a:xfrm>
              <a:off x="2633350" y="1791675"/>
              <a:ext cx="254225" cy="187600"/>
            </a:xfrm>
            <a:custGeom>
              <a:avLst/>
              <a:gdLst/>
              <a:ahLst/>
              <a:cxnLst/>
              <a:rect l="l" t="t" r="r" b="b"/>
              <a:pathLst>
                <a:path w="10169" h="7504" extrusionOk="0">
                  <a:moveTo>
                    <a:pt x="8047" y="0"/>
                  </a:moveTo>
                  <a:cubicBezTo>
                    <a:pt x="8036" y="0"/>
                    <a:pt x="8025" y="1"/>
                    <a:pt x="8014" y="2"/>
                  </a:cubicBezTo>
                  <a:cubicBezTo>
                    <a:pt x="7585" y="50"/>
                    <a:pt x="7001" y="1562"/>
                    <a:pt x="7001" y="1562"/>
                  </a:cubicBezTo>
                  <a:cubicBezTo>
                    <a:pt x="7001" y="1562"/>
                    <a:pt x="3275" y="3146"/>
                    <a:pt x="834" y="4717"/>
                  </a:cubicBezTo>
                  <a:cubicBezTo>
                    <a:pt x="1" y="5872"/>
                    <a:pt x="513" y="7420"/>
                    <a:pt x="2846" y="7503"/>
                  </a:cubicBezTo>
                  <a:cubicBezTo>
                    <a:pt x="5251" y="5658"/>
                    <a:pt x="8430" y="3193"/>
                    <a:pt x="8430" y="3193"/>
                  </a:cubicBezTo>
                  <a:cubicBezTo>
                    <a:pt x="9264" y="2800"/>
                    <a:pt x="10169" y="2169"/>
                    <a:pt x="10049" y="1883"/>
                  </a:cubicBezTo>
                  <a:cubicBezTo>
                    <a:pt x="9977" y="1682"/>
                    <a:pt x="9867" y="1650"/>
                    <a:pt x="9803" y="1650"/>
                  </a:cubicBezTo>
                  <a:cubicBezTo>
                    <a:pt x="9774" y="1650"/>
                    <a:pt x="9754" y="1656"/>
                    <a:pt x="9752" y="1657"/>
                  </a:cubicBezTo>
                  <a:lnTo>
                    <a:pt x="9752" y="1657"/>
                  </a:lnTo>
                  <a:cubicBezTo>
                    <a:pt x="9762" y="1653"/>
                    <a:pt x="10083" y="1534"/>
                    <a:pt x="9966" y="1264"/>
                  </a:cubicBezTo>
                  <a:cubicBezTo>
                    <a:pt x="9902" y="1130"/>
                    <a:pt x="9795" y="1096"/>
                    <a:pt x="9703" y="1096"/>
                  </a:cubicBezTo>
                  <a:cubicBezTo>
                    <a:pt x="9637" y="1096"/>
                    <a:pt x="9578" y="1114"/>
                    <a:pt x="9548" y="1125"/>
                  </a:cubicBezTo>
                  <a:lnTo>
                    <a:pt x="9548" y="1125"/>
                  </a:lnTo>
                  <a:cubicBezTo>
                    <a:pt x="9608" y="1097"/>
                    <a:pt x="9768" y="1003"/>
                    <a:pt x="9680" y="788"/>
                  </a:cubicBezTo>
                  <a:cubicBezTo>
                    <a:pt x="9611" y="623"/>
                    <a:pt x="9519" y="570"/>
                    <a:pt x="9430" y="570"/>
                  </a:cubicBezTo>
                  <a:cubicBezTo>
                    <a:pt x="9277" y="570"/>
                    <a:pt x="9133" y="729"/>
                    <a:pt x="9133" y="729"/>
                  </a:cubicBezTo>
                  <a:cubicBezTo>
                    <a:pt x="9133" y="729"/>
                    <a:pt x="9418" y="395"/>
                    <a:pt x="9192" y="121"/>
                  </a:cubicBezTo>
                  <a:cubicBezTo>
                    <a:pt x="9164" y="87"/>
                    <a:pt x="9125" y="72"/>
                    <a:pt x="9079" y="72"/>
                  </a:cubicBezTo>
                  <a:cubicBezTo>
                    <a:pt x="8755" y="72"/>
                    <a:pt x="8061" y="812"/>
                    <a:pt x="8061" y="812"/>
                  </a:cubicBezTo>
                  <a:cubicBezTo>
                    <a:pt x="8061" y="812"/>
                    <a:pt x="8422" y="0"/>
                    <a:pt x="8047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1">
              <a:extLst>
                <a:ext uri="{FF2B5EF4-FFF2-40B4-BE49-F238E27FC236}">
                  <a16:creationId xmlns:a16="http://schemas.microsoft.com/office/drawing/2014/main" id="{37E89E8E-04A1-44C9-D2C8-B2B54CD187BA}"/>
                </a:ext>
              </a:extLst>
            </p:cNvPr>
            <p:cNvSpPr/>
            <p:nvPr/>
          </p:nvSpPr>
          <p:spPr>
            <a:xfrm>
              <a:off x="2790225" y="1830700"/>
              <a:ext cx="44375" cy="63725"/>
            </a:xfrm>
            <a:custGeom>
              <a:avLst/>
              <a:gdLst/>
              <a:ahLst/>
              <a:cxnLst/>
              <a:rect l="l" t="t" r="r" b="b"/>
              <a:pathLst>
                <a:path w="1775" h="2549" extrusionOk="0">
                  <a:moveTo>
                    <a:pt x="726" y="1"/>
                  </a:moveTo>
                  <a:cubicBezTo>
                    <a:pt x="726" y="1"/>
                    <a:pt x="441" y="61"/>
                    <a:pt x="0" y="215"/>
                  </a:cubicBezTo>
                  <a:cubicBezTo>
                    <a:pt x="393" y="1013"/>
                    <a:pt x="822" y="1823"/>
                    <a:pt x="1346" y="2549"/>
                  </a:cubicBezTo>
                  <a:cubicBezTo>
                    <a:pt x="1619" y="2204"/>
                    <a:pt x="1774" y="1930"/>
                    <a:pt x="1774" y="1930"/>
                  </a:cubicBezTo>
                  <a:lnTo>
                    <a:pt x="7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1">
              <a:extLst>
                <a:ext uri="{FF2B5EF4-FFF2-40B4-BE49-F238E27FC236}">
                  <a16:creationId xmlns:a16="http://schemas.microsoft.com/office/drawing/2014/main" id="{710588B8-4CEB-D284-A792-CD4C0FA23F8D}"/>
                </a:ext>
              </a:extLst>
            </p:cNvPr>
            <p:cNvSpPr/>
            <p:nvPr/>
          </p:nvSpPr>
          <p:spPr>
            <a:xfrm>
              <a:off x="2635725" y="1836075"/>
              <a:ext cx="187850" cy="150875"/>
            </a:xfrm>
            <a:custGeom>
              <a:avLst/>
              <a:gdLst/>
              <a:ahLst/>
              <a:cxnLst/>
              <a:rect l="l" t="t" r="r" b="b"/>
              <a:pathLst>
                <a:path w="7514" h="6035" extrusionOk="0">
                  <a:moveTo>
                    <a:pt x="6180" y="0"/>
                  </a:moveTo>
                  <a:cubicBezTo>
                    <a:pt x="5073" y="357"/>
                    <a:pt x="2930" y="1191"/>
                    <a:pt x="1156" y="2679"/>
                  </a:cubicBezTo>
                  <a:cubicBezTo>
                    <a:pt x="1156" y="2679"/>
                    <a:pt x="825" y="1942"/>
                    <a:pt x="544" y="1942"/>
                  </a:cubicBezTo>
                  <a:cubicBezTo>
                    <a:pt x="392" y="1942"/>
                    <a:pt x="254" y="2158"/>
                    <a:pt x="191" y="2822"/>
                  </a:cubicBezTo>
                  <a:cubicBezTo>
                    <a:pt x="1" y="4703"/>
                    <a:pt x="1227" y="5620"/>
                    <a:pt x="1227" y="5620"/>
                  </a:cubicBezTo>
                  <a:cubicBezTo>
                    <a:pt x="1610" y="5913"/>
                    <a:pt x="2016" y="6035"/>
                    <a:pt x="2429" y="6035"/>
                  </a:cubicBezTo>
                  <a:cubicBezTo>
                    <a:pt x="4371" y="6035"/>
                    <a:pt x="6467" y="3335"/>
                    <a:pt x="6978" y="2894"/>
                  </a:cubicBezTo>
                  <a:cubicBezTo>
                    <a:pt x="7192" y="2715"/>
                    <a:pt x="7371" y="2513"/>
                    <a:pt x="7514" y="2334"/>
                  </a:cubicBezTo>
                  <a:cubicBezTo>
                    <a:pt x="7002" y="1608"/>
                    <a:pt x="6573" y="798"/>
                    <a:pt x="6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1">
              <a:extLst>
                <a:ext uri="{FF2B5EF4-FFF2-40B4-BE49-F238E27FC236}">
                  <a16:creationId xmlns:a16="http://schemas.microsoft.com/office/drawing/2014/main" id="{13E764F6-2CB1-40C4-F43A-5B859D5B0B32}"/>
                </a:ext>
              </a:extLst>
            </p:cNvPr>
            <p:cNvSpPr/>
            <p:nvPr/>
          </p:nvSpPr>
          <p:spPr>
            <a:xfrm>
              <a:off x="2906900" y="1706225"/>
              <a:ext cx="144975" cy="135200"/>
            </a:xfrm>
            <a:custGeom>
              <a:avLst/>
              <a:gdLst/>
              <a:ahLst/>
              <a:cxnLst/>
              <a:rect l="l" t="t" r="r" b="b"/>
              <a:pathLst>
                <a:path w="5799" h="5408" extrusionOk="0">
                  <a:moveTo>
                    <a:pt x="5561" y="0"/>
                  </a:moveTo>
                  <a:cubicBezTo>
                    <a:pt x="5504" y="0"/>
                    <a:pt x="5448" y="21"/>
                    <a:pt x="5406" y="63"/>
                  </a:cubicBezTo>
                  <a:lnTo>
                    <a:pt x="596" y="4635"/>
                  </a:lnTo>
                  <a:cubicBezTo>
                    <a:pt x="512" y="4718"/>
                    <a:pt x="0" y="5313"/>
                    <a:pt x="84" y="5397"/>
                  </a:cubicBezTo>
                  <a:cubicBezTo>
                    <a:pt x="91" y="5404"/>
                    <a:pt x="101" y="5408"/>
                    <a:pt x="114" y="5408"/>
                  </a:cubicBezTo>
                  <a:cubicBezTo>
                    <a:pt x="262" y="5408"/>
                    <a:pt x="782" y="4949"/>
                    <a:pt x="870" y="4873"/>
                  </a:cubicBezTo>
                  <a:lnTo>
                    <a:pt x="5704" y="384"/>
                  </a:lnTo>
                  <a:cubicBezTo>
                    <a:pt x="5799" y="301"/>
                    <a:pt x="5799" y="158"/>
                    <a:pt x="5715" y="63"/>
                  </a:cubicBezTo>
                  <a:cubicBezTo>
                    <a:pt x="5674" y="21"/>
                    <a:pt x="5617" y="0"/>
                    <a:pt x="5561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1">
              <a:extLst>
                <a:ext uri="{FF2B5EF4-FFF2-40B4-BE49-F238E27FC236}">
                  <a16:creationId xmlns:a16="http://schemas.microsoft.com/office/drawing/2014/main" id="{32AC834B-8BD0-2555-5E42-AE84BBFD42CF}"/>
                </a:ext>
              </a:extLst>
            </p:cNvPr>
            <p:cNvSpPr/>
            <p:nvPr/>
          </p:nvSpPr>
          <p:spPr>
            <a:xfrm>
              <a:off x="3038475" y="1694100"/>
              <a:ext cx="24425" cy="26075"/>
            </a:xfrm>
            <a:custGeom>
              <a:avLst/>
              <a:gdLst/>
              <a:ahLst/>
              <a:cxnLst/>
              <a:rect l="l" t="t" r="r" b="b"/>
              <a:pathLst>
                <a:path w="977" h="1043" extrusionOk="0">
                  <a:moveTo>
                    <a:pt x="269" y="0"/>
                  </a:moveTo>
                  <a:cubicBezTo>
                    <a:pt x="226" y="0"/>
                    <a:pt x="187" y="11"/>
                    <a:pt x="155" y="36"/>
                  </a:cubicBezTo>
                  <a:cubicBezTo>
                    <a:pt x="0" y="131"/>
                    <a:pt x="36" y="441"/>
                    <a:pt x="214" y="702"/>
                  </a:cubicBezTo>
                  <a:cubicBezTo>
                    <a:pt x="363" y="916"/>
                    <a:pt x="563" y="1043"/>
                    <a:pt x="711" y="1043"/>
                  </a:cubicBezTo>
                  <a:cubicBezTo>
                    <a:pt x="753" y="1043"/>
                    <a:pt x="790" y="1033"/>
                    <a:pt x="822" y="1012"/>
                  </a:cubicBezTo>
                  <a:cubicBezTo>
                    <a:pt x="976" y="905"/>
                    <a:pt x="941" y="607"/>
                    <a:pt x="750" y="345"/>
                  </a:cubicBezTo>
                  <a:cubicBezTo>
                    <a:pt x="612" y="133"/>
                    <a:pt x="417" y="0"/>
                    <a:pt x="269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1">
              <a:extLst>
                <a:ext uri="{FF2B5EF4-FFF2-40B4-BE49-F238E27FC236}">
                  <a16:creationId xmlns:a16="http://schemas.microsoft.com/office/drawing/2014/main" id="{4114A108-2D97-A927-AD87-15DF95A07D0C}"/>
                </a:ext>
              </a:extLst>
            </p:cNvPr>
            <p:cNvSpPr/>
            <p:nvPr/>
          </p:nvSpPr>
          <p:spPr>
            <a:xfrm>
              <a:off x="2938450" y="17911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0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FCB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1">
              <a:extLst>
                <a:ext uri="{FF2B5EF4-FFF2-40B4-BE49-F238E27FC236}">
                  <a16:creationId xmlns:a16="http://schemas.microsoft.com/office/drawing/2014/main" id="{10313364-7F95-5BC2-9FFC-B5F74CE1AFBA}"/>
                </a:ext>
              </a:extLst>
            </p:cNvPr>
            <p:cNvSpPr/>
            <p:nvPr/>
          </p:nvSpPr>
          <p:spPr>
            <a:xfrm>
              <a:off x="2916125" y="1769125"/>
              <a:ext cx="102725" cy="113700"/>
            </a:xfrm>
            <a:custGeom>
              <a:avLst/>
              <a:gdLst/>
              <a:ahLst/>
              <a:cxnLst/>
              <a:rect l="l" t="t" r="r" b="b"/>
              <a:pathLst>
                <a:path w="4109" h="4548" extrusionOk="0">
                  <a:moveTo>
                    <a:pt x="1611" y="0"/>
                  </a:moveTo>
                  <a:cubicBezTo>
                    <a:pt x="1585" y="0"/>
                    <a:pt x="1560" y="7"/>
                    <a:pt x="1536" y="23"/>
                  </a:cubicBezTo>
                  <a:cubicBezTo>
                    <a:pt x="1239" y="214"/>
                    <a:pt x="1405" y="619"/>
                    <a:pt x="1405" y="619"/>
                  </a:cubicBezTo>
                  <a:cubicBezTo>
                    <a:pt x="1405" y="619"/>
                    <a:pt x="1288" y="371"/>
                    <a:pt x="1106" y="371"/>
                  </a:cubicBezTo>
                  <a:cubicBezTo>
                    <a:pt x="1036" y="371"/>
                    <a:pt x="956" y="408"/>
                    <a:pt x="870" y="511"/>
                  </a:cubicBezTo>
                  <a:cubicBezTo>
                    <a:pt x="715" y="690"/>
                    <a:pt x="846" y="833"/>
                    <a:pt x="894" y="880"/>
                  </a:cubicBezTo>
                  <a:cubicBezTo>
                    <a:pt x="857" y="844"/>
                    <a:pt x="767" y="781"/>
                    <a:pt x="662" y="781"/>
                  </a:cubicBezTo>
                  <a:cubicBezTo>
                    <a:pt x="595" y="781"/>
                    <a:pt x="522" y="806"/>
                    <a:pt x="453" y="880"/>
                  </a:cubicBezTo>
                  <a:cubicBezTo>
                    <a:pt x="253" y="1104"/>
                    <a:pt x="529" y="1316"/>
                    <a:pt x="536" y="1321"/>
                  </a:cubicBezTo>
                  <a:lnTo>
                    <a:pt x="536" y="1321"/>
                  </a:lnTo>
                  <a:cubicBezTo>
                    <a:pt x="534" y="1319"/>
                    <a:pt x="496" y="1291"/>
                    <a:pt x="435" y="1291"/>
                  </a:cubicBezTo>
                  <a:cubicBezTo>
                    <a:pt x="373" y="1291"/>
                    <a:pt x="286" y="1321"/>
                    <a:pt x="191" y="1440"/>
                  </a:cubicBezTo>
                  <a:cubicBezTo>
                    <a:pt x="1" y="1690"/>
                    <a:pt x="679" y="2547"/>
                    <a:pt x="1346" y="3178"/>
                  </a:cubicBezTo>
                  <a:cubicBezTo>
                    <a:pt x="1346" y="3178"/>
                    <a:pt x="1763" y="3702"/>
                    <a:pt x="2156" y="4548"/>
                  </a:cubicBezTo>
                  <a:cubicBezTo>
                    <a:pt x="2775" y="3928"/>
                    <a:pt x="3430" y="3345"/>
                    <a:pt x="4108" y="2785"/>
                  </a:cubicBezTo>
                  <a:cubicBezTo>
                    <a:pt x="3406" y="2071"/>
                    <a:pt x="3203" y="2035"/>
                    <a:pt x="3203" y="2035"/>
                  </a:cubicBezTo>
                  <a:cubicBezTo>
                    <a:pt x="3203" y="2035"/>
                    <a:pt x="3084" y="428"/>
                    <a:pt x="2691" y="249"/>
                  </a:cubicBezTo>
                  <a:cubicBezTo>
                    <a:pt x="2657" y="234"/>
                    <a:pt x="2627" y="227"/>
                    <a:pt x="2600" y="227"/>
                  </a:cubicBezTo>
                  <a:cubicBezTo>
                    <a:pt x="2316" y="227"/>
                    <a:pt x="2406" y="1011"/>
                    <a:pt x="2406" y="1011"/>
                  </a:cubicBezTo>
                  <a:cubicBezTo>
                    <a:pt x="2406" y="1011"/>
                    <a:pt x="1920" y="0"/>
                    <a:pt x="1611" y="0"/>
                  </a:cubicBezTo>
                  <a:close/>
                </a:path>
              </a:pathLst>
            </a:custGeom>
            <a:solidFill>
              <a:srgbClr val="A05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1">
              <a:extLst>
                <a:ext uri="{FF2B5EF4-FFF2-40B4-BE49-F238E27FC236}">
                  <a16:creationId xmlns:a16="http://schemas.microsoft.com/office/drawing/2014/main" id="{4F2762E1-2C2B-E683-B93C-5D07AD2E21EC}"/>
                </a:ext>
              </a:extLst>
            </p:cNvPr>
            <p:cNvSpPr/>
            <p:nvPr/>
          </p:nvSpPr>
          <p:spPr>
            <a:xfrm>
              <a:off x="2956900" y="1820000"/>
              <a:ext cx="55100" cy="56575"/>
            </a:xfrm>
            <a:custGeom>
              <a:avLst/>
              <a:gdLst/>
              <a:ahLst/>
              <a:cxnLst/>
              <a:rect l="l" t="t" r="r" b="b"/>
              <a:pathLst>
                <a:path w="2204" h="2263" extrusionOk="0">
                  <a:moveTo>
                    <a:pt x="1572" y="0"/>
                  </a:moveTo>
                  <a:lnTo>
                    <a:pt x="1" y="1536"/>
                  </a:lnTo>
                  <a:cubicBezTo>
                    <a:pt x="1" y="1536"/>
                    <a:pt x="72" y="1846"/>
                    <a:pt x="239" y="2263"/>
                  </a:cubicBezTo>
                  <a:cubicBezTo>
                    <a:pt x="953" y="1715"/>
                    <a:pt x="1596" y="1072"/>
                    <a:pt x="2203" y="417"/>
                  </a:cubicBezTo>
                  <a:cubicBezTo>
                    <a:pt x="1822" y="143"/>
                    <a:pt x="1572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1">
              <a:extLst>
                <a:ext uri="{FF2B5EF4-FFF2-40B4-BE49-F238E27FC236}">
                  <a16:creationId xmlns:a16="http://schemas.microsoft.com/office/drawing/2014/main" id="{2BA59FBD-01A8-CABC-75F1-30F9945F4910}"/>
                </a:ext>
              </a:extLst>
            </p:cNvPr>
            <p:cNvSpPr/>
            <p:nvPr/>
          </p:nvSpPr>
          <p:spPr>
            <a:xfrm>
              <a:off x="2962850" y="1830425"/>
              <a:ext cx="97075" cy="108375"/>
            </a:xfrm>
            <a:custGeom>
              <a:avLst/>
              <a:gdLst/>
              <a:ahLst/>
              <a:cxnLst/>
              <a:rect l="l" t="t" r="r" b="b"/>
              <a:pathLst>
                <a:path w="3883" h="4335" extrusionOk="0">
                  <a:moveTo>
                    <a:pt x="1965" y="0"/>
                  </a:moveTo>
                  <a:cubicBezTo>
                    <a:pt x="1358" y="655"/>
                    <a:pt x="715" y="1298"/>
                    <a:pt x="1" y="1846"/>
                  </a:cubicBezTo>
                  <a:cubicBezTo>
                    <a:pt x="84" y="2060"/>
                    <a:pt x="37" y="2703"/>
                    <a:pt x="168" y="2941"/>
                  </a:cubicBezTo>
                  <a:cubicBezTo>
                    <a:pt x="600" y="3765"/>
                    <a:pt x="1057" y="4335"/>
                    <a:pt x="1884" y="4335"/>
                  </a:cubicBezTo>
                  <a:cubicBezTo>
                    <a:pt x="2037" y="4335"/>
                    <a:pt x="2202" y="4315"/>
                    <a:pt x="2382" y="4274"/>
                  </a:cubicBezTo>
                  <a:cubicBezTo>
                    <a:pt x="2382" y="4274"/>
                    <a:pt x="3501" y="3846"/>
                    <a:pt x="3716" y="2834"/>
                  </a:cubicBezTo>
                  <a:cubicBezTo>
                    <a:pt x="3882" y="2024"/>
                    <a:pt x="2918" y="667"/>
                    <a:pt x="1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1">
              <a:extLst>
                <a:ext uri="{FF2B5EF4-FFF2-40B4-BE49-F238E27FC236}">
                  <a16:creationId xmlns:a16="http://schemas.microsoft.com/office/drawing/2014/main" id="{575C6043-5848-A988-296E-A06B2E69DEEA}"/>
                </a:ext>
              </a:extLst>
            </p:cNvPr>
            <p:cNvSpPr/>
            <p:nvPr/>
          </p:nvSpPr>
          <p:spPr>
            <a:xfrm>
              <a:off x="2911375" y="1805125"/>
              <a:ext cx="19075" cy="39300"/>
            </a:xfrm>
            <a:custGeom>
              <a:avLst/>
              <a:gdLst/>
              <a:ahLst/>
              <a:cxnLst/>
              <a:rect l="l" t="t" r="r" b="b"/>
              <a:pathLst>
                <a:path w="763" h="1572" extrusionOk="0">
                  <a:moveTo>
                    <a:pt x="155" y="0"/>
                  </a:moveTo>
                  <a:lnTo>
                    <a:pt x="0" y="36"/>
                  </a:lnTo>
                  <a:cubicBezTo>
                    <a:pt x="0" y="36"/>
                    <a:pt x="619" y="810"/>
                    <a:pt x="560" y="1572"/>
                  </a:cubicBezTo>
                  <a:lnTo>
                    <a:pt x="762" y="1345"/>
                  </a:lnTo>
                  <a:cubicBezTo>
                    <a:pt x="762" y="1345"/>
                    <a:pt x="548" y="607"/>
                    <a:pt x="1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1">
              <a:extLst>
                <a:ext uri="{FF2B5EF4-FFF2-40B4-BE49-F238E27FC236}">
                  <a16:creationId xmlns:a16="http://schemas.microsoft.com/office/drawing/2014/main" id="{BF61214B-BFA4-1E73-B427-26B177B12956}"/>
                </a:ext>
              </a:extLst>
            </p:cNvPr>
            <p:cNvSpPr/>
            <p:nvPr/>
          </p:nvSpPr>
          <p:spPr>
            <a:xfrm>
              <a:off x="2904525" y="1812250"/>
              <a:ext cx="18775" cy="39025"/>
            </a:xfrm>
            <a:custGeom>
              <a:avLst/>
              <a:gdLst/>
              <a:ahLst/>
              <a:cxnLst/>
              <a:rect l="l" t="t" r="r" b="b"/>
              <a:pathLst>
                <a:path w="751" h="1561" extrusionOk="0">
                  <a:moveTo>
                    <a:pt x="155" y="1"/>
                  </a:moveTo>
                  <a:lnTo>
                    <a:pt x="0" y="25"/>
                  </a:lnTo>
                  <a:cubicBezTo>
                    <a:pt x="0" y="25"/>
                    <a:pt x="619" y="799"/>
                    <a:pt x="548" y="1561"/>
                  </a:cubicBezTo>
                  <a:lnTo>
                    <a:pt x="750" y="1346"/>
                  </a:lnTo>
                  <a:cubicBezTo>
                    <a:pt x="750" y="1346"/>
                    <a:pt x="536" y="596"/>
                    <a:pt x="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1">
              <a:extLst>
                <a:ext uri="{FF2B5EF4-FFF2-40B4-BE49-F238E27FC236}">
                  <a16:creationId xmlns:a16="http://schemas.microsoft.com/office/drawing/2014/main" id="{36BC8FE6-3E88-BF09-FDC3-8B78B0B0A9B8}"/>
                </a:ext>
              </a:extLst>
            </p:cNvPr>
            <p:cNvSpPr/>
            <p:nvPr/>
          </p:nvSpPr>
          <p:spPr>
            <a:xfrm>
              <a:off x="2446725" y="1565500"/>
              <a:ext cx="398275" cy="667675"/>
            </a:xfrm>
            <a:custGeom>
              <a:avLst/>
              <a:gdLst/>
              <a:ahLst/>
              <a:cxnLst/>
              <a:rect l="l" t="t" r="r" b="b"/>
              <a:pathLst>
                <a:path w="15931" h="26707" extrusionOk="0">
                  <a:moveTo>
                    <a:pt x="3453" y="1"/>
                  </a:moveTo>
                  <a:lnTo>
                    <a:pt x="3453" y="1"/>
                  </a:lnTo>
                  <a:cubicBezTo>
                    <a:pt x="465" y="1429"/>
                    <a:pt x="0" y="5739"/>
                    <a:pt x="143" y="10228"/>
                  </a:cubicBezTo>
                  <a:cubicBezTo>
                    <a:pt x="334" y="15693"/>
                    <a:pt x="1917" y="24837"/>
                    <a:pt x="1917" y="24837"/>
                  </a:cubicBezTo>
                  <a:cubicBezTo>
                    <a:pt x="5741" y="26337"/>
                    <a:pt x="9129" y="26706"/>
                    <a:pt x="11536" y="26706"/>
                  </a:cubicBezTo>
                  <a:cubicBezTo>
                    <a:pt x="13865" y="26706"/>
                    <a:pt x="15276" y="26361"/>
                    <a:pt x="15276" y="26361"/>
                  </a:cubicBezTo>
                  <a:lnTo>
                    <a:pt x="15324" y="26361"/>
                  </a:lnTo>
                  <a:cubicBezTo>
                    <a:pt x="15538" y="25099"/>
                    <a:pt x="15931" y="21837"/>
                    <a:pt x="15086" y="18705"/>
                  </a:cubicBezTo>
                  <a:cubicBezTo>
                    <a:pt x="14469" y="16409"/>
                    <a:pt x="12799" y="15960"/>
                    <a:pt x="11020" y="15960"/>
                  </a:cubicBezTo>
                  <a:cubicBezTo>
                    <a:pt x="9874" y="15960"/>
                    <a:pt x="8684" y="16146"/>
                    <a:pt x="7700" y="16146"/>
                  </a:cubicBezTo>
                  <a:cubicBezTo>
                    <a:pt x="7558" y="16146"/>
                    <a:pt x="7420" y="16142"/>
                    <a:pt x="7287" y="16133"/>
                  </a:cubicBezTo>
                  <a:cubicBezTo>
                    <a:pt x="6073" y="16050"/>
                    <a:pt x="2394" y="14074"/>
                    <a:pt x="1453" y="7716"/>
                  </a:cubicBezTo>
                  <a:cubicBezTo>
                    <a:pt x="810" y="3358"/>
                    <a:pt x="2060" y="1096"/>
                    <a:pt x="3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1">
              <a:extLst>
                <a:ext uri="{FF2B5EF4-FFF2-40B4-BE49-F238E27FC236}">
                  <a16:creationId xmlns:a16="http://schemas.microsoft.com/office/drawing/2014/main" id="{ECD566F8-ABCB-4EEA-8829-AAEEA592C1B8}"/>
                </a:ext>
              </a:extLst>
            </p:cNvPr>
            <p:cNvSpPr/>
            <p:nvPr/>
          </p:nvSpPr>
          <p:spPr>
            <a:xfrm>
              <a:off x="2730400" y="1980425"/>
              <a:ext cx="100925" cy="226250"/>
            </a:xfrm>
            <a:custGeom>
              <a:avLst/>
              <a:gdLst/>
              <a:ahLst/>
              <a:cxnLst/>
              <a:rect l="l" t="t" r="r" b="b"/>
              <a:pathLst>
                <a:path w="4037" h="9050" extrusionOk="0">
                  <a:moveTo>
                    <a:pt x="48" y="1"/>
                  </a:moveTo>
                  <a:cubicBezTo>
                    <a:pt x="24" y="1"/>
                    <a:pt x="0" y="25"/>
                    <a:pt x="0" y="48"/>
                  </a:cubicBezTo>
                  <a:cubicBezTo>
                    <a:pt x="0" y="72"/>
                    <a:pt x="24" y="96"/>
                    <a:pt x="48" y="96"/>
                  </a:cubicBezTo>
                  <a:cubicBezTo>
                    <a:pt x="1667" y="215"/>
                    <a:pt x="2667" y="858"/>
                    <a:pt x="3000" y="2013"/>
                  </a:cubicBezTo>
                  <a:cubicBezTo>
                    <a:pt x="3953" y="5299"/>
                    <a:pt x="3512" y="8621"/>
                    <a:pt x="3465" y="8990"/>
                  </a:cubicBezTo>
                  <a:cubicBezTo>
                    <a:pt x="3465" y="9026"/>
                    <a:pt x="3477" y="9050"/>
                    <a:pt x="3500" y="9050"/>
                  </a:cubicBezTo>
                  <a:cubicBezTo>
                    <a:pt x="3524" y="9050"/>
                    <a:pt x="3548" y="9038"/>
                    <a:pt x="3548" y="9014"/>
                  </a:cubicBezTo>
                  <a:cubicBezTo>
                    <a:pt x="3596" y="8633"/>
                    <a:pt x="4036" y="5287"/>
                    <a:pt x="3084" y="1989"/>
                  </a:cubicBezTo>
                  <a:cubicBezTo>
                    <a:pt x="2727" y="787"/>
                    <a:pt x="1715" y="12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1">
              <a:extLst>
                <a:ext uri="{FF2B5EF4-FFF2-40B4-BE49-F238E27FC236}">
                  <a16:creationId xmlns:a16="http://schemas.microsoft.com/office/drawing/2014/main" id="{5B292935-7F30-6837-7B8A-8383DDE00808}"/>
                </a:ext>
              </a:extLst>
            </p:cNvPr>
            <p:cNvSpPr/>
            <p:nvPr/>
          </p:nvSpPr>
          <p:spPr>
            <a:xfrm>
              <a:off x="2428575" y="1635625"/>
              <a:ext cx="275350" cy="353175"/>
            </a:xfrm>
            <a:custGeom>
              <a:avLst/>
              <a:gdLst/>
              <a:ahLst/>
              <a:cxnLst/>
              <a:rect l="l" t="t" r="r" b="b"/>
              <a:pathLst>
                <a:path w="11014" h="14127" extrusionOk="0">
                  <a:moveTo>
                    <a:pt x="2129" y="1"/>
                  </a:moveTo>
                  <a:cubicBezTo>
                    <a:pt x="2114" y="1"/>
                    <a:pt x="2092" y="12"/>
                    <a:pt x="2084" y="29"/>
                  </a:cubicBezTo>
                  <a:cubicBezTo>
                    <a:pt x="2072" y="77"/>
                    <a:pt x="0" y="4792"/>
                    <a:pt x="2989" y="9971"/>
                  </a:cubicBezTo>
                  <a:cubicBezTo>
                    <a:pt x="4048" y="11804"/>
                    <a:pt x="5310" y="13067"/>
                    <a:pt x="6727" y="13686"/>
                  </a:cubicBezTo>
                  <a:cubicBezTo>
                    <a:pt x="7501" y="14031"/>
                    <a:pt x="8192" y="14126"/>
                    <a:pt x="8739" y="14126"/>
                  </a:cubicBezTo>
                  <a:cubicBezTo>
                    <a:pt x="8942" y="14126"/>
                    <a:pt x="9120" y="14114"/>
                    <a:pt x="9287" y="14090"/>
                  </a:cubicBezTo>
                  <a:cubicBezTo>
                    <a:pt x="9358" y="14079"/>
                    <a:pt x="9454" y="14067"/>
                    <a:pt x="9561" y="14055"/>
                  </a:cubicBezTo>
                  <a:cubicBezTo>
                    <a:pt x="9906" y="13995"/>
                    <a:pt x="10406" y="13924"/>
                    <a:pt x="10978" y="13888"/>
                  </a:cubicBezTo>
                  <a:cubicBezTo>
                    <a:pt x="11001" y="13888"/>
                    <a:pt x="11013" y="13864"/>
                    <a:pt x="11013" y="13840"/>
                  </a:cubicBezTo>
                  <a:cubicBezTo>
                    <a:pt x="11013" y="13817"/>
                    <a:pt x="10990" y="13793"/>
                    <a:pt x="10978" y="13793"/>
                  </a:cubicBezTo>
                  <a:cubicBezTo>
                    <a:pt x="10406" y="13829"/>
                    <a:pt x="9894" y="13900"/>
                    <a:pt x="9561" y="13948"/>
                  </a:cubicBezTo>
                  <a:cubicBezTo>
                    <a:pt x="9442" y="13971"/>
                    <a:pt x="9347" y="13983"/>
                    <a:pt x="9275" y="13995"/>
                  </a:cubicBezTo>
                  <a:cubicBezTo>
                    <a:pt x="9085" y="14019"/>
                    <a:pt x="8894" y="14031"/>
                    <a:pt x="8704" y="14031"/>
                  </a:cubicBezTo>
                  <a:cubicBezTo>
                    <a:pt x="5763" y="14031"/>
                    <a:pt x="3798" y="11185"/>
                    <a:pt x="3060" y="9911"/>
                  </a:cubicBezTo>
                  <a:cubicBezTo>
                    <a:pt x="107" y="4780"/>
                    <a:pt x="2143" y="113"/>
                    <a:pt x="2167" y="77"/>
                  </a:cubicBezTo>
                  <a:cubicBezTo>
                    <a:pt x="2179" y="53"/>
                    <a:pt x="2167" y="17"/>
                    <a:pt x="2143" y="5"/>
                  </a:cubicBezTo>
                  <a:cubicBezTo>
                    <a:pt x="2140" y="2"/>
                    <a:pt x="2135" y="1"/>
                    <a:pt x="2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1">
              <a:extLst>
                <a:ext uri="{FF2B5EF4-FFF2-40B4-BE49-F238E27FC236}">
                  <a16:creationId xmlns:a16="http://schemas.microsoft.com/office/drawing/2014/main" id="{1258F480-AEA2-674D-35A0-ECE58050787E}"/>
                </a:ext>
              </a:extLst>
            </p:cNvPr>
            <p:cNvSpPr/>
            <p:nvPr/>
          </p:nvSpPr>
          <p:spPr>
            <a:xfrm>
              <a:off x="3167050" y="2120925"/>
              <a:ext cx="117900" cy="124750"/>
            </a:xfrm>
            <a:custGeom>
              <a:avLst/>
              <a:gdLst/>
              <a:ahLst/>
              <a:cxnLst/>
              <a:rect l="l" t="t" r="r" b="b"/>
              <a:pathLst>
                <a:path w="4716" h="4990" extrusionOk="0">
                  <a:moveTo>
                    <a:pt x="1263" y="1"/>
                  </a:moveTo>
                  <a:cubicBezTo>
                    <a:pt x="1263" y="1"/>
                    <a:pt x="1" y="3251"/>
                    <a:pt x="48" y="4084"/>
                  </a:cubicBezTo>
                  <a:cubicBezTo>
                    <a:pt x="60" y="4168"/>
                    <a:pt x="1548" y="4989"/>
                    <a:pt x="1906" y="4989"/>
                  </a:cubicBezTo>
                  <a:cubicBezTo>
                    <a:pt x="1906" y="4989"/>
                    <a:pt x="1907" y="4989"/>
                    <a:pt x="1907" y="4989"/>
                  </a:cubicBezTo>
                  <a:cubicBezTo>
                    <a:pt x="2270" y="4989"/>
                    <a:pt x="4715" y="1179"/>
                    <a:pt x="4715" y="1179"/>
                  </a:cubicBezTo>
                  <a:lnTo>
                    <a:pt x="1263" y="1"/>
                  </a:ln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1">
              <a:extLst>
                <a:ext uri="{FF2B5EF4-FFF2-40B4-BE49-F238E27FC236}">
                  <a16:creationId xmlns:a16="http://schemas.microsoft.com/office/drawing/2014/main" id="{FE0E876F-8C40-6B19-EB72-F0BC3C842E06}"/>
                </a:ext>
              </a:extLst>
            </p:cNvPr>
            <p:cNvSpPr/>
            <p:nvPr/>
          </p:nvSpPr>
          <p:spPr>
            <a:xfrm>
              <a:off x="3140550" y="2257250"/>
              <a:ext cx="324175" cy="131000"/>
            </a:xfrm>
            <a:custGeom>
              <a:avLst/>
              <a:gdLst/>
              <a:ahLst/>
              <a:cxnLst/>
              <a:rect l="l" t="t" r="r" b="b"/>
              <a:pathLst>
                <a:path w="12967" h="5240" extrusionOk="0">
                  <a:moveTo>
                    <a:pt x="5168" y="1"/>
                  </a:moveTo>
                  <a:cubicBezTo>
                    <a:pt x="5168" y="1"/>
                    <a:pt x="5275" y="453"/>
                    <a:pt x="5371" y="1084"/>
                  </a:cubicBezTo>
                  <a:cubicBezTo>
                    <a:pt x="3847" y="1096"/>
                    <a:pt x="1811" y="1144"/>
                    <a:pt x="1132" y="1322"/>
                  </a:cubicBezTo>
                  <a:cubicBezTo>
                    <a:pt x="1" y="1644"/>
                    <a:pt x="1251" y="2953"/>
                    <a:pt x="2156" y="4477"/>
                  </a:cubicBezTo>
                  <a:lnTo>
                    <a:pt x="7538" y="5239"/>
                  </a:lnTo>
                  <a:cubicBezTo>
                    <a:pt x="7538" y="5239"/>
                    <a:pt x="7442" y="4823"/>
                    <a:pt x="7347" y="4251"/>
                  </a:cubicBezTo>
                  <a:lnTo>
                    <a:pt x="7347" y="4251"/>
                  </a:lnTo>
                  <a:cubicBezTo>
                    <a:pt x="8250" y="4298"/>
                    <a:pt x="9501" y="4382"/>
                    <a:pt x="10432" y="4382"/>
                  </a:cubicBezTo>
                  <a:cubicBezTo>
                    <a:pt x="10912" y="4382"/>
                    <a:pt x="11307" y="4360"/>
                    <a:pt x="11526" y="4299"/>
                  </a:cubicBezTo>
                  <a:cubicBezTo>
                    <a:pt x="12657" y="3977"/>
                    <a:pt x="12967" y="2251"/>
                    <a:pt x="11157" y="358"/>
                  </a:cubicBezTo>
                  <a:lnTo>
                    <a:pt x="51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1">
              <a:extLst>
                <a:ext uri="{FF2B5EF4-FFF2-40B4-BE49-F238E27FC236}">
                  <a16:creationId xmlns:a16="http://schemas.microsoft.com/office/drawing/2014/main" id="{034897A7-0C6F-6A04-B7C4-75F89EC83525}"/>
                </a:ext>
              </a:extLst>
            </p:cNvPr>
            <p:cNvSpPr/>
            <p:nvPr/>
          </p:nvSpPr>
          <p:spPr>
            <a:xfrm>
              <a:off x="3179250" y="2040025"/>
              <a:ext cx="142900" cy="131250"/>
            </a:xfrm>
            <a:custGeom>
              <a:avLst/>
              <a:gdLst/>
              <a:ahLst/>
              <a:cxnLst/>
              <a:rect l="l" t="t" r="r" b="b"/>
              <a:pathLst>
                <a:path w="5716" h="5250" extrusionOk="0">
                  <a:moveTo>
                    <a:pt x="3224" y="1"/>
                  </a:moveTo>
                  <a:cubicBezTo>
                    <a:pt x="1879" y="1"/>
                    <a:pt x="544" y="2059"/>
                    <a:pt x="1" y="3010"/>
                  </a:cubicBezTo>
                  <a:cubicBezTo>
                    <a:pt x="370" y="3594"/>
                    <a:pt x="906" y="4213"/>
                    <a:pt x="1668" y="4594"/>
                  </a:cubicBezTo>
                  <a:cubicBezTo>
                    <a:pt x="2758" y="5145"/>
                    <a:pt x="3710" y="5250"/>
                    <a:pt x="4294" y="5250"/>
                  </a:cubicBezTo>
                  <a:cubicBezTo>
                    <a:pt x="4329" y="5250"/>
                    <a:pt x="4362" y="5249"/>
                    <a:pt x="4394" y="5249"/>
                  </a:cubicBezTo>
                  <a:cubicBezTo>
                    <a:pt x="4835" y="4237"/>
                    <a:pt x="5716" y="1677"/>
                    <a:pt x="4132" y="355"/>
                  </a:cubicBezTo>
                  <a:cubicBezTo>
                    <a:pt x="3835" y="107"/>
                    <a:pt x="3529" y="1"/>
                    <a:pt x="32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1">
              <a:extLst>
                <a:ext uri="{FF2B5EF4-FFF2-40B4-BE49-F238E27FC236}">
                  <a16:creationId xmlns:a16="http://schemas.microsoft.com/office/drawing/2014/main" id="{B51D5177-4829-740A-BFBA-A721C4C5E2D4}"/>
                </a:ext>
              </a:extLst>
            </p:cNvPr>
            <p:cNvSpPr/>
            <p:nvPr/>
          </p:nvSpPr>
          <p:spPr>
            <a:xfrm>
              <a:off x="3173000" y="2115275"/>
              <a:ext cx="116125" cy="67075"/>
            </a:xfrm>
            <a:custGeom>
              <a:avLst/>
              <a:gdLst/>
              <a:ahLst/>
              <a:cxnLst/>
              <a:rect l="l" t="t" r="r" b="b"/>
              <a:pathLst>
                <a:path w="4645" h="2683" extrusionOk="0">
                  <a:moveTo>
                    <a:pt x="251" y="0"/>
                  </a:moveTo>
                  <a:cubicBezTo>
                    <a:pt x="84" y="286"/>
                    <a:pt x="1" y="477"/>
                    <a:pt x="1" y="477"/>
                  </a:cubicBezTo>
                  <a:cubicBezTo>
                    <a:pt x="1" y="477"/>
                    <a:pt x="903" y="2682"/>
                    <a:pt x="4232" y="2682"/>
                  </a:cubicBezTo>
                  <a:cubicBezTo>
                    <a:pt x="4301" y="2682"/>
                    <a:pt x="4371" y="2681"/>
                    <a:pt x="4442" y="2679"/>
                  </a:cubicBezTo>
                  <a:cubicBezTo>
                    <a:pt x="4442" y="2679"/>
                    <a:pt x="4525" y="2513"/>
                    <a:pt x="4644" y="2239"/>
                  </a:cubicBezTo>
                  <a:lnTo>
                    <a:pt x="4644" y="2239"/>
                  </a:lnTo>
                  <a:cubicBezTo>
                    <a:pt x="4612" y="2239"/>
                    <a:pt x="4579" y="2240"/>
                    <a:pt x="4544" y="2240"/>
                  </a:cubicBezTo>
                  <a:cubicBezTo>
                    <a:pt x="3960" y="2240"/>
                    <a:pt x="3008" y="2135"/>
                    <a:pt x="1918" y="1584"/>
                  </a:cubicBezTo>
                  <a:cubicBezTo>
                    <a:pt x="1156" y="1203"/>
                    <a:pt x="620" y="584"/>
                    <a:pt x="2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1">
              <a:extLst>
                <a:ext uri="{FF2B5EF4-FFF2-40B4-BE49-F238E27FC236}">
                  <a16:creationId xmlns:a16="http://schemas.microsoft.com/office/drawing/2014/main" id="{A128DF9F-98F0-9BE7-9134-6198EBE71A12}"/>
                </a:ext>
              </a:extLst>
            </p:cNvPr>
            <p:cNvSpPr/>
            <p:nvPr/>
          </p:nvSpPr>
          <p:spPr>
            <a:xfrm>
              <a:off x="3229250" y="2038625"/>
              <a:ext cx="199175" cy="264050"/>
            </a:xfrm>
            <a:custGeom>
              <a:avLst/>
              <a:gdLst/>
              <a:ahLst/>
              <a:cxnLst/>
              <a:rect l="l" t="t" r="r" b="b"/>
              <a:pathLst>
                <a:path w="7967" h="10562" extrusionOk="0">
                  <a:moveTo>
                    <a:pt x="2595" y="0"/>
                  </a:moveTo>
                  <a:cubicBezTo>
                    <a:pt x="1928" y="0"/>
                    <a:pt x="942" y="102"/>
                    <a:pt x="942" y="102"/>
                  </a:cubicBezTo>
                  <a:cubicBezTo>
                    <a:pt x="942" y="102"/>
                    <a:pt x="180" y="6221"/>
                    <a:pt x="1" y="9793"/>
                  </a:cubicBezTo>
                  <a:cubicBezTo>
                    <a:pt x="1" y="9793"/>
                    <a:pt x="922" y="10562"/>
                    <a:pt x="3107" y="10562"/>
                  </a:cubicBezTo>
                  <a:cubicBezTo>
                    <a:pt x="4319" y="10562"/>
                    <a:pt x="5919" y="10326"/>
                    <a:pt x="7966" y="9591"/>
                  </a:cubicBezTo>
                  <a:lnTo>
                    <a:pt x="6323" y="411"/>
                  </a:lnTo>
                  <a:cubicBezTo>
                    <a:pt x="6323" y="411"/>
                    <a:pt x="5049" y="125"/>
                    <a:pt x="2847" y="6"/>
                  </a:cubicBezTo>
                  <a:cubicBezTo>
                    <a:pt x="2771" y="2"/>
                    <a:pt x="2686" y="0"/>
                    <a:pt x="25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1">
              <a:extLst>
                <a:ext uri="{FF2B5EF4-FFF2-40B4-BE49-F238E27FC236}">
                  <a16:creationId xmlns:a16="http://schemas.microsoft.com/office/drawing/2014/main" id="{2104EAB6-2DCC-EB28-0AA2-FF4D442DA597}"/>
                </a:ext>
              </a:extLst>
            </p:cNvPr>
            <p:cNvSpPr/>
            <p:nvPr/>
          </p:nvSpPr>
          <p:spPr>
            <a:xfrm>
              <a:off x="3260800" y="2038225"/>
              <a:ext cx="97075" cy="48525"/>
            </a:xfrm>
            <a:custGeom>
              <a:avLst/>
              <a:gdLst/>
              <a:ahLst/>
              <a:cxnLst/>
              <a:rect l="l" t="t" r="r" b="b"/>
              <a:pathLst>
                <a:path w="3883" h="1941" extrusionOk="0">
                  <a:moveTo>
                    <a:pt x="1518" y="0"/>
                  </a:moveTo>
                  <a:cubicBezTo>
                    <a:pt x="685" y="0"/>
                    <a:pt x="72" y="70"/>
                    <a:pt x="72" y="70"/>
                  </a:cubicBezTo>
                  <a:cubicBezTo>
                    <a:pt x="72" y="70"/>
                    <a:pt x="1" y="1892"/>
                    <a:pt x="1811" y="1939"/>
                  </a:cubicBezTo>
                  <a:cubicBezTo>
                    <a:pt x="1841" y="1940"/>
                    <a:pt x="1870" y="1941"/>
                    <a:pt x="1899" y="1941"/>
                  </a:cubicBezTo>
                  <a:cubicBezTo>
                    <a:pt x="3618" y="1941"/>
                    <a:pt x="3882" y="237"/>
                    <a:pt x="3882" y="237"/>
                  </a:cubicBezTo>
                  <a:cubicBezTo>
                    <a:pt x="3095" y="51"/>
                    <a:pt x="2226" y="0"/>
                    <a:pt x="15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1">
              <a:extLst>
                <a:ext uri="{FF2B5EF4-FFF2-40B4-BE49-F238E27FC236}">
                  <a16:creationId xmlns:a16="http://schemas.microsoft.com/office/drawing/2014/main" id="{C089CBCB-3428-F883-92F0-81BC07D5E158}"/>
                </a:ext>
              </a:extLst>
            </p:cNvPr>
            <p:cNvSpPr/>
            <p:nvPr/>
          </p:nvSpPr>
          <p:spPr>
            <a:xfrm>
              <a:off x="3178075" y="1771475"/>
              <a:ext cx="119975" cy="142825"/>
            </a:xfrm>
            <a:custGeom>
              <a:avLst/>
              <a:gdLst/>
              <a:ahLst/>
              <a:cxnLst/>
              <a:rect l="l" t="t" r="r" b="b"/>
              <a:pathLst>
                <a:path w="4799" h="5713" extrusionOk="0">
                  <a:moveTo>
                    <a:pt x="3822" y="1"/>
                  </a:moveTo>
                  <a:cubicBezTo>
                    <a:pt x="3143" y="132"/>
                    <a:pt x="2441" y="263"/>
                    <a:pt x="1905" y="679"/>
                  </a:cubicBezTo>
                  <a:cubicBezTo>
                    <a:pt x="1357" y="1096"/>
                    <a:pt x="1036" y="1882"/>
                    <a:pt x="1369" y="2477"/>
                  </a:cubicBezTo>
                  <a:cubicBezTo>
                    <a:pt x="1107" y="2846"/>
                    <a:pt x="845" y="3203"/>
                    <a:pt x="583" y="3561"/>
                  </a:cubicBezTo>
                  <a:cubicBezTo>
                    <a:pt x="393" y="3834"/>
                    <a:pt x="202" y="4108"/>
                    <a:pt x="95" y="4418"/>
                  </a:cubicBezTo>
                  <a:cubicBezTo>
                    <a:pt x="0" y="4727"/>
                    <a:pt x="0" y="5097"/>
                    <a:pt x="202" y="5370"/>
                  </a:cubicBezTo>
                  <a:cubicBezTo>
                    <a:pt x="364" y="5596"/>
                    <a:pt x="650" y="5713"/>
                    <a:pt x="941" y="5713"/>
                  </a:cubicBezTo>
                  <a:cubicBezTo>
                    <a:pt x="1079" y="5713"/>
                    <a:pt x="1219" y="5686"/>
                    <a:pt x="1345" y="5632"/>
                  </a:cubicBezTo>
                  <a:cubicBezTo>
                    <a:pt x="1726" y="5478"/>
                    <a:pt x="2012" y="5120"/>
                    <a:pt x="2167" y="4727"/>
                  </a:cubicBezTo>
                  <a:cubicBezTo>
                    <a:pt x="2322" y="4335"/>
                    <a:pt x="2381" y="3906"/>
                    <a:pt x="2429" y="3489"/>
                  </a:cubicBezTo>
                  <a:cubicBezTo>
                    <a:pt x="3048" y="3072"/>
                    <a:pt x="3620" y="2596"/>
                    <a:pt x="4143" y="2072"/>
                  </a:cubicBezTo>
                  <a:cubicBezTo>
                    <a:pt x="4405" y="1798"/>
                    <a:pt x="4667" y="1489"/>
                    <a:pt x="4727" y="1120"/>
                  </a:cubicBezTo>
                  <a:cubicBezTo>
                    <a:pt x="4798" y="751"/>
                    <a:pt x="4596" y="298"/>
                    <a:pt x="4227" y="227"/>
                  </a:cubicBezTo>
                  <a:lnTo>
                    <a:pt x="3822" y="1"/>
                  </a:ln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1">
              <a:extLst>
                <a:ext uri="{FF2B5EF4-FFF2-40B4-BE49-F238E27FC236}">
                  <a16:creationId xmlns:a16="http://schemas.microsoft.com/office/drawing/2014/main" id="{FCB7D858-49F6-A7A9-7AE0-9A057630EC63}"/>
                </a:ext>
              </a:extLst>
            </p:cNvPr>
            <p:cNvSpPr/>
            <p:nvPr/>
          </p:nvSpPr>
          <p:spPr>
            <a:xfrm>
              <a:off x="3173000" y="1779150"/>
              <a:ext cx="102425" cy="134325"/>
            </a:xfrm>
            <a:custGeom>
              <a:avLst/>
              <a:gdLst/>
              <a:ahLst/>
              <a:cxnLst/>
              <a:rect l="l" t="t" r="r" b="b"/>
              <a:pathLst>
                <a:path w="4097" h="5373" extrusionOk="0">
                  <a:moveTo>
                    <a:pt x="3651" y="1"/>
                  </a:moveTo>
                  <a:cubicBezTo>
                    <a:pt x="3246" y="1"/>
                    <a:pt x="2843" y="94"/>
                    <a:pt x="2477" y="277"/>
                  </a:cubicBezTo>
                  <a:cubicBezTo>
                    <a:pt x="1977" y="515"/>
                    <a:pt x="1560" y="920"/>
                    <a:pt x="1298" y="1408"/>
                  </a:cubicBezTo>
                  <a:cubicBezTo>
                    <a:pt x="1239" y="1527"/>
                    <a:pt x="1167" y="1682"/>
                    <a:pt x="1167" y="1849"/>
                  </a:cubicBezTo>
                  <a:cubicBezTo>
                    <a:pt x="1167" y="2003"/>
                    <a:pt x="1239" y="2182"/>
                    <a:pt x="1394" y="2253"/>
                  </a:cubicBezTo>
                  <a:cubicBezTo>
                    <a:pt x="1451" y="2279"/>
                    <a:pt x="1505" y="2291"/>
                    <a:pt x="1558" y="2291"/>
                  </a:cubicBezTo>
                  <a:cubicBezTo>
                    <a:pt x="1603" y="2291"/>
                    <a:pt x="1647" y="2282"/>
                    <a:pt x="1691" y="2265"/>
                  </a:cubicBezTo>
                  <a:lnTo>
                    <a:pt x="1691" y="2265"/>
                  </a:lnTo>
                  <a:cubicBezTo>
                    <a:pt x="1334" y="2575"/>
                    <a:pt x="989" y="2908"/>
                    <a:pt x="667" y="3266"/>
                  </a:cubicBezTo>
                  <a:cubicBezTo>
                    <a:pt x="441" y="3504"/>
                    <a:pt x="191" y="3801"/>
                    <a:pt x="108" y="4158"/>
                  </a:cubicBezTo>
                  <a:cubicBezTo>
                    <a:pt x="1" y="4599"/>
                    <a:pt x="203" y="5111"/>
                    <a:pt x="584" y="5373"/>
                  </a:cubicBezTo>
                  <a:lnTo>
                    <a:pt x="620" y="5301"/>
                  </a:lnTo>
                  <a:cubicBezTo>
                    <a:pt x="263" y="5063"/>
                    <a:pt x="72" y="4587"/>
                    <a:pt x="179" y="4170"/>
                  </a:cubicBezTo>
                  <a:cubicBezTo>
                    <a:pt x="251" y="3837"/>
                    <a:pt x="501" y="3551"/>
                    <a:pt x="715" y="3313"/>
                  </a:cubicBezTo>
                  <a:cubicBezTo>
                    <a:pt x="1120" y="2873"/>
                    <a:pt x="1560" y="2468"/>
                    <a:pt x="2013" y="2087"/>
                  </a:cubicBezTo>
                  <a:lnTo>
                    <a:pt x="1965" y="2039"/>
                  </a:lnTo>
                  <a:cubicBezTo>
                    <a:pt x="1801" y="2160"/>
                    <a:pt x="1662" y="2219"/>
                    <a:pt x="1548" y="2219"/>
                  </a:cubicBezTo>
                  <a:cubicBezTo>
                    <a:pt x="1505" y="2219"/>
                    <a:pt x="1465" y="2210"/>
                    <a:pt x="1429" y="2194"/>
                  </a:cubicBezTo>
                  <a:cubicBezTo>
                    <a:pt x="1298" y="2134"/>
                    <a:pt x="1239" y="1980"/>
                    <a:pt x="1239" y="1849"/>
                  </a:cubicBezTo>
                  <a:cubicBezTo>
                    <a:pt x="1239" y="1706"/>
                    <a:pt x="1310" y="1563"/>
                    <a:pt x="1370" y="1444"/>
                  </a:cubicBezTo>
                  <a:cubicBezTo>
                    <a:pt x="1620" y="968"/>
                    <a:pt x="2025" y="575"/>
                    <a:pt x="2501" y="337"/>
                  </a:cubicBezTo>
                  <a:cubicBezTo>
                    <a:pt x="2857" y="163"/>
                    <a:pt x="3250" y="72"/>
                    <a:pt x="3645" y="72"/>
                  </a:cubicBezTo>
                  <a:cubicBezTo>
                    <a:pt x="3792" y="72"/>
                    <a:pt x="3939" y="84"/>
                    <a:pt x="4084" y="110"/>
                  </a:cubicBezTo>
                  <a:lnTo>
                    <a:pt x="4096" y="39"/>
                  </a:lnTo>
                  <a:cubicBezTo>
                    <a:pt x="3949" y="13"/>
                    <a:pt x="3800" y="1"/>
                    <a:pt x="3651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1">
              <a:extLst>
                <a:ext uri="{FF2B5EF4-FFF2-40B4-BE49-F238E27FC236}">
                  <a16:creationId xmlns:a16="http://schemas.microsoft.com/office/drawing/2014/main" id="{FFD4A7A7-54E2-F6D0-8AED-9BF9C4AD680E}"/>
                </a:ext>
              </a:extLst>
            </p:cNvPr>
            <p:cNvSpPr/>
            <p:nvPr/>
          </p:nvSpPr>
          <p:spPr>
            <a:xfrm>
              <a:off x="3272725" y="2019425"/>
              <a:ext cx="74125" cy="28850"/>
            </a:xfrm>
            <a:custGeom>
              <a:avLst/>
              <a:gdLst/>
              <a:ahLst/>
              <a:cxnLst/>
              <a:rect l="l" t="t" r="r" b="b"/>
              <a:pathLst>
                <a:path w="2965" h="1154" extrusionOk="0">
                  <a:moveTo>
                    <a:pt x="0" y="1"/>
                  </a:moveTo>
                  <a:lnTo>
                    <a:pt x="107" y="1120"/>
                  </a:lnTo>
                  <a:cubicBezTo>
                    <a:pt x="329" y="1142"/>
                    <a:pt x="553" y="1154"/>
                    <a:pt x="779" y="1154"/>
                  </a:cubicBezTo>
                  <a:cubicBezTo>
                    <a:pt x="1500" y="1154"/>
                    <a:pt x="2237" y="1040"/>
                    <a:pt x="2953" y="822"/>
                  </a:cubicBezTo>
                  <a:lnTo>
                    <a:pt x="2965" y="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1">
              <a:extLst>
                <a:ext uri="{FF2B5EF4-FFF2-40B4-BE49-F238E27FC236}">
                  <a16:creationId xmlns:a16="http://schemas.microsoft.com/office/drawing/2014/main" id="{71B24479-C198-27B7-23A6-DE114EB121F5}"/>
                </a:ext>
              </a:extLst>
            </p:cNvPr>
            <p:cNvSpPr/>
            <p:nvPr/>
          </p:nvSpPr>
          <p:spPr>
            <a:xfrm>
              <a:off x="3275400" y="2039975"/>
              <a:ext cx="71150" cy="33050"/>
            </a:xfrm>
            <a:custGeom>
              <a:avLst/>
              <a:gdLst/>
              <a:ahLst/>
              <a:cxnLst/>
              <a:rect l="l" t="t" r="r" b="b"/>
              <a:pathLst>
                <a:path w="2846" h="1322" extrusionOk="0">
                  <a:moveTo>
                    <a:pt x="2846" y="0"/>
                  </a:moveTo>
                  <a:lnTo>
                    <a:pt x="2846" y="0"/>
                  </a:lnTo>
                  <a:cubicBezTo>
                    <a:pt x="2130" y="218"/>
                    <a:pt x="1393" y="332"/>
                    <a:pt x="672" y="332"/>
                  </a:cubicBezTo>
                  <a:cubicBezTo>
                    <a:pt x="446" y="332"/>
                    <a:pt x="222" y="320"/>
                    <a:pt x="0" y="298"/>
                  </a:cubicBezTo>
                  <a:lnTo>
                    <a:pt x="0" y="298"/>
                  </a:lnTo>
                  <a:lnTo>
                    <a:pt x="60" y="786"/>
                  </a:lnTo>
                  <a:cubicBezTo>
                    <a:pt x="60" y="786"/>
                    <a:pt x="262" y="1322"/>
                    <a:pt x="1273" y="1322"/>
                  </a:cubicBezTo>
                  <a:cubicBezTo>
                    <a:pt x="1359" y="1322"/>
                    <a:pt x="1450" y="1318"/>
                    <a:pt x="1548" y="1310"/>
                  </a:cubicBezTo>
                  <a:cubicBezTo>
                    <a:pt x="2667" y="1214"/>
                    <a:pt x="2775" y="560"/>
                    <a:pt x="2775" y="560"/>
                  </a:cubicBezTo>
                  <a:lnTo>
                    <a:pt x="2846" y="0"/>
                  </a:ln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1">
              <a:extLst>
                <a:ext uri="{FF2B5EF4-FFF2-40B4-BE49-F238E27FC236}">
                  <a16:creationId xmlns:a16="http://schemas.microsoft.com/office/drawing/2014/main" id="{65C1BD97-9F1E-51F9-65DA-60E9D1131651}"/>
                </a:ext>
              </a:extLst>
            </p:cNvPr>
            <p:cNvSpPr/>
            <p:nvPr/>
          </p:nvSpPr>
          <p:spPr>
            <a:xfrm>
              <a:off x="3391475" y="1834575"/>
              <a:ext cx="74150" cy="156600"/>
            </a:xfrm>
            <a:custGeom>
              <a:avLst/>
              <a:gdLst/>
              <a:ahLst/>
              <a:cxnLst/>
              <a:rect l="l" t="t" r="r" b="b"/>
              <a:pathLst>
                <a:path w="2966" h="6264" extrusionOk="0">
                  <a:moveTo>
                    <a:pt x="1775" y="1"/>
                  </a:moveTo>
                  <a:lnTo>
                    <a:pt x="1727" y="48"/>
                  </a:lnTo>
                  <a:cubicBezTo>
                    <a:pt x="2442" y="751"/>
                    <a:pt x="2858" y="1715"/>
                    <a:pt x="2882" y="2703"/>
                  </a:cubicBezTo>
                  <a:cubicBezTo>
                    <a:pt x="2894" y="2894"/>
                    <a:pt x="2882" y="3144"/>
                    <a:pt x="2751" y="3323"/>
                  </a:cubicBezTo>
                  <a:cubicBezTo>
                    <a:pt x="2680" y="3406"/>
                    <a:pt x="2561" y="3477"/>
                    <a:pt x="2442" y="3489"/>
                  </a:cubicBezTo>
                  <a:cubicBezTo>
                    <a:pt x="2382" y="3489"/>
                    <a:pt x="2299" y="3489"/>
                    <a:pt x="2227" y="3418"/>
                  </a:cubicBezTo>
                  <a:lnTo>
                    <a:pt x="2168" y="3465"/>
                  </a:lnTo>
                  <a:cubicBezTo>
                    <a:pt x="2632" y="4073"/>
                    <a:pt x="2620" y="5013"/>
                    <a:pt x="2132" y="5597"/>
                  </a:cubicBezTo>
                  <a:cubicBezTo>
                    <a:pt x="1805" y="5986"/>
                    <a:pt x="1301" y="6197"/>
                    <a:pt x="801" y="6197"/>
                  </a:cubicBezTo>
                  <a:cubicBezTo>
                    <a:pt x="536" y="6197"/>
                    <a:pt x="272" y="6137"/>
                    <a:pt x="37" y="6013"/>
                  </a:cubicBezTo>
                  <a:lnTo>
                    <a:pt x="1" y="6073"/>
                  </a:lnTo>
                  <a:cubicBezTo>
                    <a:pt x="251" y="6204"/>
                    <a:pt x="525" y="6263"/>
                    <a:pt x="799" y="6263"/>
                  </a:cubicBezTo>
                  <a:cubicBezTo>
                    <a:pt x="1322" y="6263"/>
                    <a:pt x="1846" y="6049"/>
                    <a:pt x="2180" y="5644"/>
                  </a:cubicBezTo>
                  <a:cubicBezTo>
                    <a:pt x="2668" y="5073"/>
                    <a:pt x="2715" y="4180"/>
                    <a:pt x="2311" y="3549"/>
                  </a:cubicBezTo>
                  <a:lnTo>
                    <a:pt x="2311" y="3549"/>
                  </a:lnTo>
                  <a:cubicBezTo>
                    <a:pt x="2358" y="3561"/>
                    <a:pt x="2406" y="3561"/>
                    <a:pt x="2454" y="3561"/>
                  </a:cubicBezTo>
                  <a:cubicBezTo>
                    <a:pt x="2596" y="3549"/>
                    <a:pt x="2727" y="3465"/>
                    <a:pt x="2811" y="3358"/>
                  </a:cubicBezTo>
                  <a:cubicBezTo>
                    <a:pt x="2954" y="3168"/>
                    <a:pt x="2965" y="2906"/>
                    <a:pt x="2965" y="2703"/>
                  </a:cubicBezTo>
                  <a:cubicBezTo>
                    <a:pt x="2930" y="1691"/>
                    <a:pt x="2501" y="703"/>
                    <a:pt x="1775" y="1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1">
              <a:extLst>
                <a:ext uri="{FF2B5EF4-FFF2-40B4-BE49-F238E27FC236}">
                  <a16:creationId xmlns:a16="http://schemas.microsoft.com/office/drawing/2014/main" id="{5CEDE51D-630A-9B32-6B64-F939BDEFB238}"/>
                </a:ext>
              </a:extLst>
            </p:cNvPr>
            <p:cNvSpPr/>
            <p:nvPr/>
          </p:nvSpPr>
          <p:spPr>
            <a:xfrm>
              <a:off x="3158025" y="1895175"/>
              <a:ext cx="66200" cy="60775"/>
            </a:xfrm>
            <a:custGeom>
              <a:avLst/>
              <a:gdLst/>
              <a:ahLst/>
              <a:cxnLst/>
              <a:rect l="l" t="t" r="r" b="b"/>
              <a:pathLst>
                <a:path w="2648" h="2431" extrusionOk="0">
                  <a:moveTo>
                    <a:pt x="1418" y="1"/>
                  </a:moveTo>
                  <a:cubicBezTo>
                    <a:pt x="1017" y="1"/>
                    <a:pt x="619" y="181"/>
                    <a:pt x="397" y="780"/>
                  </a:cubicBezTo>
                  <a:cubicBezTo>
                    <a:pt x="1" y="1829"/>
                    <a:pt x="647" y="2431"/>
                    <a:pt x="1351" y="2431"/>
                  </a:cubicBezTo>
                  <a:cubicBezTo>
                    <a:pt x="1661" y="2431"/>
                    <a:pt x="1983" y="2313"/>
                    <a:pt x="2231" y="2065"/>
                  </a:cubicBezTo>
                  <a:lnTo>
                    <a:pt x="2648" y="422"/>
                  </a:lnTo>
                  <a:cubicBezTo>
                    <a:pt x="2648" y="422"/>
                    <a:pt x="2030" y="1"/>
                    <a:pt x="1418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1">
              <a:extLst>
                <a:ext uri="{FF2B5EF4-FFF2-40B4-BE49-F238E27FC236}">
                  <a16:creationId xmlns:a16="http://schemas.microsoft.com/office/drawing/2014/main" id="{6563264D-89DF-20AD-A6CB-AFE1BAD17810}"/>
                </a:ext>
              </a:extLst>
            </p:cNvPr>
            <p:cNvSpPr/>
            <p:nvPr/>
          </p:nvSpPr>
          <p:spPr>
            <a:xfrm>
              <a:off x="3175375" y="1905925"/>
              <a:ext cx="40525" cy="39100"/>
            </a:xfrm>
            <a:custGeom>
              <a:avLst/>
              <a:gdLst/>
              <a:ahLst/>
              <a:cxnLst/>
              <a:rect l="l" t="t" r="r" b="b"/>
              <a:pathLst>
                <a:path w="1621" h="1564" extrusionOk="0">
                  <a:moveTo>
                    <a:pt x="573" y="1"/>
                  </a:moveTo>
                  <a:cubicBezTo>
                    <a:pt x="262" y="1"/>
                    <a:pt x="24" y="207"/>
                    <a:pt x="13" y="219"/>
                  </a:cubicBezTo>
                  <a:cubicBezTo>
                    <a:pt x="1" y="230"/>
                    <a:pt x="1" y="254"/>
                    <a:pt x="13" y="266"/>
                  </a:cubicBezTo>
                  <a:cubicBezTo>
                    <a:pt x="19" y="272"/>
                    <a:pt x="25" y="275"/>
                    <a:pt x="32" y="275"/>
                  </a:cubicBezTo>
                  <a:cubicBezTo>
                    <a:pt x="40" y="275"/>
                    <a:pt x="49" y="272"/>
                    <a:pt x="60" y="266"/>
                  </a:cubicBezTo>
                  <a:cubicBezTo>
                    <a:pt x="60" y="266"/>
                    <a:pt x="297" y="62"/>
                    <a:pt x="596" y="62"/>
                  </a:cubicBezTo>
                  <a:cubicBezTo>
                    <a:pt x="612" y="62"/>
                    <a:pt x="628" y="63"/>
                    <a:pt x="644" y="64"/>
                  </a:cubicBezTo>
                  <a:cubicBezTo>
                    <a:pt x="822" y="88"/>
                    <a:pt x="989" y="183"/>
                    <a:pt x="1132" y="361"/>
                  </a:cubicBezTo>
                  <a:cubicBezTo>
                    <a:pt x="1537" y="862"/>
                    <a:pt x="977" y="1504"/>
                    <a:pt x="965" y="1504"/>
                  </a:cubicBezTo>
                  <a:cubicBezTo>
                    <a:pt x="953" y="1516"/>
                    <a:pt x="953" y="1540"/>
                    <a:pt x="977" y="1552"/>
                  </a:cubicBezTo>
                  <a:cubicBezTo>
                    <a:pt x="977" y="1552"/>
                    <a:pt x="977" y="1564"/>
                    <a:pt x="989" y="1564"/>
                  </a:cubicBezTo>
                  <a:cubicBezTo>
                    <a:pt x="1001" y="1564"/>
                    <a:pt x="1013" y="1564"/>
                    <a:pt x="1025" y="1552"/>
                  </a:cubicBezTo>
                  <a:cubicBezTo>
                    <a:pt x="1025" y="1540"/>
                    <a:pt x="1620" y="873"/>
                    <a:pt x="1180" y="314"/>
                  </a:cubicBezTo>
                  <a:cubicBezTo>
                    <a:pt x="1025" y="123"/>
                    <a:pt x="846" y="16"/>
                    <a:pt x="644" y="4"/>
                  </a:cubicBezTo>
                  <a:cubicBezTo>
                    <a:pt x="620" y="2"/>
                    <a:pt x="596" y="1"/>
                    <a:pt x="57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1">
              <a:extLst>
                <a:ext uri="{FF2B5EF4-FFF2-40B4-BE49-F238E27FC236}">
                  <a16:creationId xmlns:a16="http://schemas.microsoft.com/office/drawing/2014/main" id="{91B08CF6-4018-B95E-B423-8926B6EC15D8}"/>
                </a:ext>
              </a:extLst>
            </p:cNvPr>
            <p:cNvSpPr/>
            <p:nvPr/>
          </p:nvSpPr>
          <p:spPr>
            <a:xfrm>
              <a:off x="3185200" y="1921250"/>
              <a:ext cx="23250" cy="9500"/>
            </a:xfrm>
            <a:custGeom>
              <a:avLst/>
              <a:gdLst/>
              <a:ahLst/>
              <a:cxnLst/>
              <a:rect l="l" t="t" r="r" b="b"/>
              <a:pathLst>
                <a:path w="930" h="380" extrusionOk="0">
                  <a:moveTo>
                    <a:pt x="335" y="0"/>
                  </a:moveTo>
                  <a:cubicBezTo>
                    <a:pt x="162" y="0"/>
                    <a:pt x="25" y="46"/>
                    <a:pt x="25" y="46"/>
                  </a:cubicBezTo>
                  <a:cubicBezTo>
                    <a:pt x="13" y="46"/>
                    <a:pt x="1" y="70"/>
                    <a:pt x="1" y="82"/>
                  </a:cubicBezTo>
                  <a:cubicBezTo>
                    <a:pt x="13" y="94"/>
                    <a:pt x="13" y="106"/>
                    <a:pt x="25" y="106"/>
                  </a:cubicBezTo>
                  <a:lnTo>
                    <a:pt x="48" y="106"/>
                  </a:lnTo>
                  <a:cubicBezTo>
                    <a:pt x="48" y="106"/>
                    <a:pt x="175" y="62"/>
                    <a:pt x="334" y="62"/>
                  </a:cubicBezTo>
                  <a:cubicBezTo>
                    <a:pt x="517" y="62"/>
                    <a:pt x="743" y="119"/>
                    <a:pt x="870" y="368"/>
                  </a:cubicBezTo>
                  <a:cubicBezTo>
                    <a:pt x="870" y="379"/>
                    <a:pt x="894" y="379"/>
                    <a:pt x="918" y="379"/>
                  </a:cubicBezTo>
                  <a:cubicBezTo>
                    <a:pt x="929" y="368"/>
                    <a:pt x="929" y="356"/>
                    <a:pt x="929" y="332"/>
                  </a:cubicBezTo>
                  <a:cubicBezTo>
                    <a:pt x="788" y="63"/>
                    <a:pt x="537" y="0"/>
                    <a:pt x="335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1">
              <a:extLst>
                <a:ext uri="{FF2B5EF4-FFF2-40B4-BE49-F238E27FC236}">
                  <a16:creationId xmlns:a16="http://schemas.microsoft.com/office/drawing/2014/main" id="{77996E34-DD18-7B28-4FD4-29656210BFA2}"/>
                </a:ext>
              </a:extLst>
            </p:cNvPr>
            <p:cNvSpPr/>
            <p:nvPr/>
          </p:nvSpPr>
          <p:spPr>
            <a:xfrm>
              <a:off x="3187875" y="1787875"/>
              <a:ext cx="255425" cy="247900"/>
            </a:xfrm>
            <a:custGeom>
              <a:avLst/>
              <a:gdLst/>
              <a:ahLst/>
              <a:cxnLst/>
              <a:rect l="l" t="t" r="r" b="b"/>
              <a:pathLst>
                <a:path w="10217" h="9916" extrusionOk="0">
                  <a:moveTo>
                    <a:pt x="4712" y="1"/>
                  </a:moveTo>
                  <a:cubicBezTo>
                    <a:pt x="3715" y="1"/>
                    <a:pt x="2892" y="426"/>
                    <a:pt x="2323" y="1262"/>
                  </a:cubicBezTo>
                  <a:cubicBezTo>
                    <a:pt x="2323" y="1262"/>
                    <a:pt x="1251" y="2595"/>
                    <a:pt x="549" y="4822"/>
                  </a:cubicBezTo>
                  <a:cubicBezTo>
                    <a:pt x="1" y="6560"/>
                    <a:pt x="846" y="8703"/>
                    <a:pt x="2918" y="9513"/>
                  </a:cubicBezTo>
                  <a:cubicBezTo>
                    <a:pt x="3560" y="9763"/>
                    <a:pt x="4243" y="9916"/>
                    <a:pt x="4924" y="9916"/>
                  </a:cubicBezTo>
                  <a:cubicBezTo>
                    <a:pt x="6315" y="9916"/>
                    <a:pt x="7697" y="9279"/>
                    <a:pt x="8704" y="7536"/>
                  </a:cubicBezTo>
                  <a:cubicBezTo>
                    <a:pt x="10217" y="4929"/>
                    <a:pt x="10050" y="2428"/>
                    <a:pt x="7704" y="1000"/>
                  </a:cubicBezTo>
                  <a:cubicBezTo>
                    <a:pt x="6606" y="331"/>
                    <a:pt x="5591" y="1"/>
                    <a:pt x="4712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>
              <a:extLst>
                <a:ext uri="{FF2B5EF4-FFF2-40B4-BE49-F238E27FC236}">
                  <a16:creationId xmlns:a16="http://schemas.microsoft.com/office/drawing/2014/main" id="{8E7651DF-0B4F-6AD5-BDB8-88E3F8CDA4CE}"/>
                </a:ext>
              </a:extLst>
            </p:cNvPr>
            <p:cNvSpPr/>
            <p:nvPr/>
          </p:nvSpPr>
          <p:spPr>
            <a:xfrm>
              <a:off x="3197400" y="1835775"/>
              <a:ext cx="29800" cy="60950"/>
            </a:xfrm>
            <a:custGeom>
              <a:avLst/>
              <a:gdLst/>
              <a:ahLst/>
              <a:cxnLst/>
              <a:rect l="l" t="t" r="r" b="b"/>
              <a:pathLst>
                <a:path w="1192" h="2438" extrusionOk="0">
                  <a:moveTo>
                    <a:pt x="1049" y="0"/>
                  </a:moveTo>
                  <a:lnTo>
                    <a:pt x="1049" y="0"/>
                  </a:lnTo>
                  <a:cubicBezTo>
                    <a:pt x="441" y="655"/>
                    <a:pt x="72" y="1524"/>
                    <a:pt x="1" y="2417"/>
                  </a:cubicBezTo>
                  <a:lnTo>
                    <a:pt x="49" y="2286"/>
                  </a:lnTo>
                  <a:cubicBezTo>
                    <a:pt x="95" y="2387"/>
                    <a:pt x="212" y="2437"/>
                    <a:pt x="330" y="2437"/>
                  </a:cubicBezTo>
                  <a:cubicBezTo>
                    <a:pt x="394" y="2437"/>
                    <a:pt x="459" y="2423"/>
                    <a:pt x="513" y="2394"/>
                  </a:cubicBezTo>
                  <a:cubicBezTo>
                    <a:pt x="668" y="2310"/>
                    <a:pt x="763" y="2144"/>
                    <a:pt x="834" y="1977"/>
                  </a:cubicBezTo>
                  <a:cubicBezTo>
                    <a:pt x="1120" y="1370"/>
                    <a:pt x="1192" y="655"/>
                    <a:pt x="1049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>
              <a:extLst>
                <a:ext uri="{FF2B5EF4-FFF2-40B4-BE49-F238E27FC236}">
                  <a16:creationId xmlns:a16="http://schemas.microsoft.com/office/drawing/2014/main" id="{C15DD7A9-CDBE-F1DB-BD3E-BC8627FB0D83}"/>
                </a:ext>
              </a:extLst>
            </p:cNvPr>
            <p:cNvSpPr/>
            <p:nvPr/>
          </p:nvSpPr>
          <p:spPr>
            <a:xfrm>
              <a:off x="3201700" y="1751975"/>
              <a:ext cx="289225" cy="223900"/>
            </a:xfrm>
            <a:custGeom>
              <a:avLst/>
              <a:gdLst/>
              <a:ahLst/>
              <a:cxnLst/>
              <a:rect l="l" t="t" r="r" b="b"/>
              <a:pathLst>
                <a:path w="11569" h="8956" extrusionOk="0">
                  <a:moveTo>
                    <a:pt x="3492" y="0"/>
                  </a:moveTo>
                  <a:cubicBezTo>
                    <a:pt x="2451" y="0"/>
                    <a:pt x="2294" y="1257"/>
                    <a:pt x="2294" y="1257"/>
                  </a:cubicBezTo>
                  <a:cubicBezTo>
                    <a:pt x="2289" y="1257"/>
                    <a:pt x="2285" y="1257"/>
                    <a:pt x="2281" y="1257"/>
                  </a:cubicBezTo>
                  <a:cubicBezTo>
                    <a:pt x="1607" y="1257"/>
                    <a:pt x="1" y="3154"/>
                    <a:pt x="841" y="3745"/>
                  </a:cubicBezTo>
                  <a:cubicBezTo>
                    <a:pt x="1053" y="3893"/>
                    <a:pt x="1295" y="3948"/>
                    <a:pt x="1538" y="3948"/>
                  </a:cubicBezTo>
                  <a:cubicBezTo>
                    <a:pt x="2277" y="3948"/>
                    <a:pt x="3032" y="3436"/>
                    <a:pt x="3032" y="3436"/>
                  </a:cubicBezTo>
                  <a:lnTo>
                    <a:pt x="3032" y="3436"/>
                  </a:lnTo>
                  <a:cubicBezTo>
                    <a:pt x="2639" y="3852"/>
                    <a:pt x="2936" y="4269"/>
                    <a:pt x="2936" y="4269"/>
                  </a:cubicBezTo>
                  <a:cubicBezTo>
                    <a:pt x="3454" y="4926"/>
                    <a:pt x="5421" y="5028"/>
                    <a:pt x="6592" y="5028"/>
                  </a:cubicBezTo>
                  <a:cubicBezTo>
                    <a:pt x="7119" y="5028"/>
                    <a:pt x="7485" y="5007"/>
                    <a:pt x="7485" y="5007"/>
                  </a:cubicBezTo>
                  <a:lnTo>
                    <a:pt x="7485" y="5007"/>
                  </a:lnTo>
                  <a:cubicBezTo>
                    <a:pt x="7270" y="6388"/>
                    <a:pt x="7830" y="6865"/>
                    <a:pt x="7830" y="6865"/>
                  </a:cubicBezTo>
                  <a:cubicBezTo>
                    <a:pt x="7497" y="8210"/>
                    <a:pt x="8199" y="8627"/>
                    <a:pt x="8199" y="8627"/>
                  </a:cubicBezTo>
                  <a:cubicBezTo>
                    <a:pt x="8199" y="8627"/>
                    <a:pt x="7903" y="8955"/>
                    <a:pt x="8525" y="8955"/>
                  </a:cubicBezTo>
                  <a:cubicBezTo>
                    <a:pt x="8661" y="8955"/>
                    <a:pt x="8842" y="8939"/>
                    <a:pt x="9080" y="8901"/>
                  </a:cubicBezTo>
                  <a:cubicBezTo>
                    <a:pt x="10414" y="8698"/>
                    <a:pt x="10080" y="6841"/>
                    <a:pt x="10080" y="6841"/>
                  </a:cubicBezTo>
                  <a:cubicBezTo>
                    <a:pt x="11569" y="5555"/>
                    <a:pt x="9390" y="3281"/>
                    <a:pt x="9390" y="3281"/>
                  </a:cubicBezTo>
                  <a:cubicBezTo>
                    <a:pt x="9283" y="2602"/>
                    <a:pt x="8818" y="1709"/>
                    <a:pt x="7723" y="1305"/>
                  </a:cubicBezTo>
                  <a:cubicBezTo>
                    <a:pt x="6627" y="888"/>
                    <a:pt x="6211" y="1102"/>
                    <a:pt x="4365" y="233"/>
                  </a:cubicBezTo>
                  <a:cubicBezTo>
                    <a:pt x="4021" y="67"/>
                    <a:pt x="3733" y="0"/>
                    <a:pt x="3492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>
              <a:extLst>
                <a:ext uri="{FF2B5EF4-FFF2-40B4-BE49-F238E27FC236}">
                  <a16:creationId xmlns:a16="http://schemas.microsoft.com/office/drawing/2014/main" id="{B238696A-9816-A8B2-811D-A305FAAA0588}"/>
                </a:ext>
              </a:extLst>
            </p:cNvPr>
            <p:cNvSpPr/>
            <p:nvPr/>
          </p:nvSpPr>
          <p:spPr>
            <a:xfrm>
              <a:off x="3427200" y="1811050"/>
              <a:ext cx="34250" cy="38725"/>
            </a:xfrm>
            <a:custGeom>
              <a:avLst/>
              <a:gdLst/>
              <a:ahLst/>
              <a:cxnLst/>
              <a:rect l="l" t="t" r="r" b="b"/>
              <a:pathLst>
                <a:path w="1370" h="1549" extrusionOk="0">
                  <a:moveTo>
                    <a:pt x="1058" y="1"/>
                  </a:moveTo>
                  <a:cubicBezTo>
                    <a:pt x="1018" y="1"/>
                    <a:pt x="978" y="9"/>
                    <a:pt x="941" y="25"/>
                  </a:cubicBezTo>
                  <a:cubicBezTo>
                    <a:pt x="870" y="73"/>
                    <a:pt x="810" y="144"/>
                    <a:pt x="763" y="215"/>
                  </a:cubicBezTo>
                  <a:cubicBezTo>
                    <a:pt x="513" y="561"/>
                    <a:pt x="251" y="906"/>
                    <a:pt x="1" y="1251"/>
                  </a:cubicBezTo>
                  <a:lnTo>
                    <a:pt x="346" y="1549"/>
                  </a:lnTo>
                  <a:cubicBezTo>
                    <a:pt x="667" y="1418"/>
                    <a:pt x="977" y="1228"/>
                    <a:pt x="1251" y="1013"/>
                  </a:cubicBezTo>
                  <a:cubicBezTo>
                    <a:pt x="1310" y="966"/>
                    <a:pt x="1370" y="870"/>
                    <a:pt x="1322" y="811"/>
                  </a:cubicBezTo>
                  <a:cubicBezTo>
                    <a:pt x="1305" y="794"/>
                    <a:pt x="1285" y="787"/>
                    <a:pt x="1263" y="787"/>
                  </a:cubicBezTo>
                  <a:cubicBezTo>
                    <a:pt x="1225" y="787"/>
                    <a:pt x="1182" y="807"/>
                    <a:pt x="1144" y="823"/>
                  </a:cubicBezTo>
                  <a:cubicBezTo>
                    <a:pt x="953" y="918"/>
                    <a:pt x="763" y="1013"/>
                    <a:pt x="572" y="1108"/>
                  </a:cubicBezTo>
                  <a:cubicBezTo>
                    <a:pt x="810" y="906"/>
                    <a:pt x="1025" y="656"/>
                    <a:pt x="1167" y="382"/>
                  </a:cubicBezTo>
                  <a:cubicBezTo>
                    <a:pt x="1227" y="275"/>
                    <a:pt x="1275" y="132"/>
                    <a:pt x="1191" y="49"/>
                  </a:cubicBezTo>
                  <a:cubicBezTo>
                    <a:pt x="1158" y="15"/>
                    <a:pt x="1109" y="1"/>
                    <a:pt x="1058" y="1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>
              <a:extLst>
                <a:ext uri="{FF2B5EF4-FFF2-40B4-BE49-F238E27FC236}">
                  <a16:creationId xmlns:a16="http://schemas.microsoft.com/office/drawing/2014/main" id="{CCE4F343-3031-5E3B-794B-06D8D971CA43}"/>
                </a:ext>
              </a:extLst>
            </p:cNvPr>
            <p:cNvSpPr/>
            <p:nvPr/>
          </p:nvSpPr>
          <p:spPr>
            <a:xfrm>
              <a:off x="3226875" y="1813450"/>
              <a:ext cx="172975" cy="64900"/>
            </a:xfrm>
            <a:custGeom>
              <a:avLst/>
              <a:gdLst/>
              <a:ahLst/>
              <a:cxnLst/>
              <a:rect l="l" t="t" r="r" b="b"/>
              <a:pathLst>
                <a:path w="6919" h="2596" extrusionOk="0">
                  <a:moveTo>
                    <a:pt x="72" y="0"/>
                  </a:moveTo>
                  <a:lnTo>
                    <a:pt x="1" y="36"/>
                  </a:lnTo>
                  <a:cubicBezTo>
                    <a:pt x="215" y="441"/>
                    <a:pt x="596" y="739"/>
                    <a:pt x="1037" y="858"/>
                  </a:cubicBezTo>
                  <a:cubicBezTo>
                    <a:pt x="1155" y="885"/>
                    <a:pt x="1278" y="899"/>
                    <a:pt x="1401" y="899"/>
                  </a:cubicBezTo>
                  <a:cubicBezTo>
                    <a:pt x="1599" y="899"/>
                    <a:pt x="1798" y="864"/>
                    <a:pt x="1989" y="798"/>
                  </a:cubicBezTo>
                  <a:lnTo>
                    <a:pt x="1989" y="798"/>
                  </a:lnTo>
                  <a:cubicBezTo>
                    <a:pt x="1858" y="905"/>
                    <a:pt x="1751" y="1048"/>
                    <a:pt x="1703" y="1215"/>
                  </a:cubicBezTo>
                  <a:cubicBezTo>
                    <a:pt x="1584" y="1620"/>
                    <a:pt x="1858" y="2048"/>
                    <a:pt x="2191" y="2251"/>
                  </a:cubicBezTo>
                  <a:cubicBezTo>
                    <a:pt x="2537" y="2453"/>
                    <a:pt x="2930" y="2501"/>
                    <a:pt x="3346" y="2525"/>
                  </a:cubicBezTo>
                  <a:cubicBezTo>
                    <a:pt x="4037" y="2572"/>
                    <a:pt x="4739" y="2596"/>
                    <a:pt x="5430" y="2596"/>
                  </a:cubicBezTo>
                  <a:cubicBezTo>
                    <a:pt x="5930" y="2596"/>
                    <a:pt x="6430" y="2584"/>
                    <a:pt x="6918" y="2560"/>
                  </a:cubicBezTo>
                  <a:lnTo>
                    <a:pt x="6918" y="2489"/>
                  </a:lnTo>
                  <a:cubicBezTo>
                    <a:pt x="6427" y="2514"/>
                    <a:pt x="5932" y="2526"/>
                    <a:pt x="5436" y="2526"/>
                  </a:cubicBezTo>
                  <a:cubicBezTo>
                    <a:pt x="4742" y="2526"/>
                    <a:pt x="4046" y="2502"/>
                    <a:pt x="3358" y="2453"/>
                  </a:cubicBezTo>
                  <a:cubicBezTo>
                    <a:pt x="2942" y="2429"/>
                    <a:pt x="2561" y="2382"/>
                    <a:pt x="2227" y="2191"/>
                  </a:cubicBezTo>
                  <a:cubicBezTo>
                    <a:pt x="1929" y="2001"/>
                    <a:pt x="1668" y="1608"/>
                    <a:pt x="1775" y="1239"/>
                  </a:cubicBezTo>
                  <a:cubicBezTo>
                    <a:pt x="1858" y="977"/>
                    <a:pt x="2072" y="798"/>
                    <a:pt x="2334" y="608"/>
                  </a:cubicBezTo>
                  <a:lnTo>
                    <a:pt x="2299" y="548"/>
                  </a:lnTo>
                  <a:cubicBezTo>
                    <a:pt x="2037" y="731"/>
                    <a:pt x="1719" y="825"/>
                    <a:pt x="1404" y="825"/>
                  </a:cubicBezTo>
                  <a:cubicBezTo>
                    <a:pt x="1288" y="825"/>
                    <a:pt x="1172" y="812"/>
                    <a:pt x="1060" y="786"/>
                  </a:cubicBezTo>
                  <a:cubicBezTo>
                    <a:pt x="632" y="679"/>
                    <a:pt x="263" y="381"/>
                    <a:pt x="72" y="0"/>
                  </a:cubicBezTo>
                  <a:close/>
                </a:path>
              </a:pathLst>
            </a:custGeom>
            <a:solidFill>
              <a:srgbClr val="BD68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>
              <a:extLst>
                <a:ext uri="{FF2B5EF4-FFF2-40B4-BE49-F238E27FC236}">
                  <a16:creationId xmlns:a16="http://schemas.microsoft.com/office/drawing/2014/main" id="{D7ADBDC6-9293-8531-E67E-72199AE132A4}"/>
                </a:ext>
              </a:extLst>
            </p:cNvPr>
            <p:cNvSpPr/>
            <p:nvPr/>
          </p:nvSpPr>
          <p:spPr>
            <a:xfrm>
              <a:off x="3367375" y="1957200"/>
              <a:ext cx="65550" cy="62500"/>
            </a:xfrm>
            <a:custGeom>
              <a:avLst/>
              <a:gdLst/>
              <a:ahLst/>
              <a:cxnLst/>
              <a:rect l="l" t="t" r="r" b="b"/>
              <a:pathLst>
                <a:path w="2622" h="2500" extrusionOk="0">
                  <a:moveTo>
                    <a:pt x="1022" y="1"/>
                  </a:moveTo>
                  <a:cubicBezTo>
                    <a:pt x="1000" y="1"/>
                    <a:pt x="989" y="1"/>
                    <a:pt x="989" y="1"/>
                  </a:cubicBezTo>
                  <a:lnTo>
                    <a:pt x="0" y="1477"/>
                  </a:lnTo>
                  <a:cubicBezTo>
                    <a:pt x="110" y="2090"/>
                    <a:pt x="638" y="2500"/>
                    <a:pt x="1166" y="2500"/>
                  </a:cubicBezTo>
                  <a:cubicBezTo>
                    <a:pt x="1613" y="2500"/>
                    <a:pt x="2060" y="2205"/>
                    <a:pt x="2251" y="1489"/>
                  </a:cubicBezTo>
                  <a:cubicBezTo>
                    <a:pt x="2622" y="61"/>
                    <a:pt x="1254" y="1"/>
                    <a:pt x="1022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1">
              <a:extLst>
                <a:ext uri="{FF2B5EF4-FFF2-40B4-BE49-F238E27FC236}">
                  <a16:creationId xmlns:a16="http://schemas.microsoft.com/office/drawing/2014/main" id="{EE5B106E-4495-2A1E-E94B-DFD5E42731B7}"/>
                </a:ext>
              </a:extLst>
            </p:cNvPr>
            <p:cNvSpPr/>
            <p:nvPr/>
          </p:nvSpPr>
          <p:spPr>
            <a:xfrm>
              <a:off x="3376900" y="1971350"/>
              <a:ext cx="42300" cy="29350"/>
            </a:xfrm>
            <a:custGeom>
              <a:avLst/>
              <a:gdLst/>
              <a:ahLst/>
              <a:cxnLst/>
              <a:rect l="l" t="t" r="r" b="b"/>
              <a:pathLst>
                <a:path w="1692" h="1174" extrusionOk="0">
                  <a:moveTo>
                    <a:pt x="937" y="1"/>
                  </a:moveTo>
                  <a:cubicBezTo>
                    <a:pt x="851" y="1"/>
                    <a:pt x="761" y="14"/>
                    <a:pt x="667" y="42"/>
                  </a:cubicBezTo>
                  <a:cubicBezTo>
                    <a:pt x="0" y="233"/>
                    <a:pt x="96" y="1138"/>
                    <a:pt x="96" y="1138"/>
                  </a:cubicBezTo>
                  <a:cubicBezTo>
                    <a:pt x="96" y="1150"/>
                    <a:pt x="108" y="1162"/>
                    <a:pt x="119" y="1173"/>
                  </a:cubicBezTo>
                  <a:lnTo>
                    <a:pt x="131" y="1173"/>
                  </a:lnTo>
                  <a:cubicBezTo>
                    <a:pt x="155" y="1173"/>
                    <a:pt x="167" y="1150"/>
                    <a:pt x="167" y="1138"/>
                  </a:cubicBezTo>
                  <a:cubicBezTo>
                    <a:pt x="155" y="1126"/>
                    <a:pt x="72" y="280"/>
                    <a:pt x="691" y="102"/>
                  </a:cubicBezTo>
                  <a:cubicBezTo>
                    <a:pt x="777" y="78"/>
                    <a:pt x="860" y="65"/>
                    <a:pt x="939" y="65"/>
                  </a:cubicBezTo>
                  <a:cubicBezTo>
                    <a:pt x="1055" y="65"/>
                    <a:pt x="1163" y="93"/>
                    <a:pt x="1262" y="150"/>
                  </a:cubicBezTo>
                  <a:cubicBezTo>
                    <a:pt x="1536" y="304"/>
                    <a:pt x="1620" y="638"/>
                    <a:pt x="1620" y="650"/>
                  </a:cubicBezTo>
                  <a:cubicBezTo>
                    <a:pt x="1632" y="661"/>
                    <a:pt x="1643" y="673"/>
                    <a:pt x="1667" y="673"/>
                  </a:cubicBezTo>
                  <a:cubicBezTo>
                    <a:pt x="1679" y="661"/>
                    <a:pt x="1691" y="650"/>
                    <a:pt x="1691" y="638"/>
                  </a:cubicBezTo>
                  <a:cubicBezTo>
                    <a:pt x="1679" y="614"/>
                    <a:pt x="1596" y="269"/>
                    <a:pt x="1298" y="90"/>
                  </a:cubicBezTo>
                  <a:cubicBezTo>
                    <a:pt x="1190" y="32"/>
                    <a:pt x="1069" y="1"/>
                    <a:pt x="937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1">
              <a:extLst>
                <a:ext uri="{FF2B5EF4-FFF2-40B4-BE49-F238E27FC236}">
                  <a16:creationId xmlns:a16="http://schemas.microsoft.com/office/drawing/2014/main" id="{5438E7F0-1495-93D5-D88D-317B4888F9BD}"/>
                </a:ext>
              </a:extLst>
            </p:cNvPr>
            <p:cNvSpPr/>
            <p:nvPr/>
          </p:nvSpPr>
          <p:spPr>
            <a:xfrm>
              <a:off x="3381375" y="1981350"/>
              <a:ext cx="23525" cy="10125"/>
            </a:xfrm>
            <a:custGeom>
              <a:avLst/>
              <a:gdLst/>
              <a:ahLst/>
              <a:cxnLst/>
              <a:rect l="l" t="t" r="r" b="b"/>
              <a:pathLst>
                <a:path w="941" h="405" extrusionOk="0">
                  <a:moveTo>
                    <a:pt x="299" y="0"/>
                  </a:moveTo>
                  <a:cubicBezTo>
                    <a:pt x="213" y="0"/>
                    <a:pt x="120" y="20"/>
                    <a:pt x="24" y="71"/>
                  </a:cubicBezTo>
                  <a:cubicBezTo>
                    <a:pt x="0" y="83"/>
                    <a:pt x="0" y="107"/>
                    <a:pt x="0" y="119"/>
                  </a:cubicBezTo>
                  <a:cubicBezTo>
                    <a:pt x="8" y="127"/>
                    <a:pt x="23" y="135"/>
                    <a:pt x="35" y="135"/>
                  </a:cubicBezTo>
                  <a:cubicBezTo>
                    <a:pt x="40" y="135"/>
                    <a:pt x="44" y="134"/>
                    <a:pt x="48" y="131"/>
                  </a:cubicBezTo>
                  <a:cubicBezTo>
                    <a:pt x="135" y="85"/>
                    <a:pt x="219" y="66"/>
                    <a:pt x="297" y="66"/>
                  </a:cubicBezTo>
                  <a:cubicBezTo>
                    <a:pt x="628" y="66"/>
                    <a:pt x="869" y="392"/>
                    <a:pt x="869" y="392"/>
                  </a:cubicBezTo>
                  <a:cubicBezTo>
                    <a:pt x="881" y="404"/>
                    <a:pt x="881" y="404"/>
                    <a:pt x="893" y="404"/>
                  </a:cubicBezTo>
                  <a:lnTo>
                    <a:pt x="917" y="404"/>
                  </a:lnTo>
                  <a:cubicBezTo>
                    <a:pt x="929" y="392"/>
                    <a:pt x="941" y="369"/>
                    <a:pt x="929" y="357"/>
                  </a:cubicBezTo>
                  <a:cubicBezTo>
                    <a:pt x="919" y="357"/>
                    <a:pt x="661" y="0"/>
                    <a:pt x="299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1">
              <a:extLst>
                <a:ext uri="{FF2B5EF4-FFF2-40B4-BE49-F238E27FC236}">
                  <a16:creationId xmlns:a16="http://schemas.microsoft.com/office/drawing/2014/main" id="{4EC63675-5EA7-FFE3-503F-7411E545B5D1}"/>
                </a:ext>
              </a:extLst>
            </p:cNvPr>
            <p:cNvSpPr/>
            <p:nvPr/>
          </p:nvSpPr>
          <p:spPr>
            <a:xfrm>
              <a:off x="3272725" y="1967325"/>
              <a:ext cx="18175" cy="7600"/>
            </a:xfrm>
            <a:custGeom>
              <a:avLst/>
              <a:gdLst/>
              <a:ahLst/>
              <a:cxnLst/>
              <a:rect l="l" t="t" r="r" b="b"/>
              <a:pathLst>
                <a:path w="727" h="304" extrusionOk="0">
                  <a:moveTo>
                    <a:pt x="703" y="1"/>
                  </a:moveTo>
                  <a:cubicBezTo>
                    <a:pt x="691" y="1"/>
                    <a:pt x="667" y="1"/>
                    <a:pt x="667" y="25"/>
                  </a:cubicBezTo>
                  <a:cubicBezTo>
                    <a:pt x="667" y="34"/>
                    <a:pt x="566" y="238"/>
                    <a:pt x="302" y="238"/>
                  </a:cubicBezTo>
                  <a:cubicBezTo>
                    <a:pt x="227" y="238"/>
                    <a:pt x="139" y="222"/>
                    <a:pt x="36" y="180"/>
                  </a:cubicBezTo>
                  <a:cubicBezTo>
                    <a:pt x="24" y="180"/>
                    <a:pt x="12" y="191"/>
                    <a:pt x="0" y="203"/>
                  </a:cubicBezTo>
                  <a:cubicBezTo>
                    <a:pt x="0" y="215"/>
                    <a:pt x="0" y="239"/>
                    <a:pt x="12" y="239"/>
                  </a:cubicBezTo>
                  <a:cubicBezTo>
                    <a:pt x="48" y="251"/>
                    <a:pt x="84" y="263"/>
                    <a:pt x="107" y="275"/>
                  </a:cubicBezTo>
                  <a:cubicBezTo>
                    <a:pt x="177" y="295"/>
                    <a:pt x="241" y="304"/>
                    <a:pt x="298" y="304"/>
                  </a:cubicBezTo>
                  <a:cubicBezTo>
                    <a:pt x="607" y="304"/>
                    <a:pt x="727" y="49"/>
                    <a:pt x="727" y="49"/>
                  </a:cubicBezTo>
                  <a:cubicBezTo>
                    <a:pt x="727" y="25"/>
                    <a:pt x="727" y="13"/>
                    <a:pt x="703" y="1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1">
              <a:extLst>
                <a:ext uri="{FF2B5EF4-FFF2-40B4-BE49-F238E27FC236}">
                  <a16:creationId xmlns:a16="http://schemas.microsoft.com/office/drawing/2014/main" id="{80AE9A63-6241-17C0-5410-7F40513477AA}"/>
                </a:ext>
              </a:extLst>
            </p:cNvPr>
            <p:cNvSpPr/>
            <p:nvPr/>
          </p:nvSpPr>
          <p:spPr>
            <a:xfrm>
              <a:off x="3303675" y="1969825"/>
              <a:ext cx="51825" cy="27550"/>
            </a:xfrm>
            <a:custGeom>
              <a:avLst/>
              <a:gdLst/>
              <a:ahLst/>
              <a:cxnLst/>
              <a:rect l="l" t="t" r="r" b="b"/>
              <a:pathLst>
                <a:path w="2073" h="1102" extrusionOk="0">
                  <a:moveTo>
                    <a:pt x="918" y="1"/>
                  </a:moveTo>
                  <a:cubicBezTo>
                    <a:pt x="443" y="1"/>
                    <a:pt x="56" y="183"/>
                    <a:pt x="24" y="461"/>
                  </a:cubicBezTo>
                  <a:cubicBezTo>
                    <a:pt x="0" y="758"/>
                    <a:pt x="429" y="1044"/>
                    <a:pt x="989" y="1092"/>
                  </a:cubicBezTo>
                  <a:cubicBezTo>
                    <a:pt x="1053" y="1099"/>
                    <a:pt x="1117" y="1102"/>
                    <a:pt x="1179" y="1102"/>
                  </a:cubicBezTo>
                  <a:cubicBezTo>
                    <a:pt x="1643" y="1102"/>
                    <a:pt x="2017" y="914"/>
                    <a:pt x="2048" y="651"/>
                  </a:cubicBezTo>
                  <a:cubicBezTo>
                    <a:pt x="2072" y="353"/>
                    <a:pt x="1644" y="68"/>
                    <a:pt x="1084" y="8"/>
                  </a:cubicBezTo>
                  <a:cubicBezTo>
                    <a:pt x="1028" y="3"/>
                    <a:pt x="972" y="1"/>
                    <a:pt x="918" y="1"/>
                  </a:cubicBezTo>
                  <a:close/>
                </a:path>
              </a:pathLst>
            </a:custGeom>
            <a:solidFill>
              <a:srgbClr val="DF9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1">
              <a:extLst>
                <a:ext uri="{FF2B5EF4-FFF2-40B4-BE49-F238E27FC236}">
                  <a16:creationId xmlns:a16="http://schemas.microsoft.com/office/drawing/2014/main" id="{51EFFEB9-082C-0685-B30F-3F1FB9A012E1}"/>
                </a:ext>
              </a:extLst>
            </p:cNvPr>
            <p:cNvSpPr/>
            <p:nvPr/>
          </p:nvSpPr>
          <p:spPr>
            <a:xfrm>
              <a:off x="3331350" y="1905000"/>
              <a:ext cx="39325" cy="29275"/>
            </a:xfrm>
            <a:custGeom>
              <a:avLst/>
              <a:gdLst/>
              <a:ahLst/>
              <a:cxnLst/>
              <a:rect l="l" t="t" r="r" b="b"/>
              <a:pathLst>
                <a:path w="1573" h="1171" extrusionOk="0">
                  <a:moveTo>
                    <a:pt x="331" y="1"/>
                  </a:moveTo>
                  <a:cubicBezTo>
                    <a:pt x="249" y="1"/>
                    <a:pt x="185" y="32"/>
                    <a:pt x="132" y="77"/>
                  </a:cubicBezTo>
                  <a:cubicBezTo>
                    <a:pt x="1" y="196"/>
                    <a:pt x="72" y="470"/>
                    <a:pt x="370" y="744"/>
                  </a:cubicBezTo>
                  <a:cubicBezTo>
                    <a:pt x="661" y="1016"/>
                    <a:pt x="886" y="1170"/>
                    <a:pt x="1067" y="1170"/>
                  </a:cubicBezTo>
                  <a:cubicBezTo>
                    <a:pt x="1115" y="1170"/>
                    <a:pt x="1161" y="1159"/>
                    <a:pt x="1203" y="1137"/>
                  </a:cubicBezTo>
                  <a:cubicBezTo>
                    <a:pt x="1203" y="1137"/>
                    <a:pt x="1572" y="970"/>
                    <a:pt x="1049" y="446"/>
                  </a:cubicBezTo>
                  <a:cubicBezTo>
                    <a:pt x="706" y="111"/>
                    <a:pt x="486" y="1"/>
                    <a:pt x="331" y="1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1">
              <a:extLst>
                <a:ext uri="{FF2B5EF4-FFF2-40B4-BE49-F238E27FC236}">
                  <a16:creationId xmlns:a16="http://schemas.microsoft.com/office/drawing/2014/main" id="{0C8E0A98-6C03-AA8D-82B9-FFD3C011E60D}"/>
                </a:ext>
              </a:extLst>
            </p:cNvPr>
            <p:cNvSpPr/>
            <p:nvPr/>
          </p:nvSpPr>
          <p:spPr>
            <a:xfrm>
              <a:off x="3317375" y="1941775"/>
              <a:ext cx="17875" cy="18700"/>
            </a:xfrm>
            <a:custGeom>
              <a:avLst/>
              <a:gdLst/>
              <a:ahLst/>
              <a:cxnLst/>
              <a:rect l="l" t="t" r="r" b="b"/>
              <a:pathLst>
                <a:path w="715" h="748" extrusionOk="0">
                  <a:moveTo>
                    <a:pt x="390" y="0"/>
                  </a:moveTo>
                  <a:cubicBezTo>
                    <a:pt x="247" y="0"/>
                    <a:pt x="110" y="112"/>
                    <a:pt x="60" y="285"/>
                  </a:cubicBezTo>
                  <a:cubicBezTo>
                    <a:pt x="0" y="487"/>
                    <a:pt x="84" y="690"/>
                    <a:pt x="250" y="737"/>
                  </a:cubicBezTo>
                  <a:cubicBezTo>
                    <a:pt x="275" y="744"/>
                    <a:pt x="300" y="748"/>
                    <a:pt x="325" y="748"/>
                  </a:cubicBezTo>
                  <a:cubicBezTo>
                    <a:pt x="467" y="748"/>
                    <a:pt x="604" y="636"/>
                    <a:pt x="655" y="463"/>
                  </a:cubicBezTo>
                  <a:cubicBezTo>
                    <a:pt x="715" y="261"/>
                    <a:pt x="631" y="59"/>
                    <a:pt x="465" y="11"/>
                  </a:cubicBezTo>
                  <a:cubicBezTo>
                    <a:pt x="440" y="4"/>
                    <a:pt x="415" y="0"/>
                    <a:pt x="390" y="0"/>
                  </a:cubicBezTo>
                  <a:close/>
                </a:path>
              </a:pathLst>
            </a:custGeom>
            <a:solidFill>
              <a:srgbClr val="00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1">
              <a:extLst>
                <a:ext uri="{FF2B5EF4-FFF2-40B4-BE49-F238E27FC236}">
                  <a16:creationId xmlns:a16="http://schemas.microsoft.com/office/drawing/2014/main" id="{5E31B467-CD72-8D07-B512-47F7077B96E2}"/>
                </a:ext>
              </a:extLst>
            </p:cNvPr>
            <p:cNvSpPr/>
            <p:nvPr/>
          </p:nvSpPr>
          <p:spPr>
            <a:xfrm>
              <a:off x="3207225" y="1937725"/>
              <a:ext cx="51825" cy="33925"/>
            </a:xfrm>
            <a:custGeom>
              <a:avLst/>
              <a:gdLst/>
              <a:ahLst/>
              <a:cxnLst/>
              <a:rect l="l" t="t" r="r" b="b"/>
              <a:pathLst>
                <a:path w="2073" h="1357" extrusionOk="0">
                  <a:moveTo>
                    <a:pt x="587" y="0"/>
                  </a:moveTo>
                  <a:cubicBezTo>
                    <a:pt x="379" y="0"/>
                    <a:pt x="215" y="66"/>
                    <a:pt x="144" y="197"/>
                  </a:cubicBezTo>
                  <a:cubicBezTo>
                    <a:pt x="1" y="471"/>
                    <a:pt x="287" y="899"/>
                    <a:pt x="787" y="1161"/>
                  </a:cubicBezTo>
                  <a:cubicBezTo>
                    <a:pt x="1034" y="1291"/>
                    <a:pt x="1284" y="1356"/>
                    <a:pt x="1491" y="1356"/>
                  </a:cubicBezTo>
                  <a:cubicBezTo>
                    <a:pt x="1703" y="1356"/>
                    <a:pt x="1869" y="1288"/>
                    <a:pt x="1942" y="1149"/>
                  </a:cubicBezTo>
                  <a:cubicBezTo>
                    <a:pt x="2073" y="887"/>
                    <a:pt x="1787" y="459"/>
                    <a:pt x="1299" y="197"/>
                  </a:cubicBezTo>
                  <a:cubicBezTo>
                    <a:pt x="1049" y="66"/>
                    <a:pt x="796" y="0"/>
                    <a:pt x="587" y="0"/>
                  </a:cubicBezTo>
                  <a:close/>
                </a:path>
              </a:pathLst>
            </a:custGeom>
            <a:solidFill>
              <a:srgbClr val="DF9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1">
              <a:extLst>
                <a:ext uri="{FF2B5EF4-FFF2-40B4-BE49-F238E27FC236}">
                  <a16:creationId xmlns:a16="http://schemas.microsoft.com/office/drawing/2014/main" id="{DCB7E90F-D02C-B586-FEDE-025B5D0BE772}"/>
                </a:ext>
              </a:extLst>
            </p:cNvPr>
            <p:cNvSpPr/>
            <p:nvPr/>
          </p:nvSpPr>
          <p:spPr>
            <a:xfrm>
              <a:off x="3228975" y="1881650"/>
              <a:ext cx="43475" cy="18100"/>
            </a:xfrm>
            <a:custGeom>
              <a:avLst/>
              <a:gdLst/>
              <a:ahLst/>
              <a:cxnLst/>
              <a:rect l="l" t="t" r="r" b="b"/>
              <a:pathLst>
                <a:path w="1739" h="724" extrusionOk="0">
                  <a:moveTo>
                    <a:pt x="1212" y="0"/>
                  </a:moveTo>
                  <a:cubicBezTo>
                    <a:pt x="1083" y="0"/>
                    <a:pt x="920" y="18"/>
                    <a:pt x="714" y="58"/>
                  </a:cubicBezTo>
                  <a:cubicBezTo>
                    <a:pt x="0" y="189"/>
                    <a:pt x="214" y="547"/>
                    <a:pt x="214" y="547"/>
                  </a:cubicBezTo>
                  <a:cubicBezTo>
                    <a:pt x="291" y="670"/>
                    <a:pt x="443" y="723"/>
                    <a:pt x="672" y="723"/>
                  </a:cubicBezTo>
                  <a:cubicBezTo>
                    <a:pt x="797" y="723"/>
                    <a:pt x="946" y="707"/>
                    <a:pt x="1119" y="678"/>
                  </a:cubicBezTo>
                  <a:cubicBezTo>
                    <a:pt x="1524" y="606"/>
                    <a:pt x="1738" y="428"/>
                    <a:pt x="1691" y="249"/>
                  </a:cubicBezTo>
                  <a:cubicBezTo>
                    <a:pt x="1648" y="112"/>
                    <a:pt x="1538" y="0"/>
                    <a:pt x="1212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1">
              <a:extLst>
                <a:ext uri="{FF2B5EF4-FFF2-40B4-BE49-F238E27FC236}">
                  <a16:creationId xmlns:a16="http://schemas.microsoft.com/office/drawing/2014/main" id="{EDD28959-A0F5-DEDC-2960-F5640E97A5BB}"/>
                </a:ext>
              </a:extLst>
            </p:cNvPr>
            <p:cNvSpPr/>
            <p:nvPr/>
          </p:nvSpPr>
          <p:spPr>
            <a:xfrm>
              <a:off x="3244750" y="1918550"/>
              <a:ext cx="17875" cy="18700"/>
            </a:xfrm>
            <a:custGeom>
              <a:avLst/>
              <a:gdLst/>
              <a:ahLst/>
              <a:cxnLst/>
              <a:rect l="l" t="t" r="r" b="b"/>
              <a:pathLst>
                <a:path w="715" h="748" extrusionOk="0">
                  <a:moveTo>
                    <a:pt x="390" y="1"/>
                  </a:moveTo>
                  <a:cubicBezTo>
                    <a:pt x="247" y="1"/>
                    <a:pt x="110" y="113"/>
                    <a:pt x="60" y="285"/>
                  </a:cubicBezTo>
                  <a:cubicBezTo>
                    <a:pt x="0" y="487"/>
                    <a:pt x="83" y="690"/>
                    <a:pt x="250" y="738"/>
                  </a:cubicBezTo>
                  <a:cubicBezTo>
                    <a:pt x="273" y="745"/>
                    <a:pt x="297" y="748"/>
                    <a:pt x="321" y="748"/>
                  </a:cubicBezTo>
                  <a:cubicBezTo>
                    <a:pt x="458" y="748"/>
                    <a:pt x="604" y="636"/>
                    <a:pt x="655" y="464"/>
                  </a:cubicBezTo>
                  <a:cubicBezTo>
                    <a:pt x="714" y="261"/>
                    <a:pt x="631" y="59"/>
                    <a:pt x="464" y="11"/>
                  </a:cubicBezTo>
                  <a:cubicBezTo>
                    <a:pt x="440" y="4"/>
                    <a:pt x="415" y="1"/>
                    <a:pt x="390" y="1"/>
                  </a:cubicBezTo>
                  <a:close/>
                </a:path>
              </a:pathLst>
            </a:custGeom>
            <a:solidFill>
              <a:srgbClr val="00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1">
              <a:extLst>
                <a:ext uri="{FF2B5EF4-FFF2-40B4-BE49-F238E27FC236}">
                  <a16:creationId xmlns:a16="http://schemas.microsoft.com/office/drawing/2014/main" id="{1B9340CA-593F-EE14-37FB-D7A7CD68F498}"/>
                </a:ext>
              </a:extLst>
            </p:cNvPr>
            <p:cNvSpPr/>
            <p:nvPr/>
          </p:nvSpPr>
          <p:spPr>
            <a:xfrm>
              <a:off x="3270325" y="1883700"/>
              <a:ext cx="45875" cy="71750"/>
            </a:xfrm>
            <a:custGeom>
              <a:avLst/>
              <a:gdLst/>
              <a:ahLst/>
              <a:cxnLst/>
              <a:rect l="l" t="t" r="r" b="b"/>
              <a:pathLst>
                <a:path w="1835" h="2870" extrusionOk="0">
                  <a:moveTo>
                    <a:pt x="1799" y="0"/>
                  </a:moveTo>
                  <a:cubicBezTo>
                    <a:pt x="1787" y="0"/>
                    <a:pt x="1775" y="12"/>
                    <a:pt x="1763" y="24"/>
                  </a:cubicBezTo>
                  <a:cubicBezTo>
                    <a:pt x="1644" y="560"/>
                    <a:pt x="1311" y="1965"/>
                    <a:pt x="1144" y="2096"/>
                  </a:cubicBezTo>
                  <a:cubicBezTo>
                    <a:pt x="1104" y="2132"/>
                    <a:pt x="1058" y="2150"/>
                    <a:pt x="1006" y="2150"/>
                  </a:cubicBezTo>
                  <a:cubicBezTo>
                    <a:pt x="902" y="2150"/>
                    <a:pt x="775" y="2076"/>
                    <a:pt x="632" y="1917"/>
                  </a:cubicBezTo>
                  <a:cubicBezTo>
                    <a:pt x="632" y="1917"/>
                    <a:pt x="620" y="1905"/>
                    <a:pt x="620" y="1905"/>
                  </a:cubicBezTo>
                  <a:cubicBezTo>
                    <a:pt x="551" y="1836"/>
                    <a:pt x="477" y="1802"/>
                    <a:pt x="405" y="1802"/>
                  </a:cubicBezTo>
                  <a:cubicBezTo>
                    <a:pt x="365" y="1802"/>
                    <a:pt x="325" y="1813"/>
                    <a:pt x="287" y="1834"/>
                  </a:cubicBezTo>
                  <a:cubicBezTo>
                    <a:pt x="120" y="1917"/>
                    <a:pt x="1" y="2191"/>
                    <a:pt x="37" y="2405"/>
                  </a:cubicBezTo>
                  <a:cubicBezTo>
                    <a:pt x="84" y="2667"/>
                    <a:pt x="299" y="2858"/>
                    <a:pt x="311" y="2870"/>
                  </a:cubicBezTo>
                  <a:cubicBezTo>
                    <a:pt x="322" y="2870"/>
                    <a:pt x="334" y="2870"/>
                    <a:pt x="346" y="2858"/>
                  </a:cubicBezTo>
                  <a:cubicBezTo>
                    <a:pt x="358" y="2846"/>
                    <a:pt x="358" y="2834"/>
                    <a:pt x="346" y="2822"/>
                  </a:cubicBezTo>
                  <a:cubicBezTo>
                    <a:pt x="346" y="2822"/>
                    <a:pt x="144" y="2632"/>
                    <a:pt x="96" y="2393"/>
                  </a:cubicBezTo>
                  <a:cubicBezTo>
                    <a:pt x="61" y="2203"/>
                    <a:pt x="168" y="1965"/>
                    <a:pt x="311" y="1881"/>
                  </a:cubicBezTo>
                  <a:cubicBezTo>
                    <a:pt x="338" y="1870"/>
                    <a:pt x="367" y="1863"/>
                    <a:pt x="397" y="1863"/>
                  </a:cubicBezTo>
                  <a:cubicBezTo>
                    <a:pt x="456" y="1863"/>
                    <a:pt x="517" y="1889"/>
                    <a:pt x="572" y="1953"/>
                  </a:cubicBezTo>
                  <a:lnTo>
                    <a:pt x="584" y="1965"/>
                  </a:lnTo>
                  <a:cubicBezTo>
                    <a:pt x="765" y="2153"/>
                    <a:pt x="905" y="2214"/>
                    <a:pt x="1012" y="2214"/>
                  </a:cubicBezTo>
                  <a:cubicBezTo>
                    <a:pt x="1088" y="2214"/>
                    <a:pt x="1147" y="2183"/>
                    <a:pt x="1192" y="2143"/>
                  </a:cubicBezTo>
                  <a:cubicBezTo>
                    <a:pt x="1394" y="1965"/>
                    <a:pt x="1787" y="238"/>
                    <a:pt x="1823" y="48"/>
                  </a:cubicBezTo>
                  <a:cubicBezTo>
                    <a:pt x="1835" y="24"/>
                    <a:pt x="1823" y="12"/>
                    <a:pt x="1799" y="0"/>
                  </a:cubicBezTo>
                  <a:close/>
                </a:path>
              </a:pathLst>
            </a:custGeom>
            <a:solidFill>
              <a:srgbClr val="7636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1">
              <a:extLst>
                <a:ext uri="{FF2B5EF4-FFF2-40B4-BE49-F238E27FC236}">
                  <a16:creationId xmlns:a16="http://schemas.microsoft.com/office/drawing/2014/main" id="{DA7DA50D-52F2-4B4F-0F2D-EF994B3BC99B}"/>
                </a:ext>
              </a:extLst>
            </p:cNvPr>
            <p:cNvSpPr/>
            <p:nvPr/>
          </p:nvSpPr>
          <p:spPr>
            <a:xfrm>
              <a:off x="3111175" y="2290300"/>
              <a:ext cx="260400" cy="180700"/>
            </a:xfrm>
            <a:custGeom>
              <a:avLst/>
              <a:gdLst/>
              <a:ahLst/>
              <a:cxnLst/>
              <a:rect l="l" t="t" r="r" b="b"/>
              <a:pathLst>
                <a:path w="10416" h="7228" extrusionOk="0">
                  <a:moveTo>
                    <a:pt x="2363" y="0"/>
                  </a:moveTo>
                  <a:cubicBezTo>
                    <a:pt x="793" y="0"/>
                    <a:pt x="1" y="2661"/>
                    <a:pt x="1450" y="3239"/>
                  </a:cubicBezTo>
                  <a:cubicBezTo>
                    <a:pt x="1974" y="3393"/>
                    <a:pt x="2545" y="3548"/>
                    <a:pt x="3117" y="3703"/>
                  </a:cubicBezTo>
                  <a:cubicBezTo>
                    <a:pt x="5022" y="4215"/>
                    <a:pt x="6927" y="4727"/>
                    <a:pt x="7355" y="4846"/>
                  </a:cubicBezTo>
                  <a:cubicBezTo>
                    <a:pt x="7355" y="4846"/>
                    <a:pt x="7296" y="7001"/>
                    <a:pt x="7784" y="7215"/>
                  </a:cubicBezTo>
                  <a:cubicBezTo>
                    <a:pt x="7802" y="7223"/>
                    <a:pt x="7820" y="7227"/>
                    <a:pt x="7839" y="7227"/>
                  </a:cubicBezTo>
                  <a:cubicBezTo>
                    <a:pt x="8325" y="7227"/>
                    <a:pt x="9129" y="4703"/>
                    <a:pt x="9129" y="4703"/>
                  </a:cubicBezTo>
                  <a:cubicBezTo>
                    <a:pt x="9129" y="4703"/>
                    <a:pt x="10415" y="3072"/>
                    <a:pt x="8593" y="2917"/>
                  </a:cubicBezTo>
                  <a:cubicBezTo>
                    <a:pt x="8593" y="2917"/>
                    <a:pt x="6831" y="2036"/>
                    <a:pt x="4760" y="1012"/>
                  </a:cubicBezTo>
                  <a:cubicBezTo>
                    <a:pt x="4200" y="738"/>
                    <a:pt x="3617" y="441"/>
                    <a:pt x="3033" y="155"/>
                  </a:cubicBezTo>
                  <a:cubicBezTo>
                    <a:pt x="2798" y="48"/>
                    <a:pt x="2574" y="0"/>
                    <a:pt x="2363" y="0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1">
              <a:extLst>
                <a:ext uri="{FF2B5EF4-FFF2-40B4-BE49-F238E27FC236}">
                  <a16:creationId xmlns:a16="http://schemas.microsoft.com/office/drawing/2014/main" id="{105CAD99-1DC9-D7D2-F42C-A19CB4DCC37F}"/>
                </a:ext>
              </a:extLst>
            </p:cNvPr>
            <p:cNvSpPr/>
            <p:nvPr/>
          </p:nvSpPr>
          <p:spPr>
            <a:xfrm>
              <a:off x="3295050" y="2442975"/>
              <a:ext cx="24425" cy="32475"/>
            </a:xfrm>
            <a:custGeom>
              <a:avLst/>
              <a:gdLst/>
              <a:ahLst/>
              <a:cxnLst/>
              <a:rect l="l" t="t" r="r" b="b"/>
              <a:pathLst>
                <a:path w="977" h="1299" extrusionOk="0">
                  <a:moveTo>
                    <a:pt x="50" y="0"/>
                  </a:moveTo>
                  <a:cubicBezTo>
                    <a:pt x="34" y="0"/>
                    <a:pt x="17" y="0"/>
                    <a:pt x="0" y="1"/>
                  </a:cubicBezTo>
                  <a:cubicBezTo>
                    <a:pt x="24" y="918"/>
                    <a:pt x="274" y="1299"/>
                    <a:pt x="274" y="1299"/>
                  </a:cubicBezTo>
                  <a:cubicBezTo>
                    <a:pt x="274" y="1299"/>
                    <a:pt x="274" y="1299"/>
                    <a:pt x="274" y="1299"/>
                  </a:cubicBezTo>
                  <a:cubicBezTo>
                    <a:pt x="280" y="1299"/>
                    <a:pt x="418" y="1288"/>
                    <a:pt x="977" y="311"/>
                  </a:cubicBezTo>
                  <a:cubicBezTo>
                    <a:pt x="694" y="107"/>
                    <a:pt x="368" y="0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1">
              <a:extLst>
                <a:ext uri="{FF2B5EF4-FFF2-40B4-BE49-F238E27FC236}">
                  <a16:creationId xmlns:a16="http://schemas.microsoft.com/office/drawing/2014/main" id="{F5741EA9-1F00-12C3-55C3-C45FAA1FA1A3}"/>
                </a:ext>
              </a:extLst>
            </p:cNvPr>
            <p:cNvSpPr/>
            <p:nvPr/>
          </p:nvSpPr>
          <p:spPr>
            <a:xfrm>
              <a:off x="3292650" y="2359950"/>
              <a:ext cx="66700" cy="90800"/>
            </a:xfrm>
            <a:custGeom>
              <a:avLst/>
              <a:gdLst/>
              <a:ahLst/>
              <a:cxnLst/>
              <a:rect l="l" t="t" r="r" b="b"/>
              <a:pathLst>
                <a:path w="2668" h="3632" extrusionOk="0">
                  <a:moveTo>
                    <a:pt x="1192" y="0"/>
                  </a:moveTo>
                  <a:lnTo>
                    <a:pt x="1192" y="0"/>
                  </a:lnTo>
                  <a:cubicBezTo>
                    <a:pt x="1323" y="1238"/>
                    <a:pt x="60" y="2120"/>
                    <a:pt x="60" y="2120"/>
                  </a:cubicBezTo>
                  <a:cubicBezTo>
                    <a:pt x="1" y="2584"/>
                    <a:pt x="84" y="3001"/>
                    <a:pt x="96" y="3322"/>
                  </a:cubicBezTo>
                  <a:cubicBezTo>
                    <a:pt x="113" y="3321"/>
                    <a:pt x="130" y="3321"/>
                    <a:pt x="146" y="3321"/>
                  </a:cubicBezTo>
                  <a:cubicBezTo>
                    <a:pt x="464" y="3321"/>
                    <a:pt x="790" y="3428"/>
                    <a:pt x="1073" y="3632"/>
                  </a:cubicBezTo>
                  <a:cubicBezTo>
                    <a:pt x="1227" y="3370"/>
                    <a:pt x="1406" y="3036"/>
                    <a:pt x="1620" y="2632"/>
                  </a:cubicBezTo>
                  <a:cubicBezTo>
                    <a:pt x="2668" y="619"/>
                    <a:pt x="2144" y="286"/>
                    <a:pt x="2144" y="286"/>
                  </a:cubicBezTo>
                  <a:cubicBezTo>
                    <a:pt x="1608" y="36"/>
                    <a:pt x="1215" y="24"/>
                    <a:pt x="1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1">
              <a:extLst>
                <a:ext uri="{FF2B5EF4-FFF2-40B4-BE49-F238E27FC236}">
                  <a16:creationId xmlns:a16="http://schemas.microsoft.com/office/drawing/2014/main" id="{B209CA98-7B15-50E3-E982-A53324BF18A2}"/>
                </a:ext>
              </a:extLst>
            </p:cNvPr>
            <p:cNvSpPr/>
            <p:nvPr/>
          </p:nvSpPr>
          <p:spPr>
            <a:xfrm>
              <a:off x="3301900" y="2367075"/>
              <a:ext cx="52400" cy="111650"/>
            </a:xfrm>
            <a:custGeom>
              <a:avLst/>
              <a:gdLst/>
              <a:ahLst/>
              <a:cxnLst/>
              <a:rect l="l" t="t" r="r" b="b"/>
              <a:pathLst>
                <a:path w="2096" h="4466" extrusionOk="0">
                  <a:moveTo>
                    <a:pt x="1774" y="1"/>
                  </a:moveTo>
                  <a:cubicBezTo>
                    <a:pt x="1631" y="918"/>
                    <a:pt x="1226" y="2573"/>
                    <a:pt x="0" y="4335"/>
                  </a:cubicBezTo>
                  <a:cubicBezTo>
                    <a:pt x="119" y="4430"/>
                    <a:pt x="214" y="4466"/>
                    <a:pt x="214" y="4466"/>
                  </a:cubicBezTo>
                  <a:cubicBezTo>
                    <a:pt x="214" y="4466"/>
                    <a:pt x="560" y="4335"/>
                    <a:pt x="1345" y="2513"/>
                  </a:cubicBezTo>
                  <a:cubicBezTo>
                    <a:pt x="2048" y="882"/>
                    <a:pt x="2096" y="191"/>
                    <a:pt x="2096" y="191"/>
                  </a:cubicBezTo>
                  <a:cubicBezTo>
                    <a:pt x="1988" y="120"/>
                    <a:pt x="1881" y="61"/>
                    <a:pt x="1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1">
              <a:extLst>
                <a:ext uri="{FF2B5EF4-FFF2-40B4-BE49-F238E27FC236}">
                  <a16:creationId xmlns:a16="http://schemas.microsoft.com/office/drawing/2014/main" id="{EC1A4CBD-1855-785C-597A-284840D56766}"/>
                </a:ext>
              </a:extLst>
            </p:cNvPr>
            <p:cNvSpPr/>
            <p:nvPr/>
          </p:nvSpPr>
          <p:spPr>
            <a:xfrm>
              <a:off x="3294150" y="2426825"/>
              <a:ext cx="21150" cy="3975"/>
            </a:xfrm>
            <a:custGeom>
              <a:avLst/>
              <a:gdLst/>
              <a:ahLst/>
              <a:cxnLst/>
              <a:rect l="l" t="t" r="r" b="b"/>
              <a:pathLst>
                <a:path w="846" h="159" extrusionOk="0">
                  <a:moveTo>
                    <a:pt x="419" y="0"/>
                  </a:moveTo>
                  <a:cubicBezTo>
                    <a:pt x="182" y="0"/>
                    <a:pt x="20" y="111"/>
                    <a:pt x="12" y="111"/>
                  </a:cubicBezTo>
                  <a:cubicBezTo>
                    <a:pt x="0" y="111"/>
                    <a:pt x="0" y="135"/>
                    <a:pt x="12" y="147"/>
                  </a:cubicBezTo>
                  <a:cubicBezTo>
                    <a:pt x="24" y="159"/>
                    <a:pt x="36" y="159"/>
                    <a:pt x="48" y="159"/>
                  </a:cubicBezTo>
                  <a:cubicBezTo>
                    <a:pt x="56" y="151"/>
                    <a:pt x="198" y="56"/>
                    <a:pt x="412" y="56"/>
                  </a:cubicBezTo>
                  <a:cubicBezTo>
                    <a:pt x="524" y="56"/>
                    <a:pt x="656" y="82"/>
                    <a:pt x="798" y="159"/>
                  </a:cubicBezTo>
                  <a:cubicBezTo>
                    <a:pt x="810" y="159"/>
                    <a:pt x="834" y="159"/>
                    <a:pt x="834" y="147"/>
                  </a:cubicBezTo>
                  <a:cubicBezTo>
                    <a:pt x="846" y="135"/>
                    <a:pt x="834" y="111"/>
                    <a:pt x="822" y="111"/>
                  </a:cubicBezTo>
                  <a:cubicBezTo>
                    <a:pt x="675" y="28"/>
                    <a:pt x="538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1">
              <a:extLst>
                <a:ext uri="{FF2B5EF4-FFF2-40B4-BE49-F238E27FC236}">
                  <a16:creationId xmlns:a16="http://schemas.microsoft.com/office/drawing/2014/main" id="{5BCDA796-CF71-6A37-7A9F-3F1A15ABE14B}"/>
                </a:ext>
              </a:extLst>
            </p:cNvPr>
            <p:cNvSpPr/>
            <p:nvPr/>
          </p:nvSpPr>
          <p:spPr>
            <a:xfrm>
              <a:off x="3295050" y="2416725"/>
              <a:ext cx="20850" cy="3800"/>
            </a:xfrm>
            <a:custGeom>
              <a:avLst/>
              <a:gdLst/>
              <a:ahLst/>
              <a:cxnLst/>
              <a:rect l="l" t="t" r="r" b="b"/>
              <a:pathLst>
                <a:path w="834" h="152" extrusionOk="0">
                  <a:moveTo>
                    <a:pt x="379" y="0"/>
                  </a:moveTo>
                  <a:cubicBezTo>
                    <a:pt x="150" y="0"/>
                    <a:pt x="20" y="87"/>
                    <a:pt x="12" y="87"/>
                  </a:cubicBezTo>
                  <a:cubicBezTo>
                    <a:pt x="0" y="99"/>
                    <a:pt x="0" y="122"/>
                    <a:pt x="12" y="134"/>
                  </a:cubicBezTo>
                  <a:cubicBezTo>
                    <a:pt x="12" y="140"/>
                    <a:pt x="18" y="143"/>
                    <a:pt x="25" y="143"/>
                  </a:cubicBezTo>
                  <a:cubicBezTo>
                    <a:pt x="33" y="143"/>
                    <a:pt x="42" y="140"/>
                    <a:pt x="48" y="134"/>
                  </a:cubicBezTo>
                  <a:cubicBezTo>
                    <a:pt x="48" y="134"/>
                    <a:pt x="170" y="53"/>
                    <a:pt x="384" y="53"/>
                  </a:cubicBezTo>
                  <a:cubicBezTo>
                    <a:pt x="497" y="53"/>
                    <a:pt x="637" y="76"/>
                    <a:pt x="798" y="146"/>
                  </a:cubicBezTo>
                  <a:cubicBezTo>
                    <a:pt x="801" y="150"/>
                    <a:pt x="805" y="151"/>
                    <a:pt x="808" y="151"/>
                  </a:cubicBezTo>
                  <a:cubicBezTo>
                    <a:pt x="817" y="151"/>
                    <a:pt x="825" y="143"/>
                    <a:pt x="834" y="134"/>
                  </a:cubicBezTo>
                  <a:cubicBezTo>
                    <a:pt x="834" y="122"/>
                    <a:pt x="834" y="99"/>
                    <a:pt x="822" y="99"/>
                  </a:cubicBezTo>
                  <a:cubicBezTo>
                    <a:pt x="649" y="24"/>
                    <a:pt x="500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1">
              <a:extLst>
                <a:ext uri="{FF2B5EF4-FFF2-40B4-BE49-F238E27FC236}">
                  <a16:creationId xmlns:a16="http://schemas.microsoft.com/office/drawing/2014/main" id="{018DA0AA-EAD0-D73E-99DA-DC7078A48571}"/>
                </a:ext>
              </a:extLst>
            </p:cNvPr>
            <p:cNvSpPr/>
            <p:nvPr/>
          </p:nvSpPr>
          <p:spPr>
            <a:xfrm>
              <a:off x="3286125" y="2409325"/>
              <a:ext cx="15800" cy="8975"/>
            </a:xfrm>
            <a:custGeom>
              <a:avLst/>
              <a:gdLst/>
              <a:ahLst/>
              <a:cxnLst/>
              <a:rect l="l" t="t" r="r" b="b"/>
              <a:pathLst>
                <a:path w="632" h="359" extrusionOk="0">
                  <a:moveTo>
                    <a:pt x="129" y="59"/>
                  </a:moveTo>
                  <a:cubicBezTo>
                    <a:pt x="240" y="59"/>
                    <a:pt x="424" y="210"/>
                    <a:pt x="524" y="299"/>
                  </a:cubicBezTo>
                  <a:cubicBezTo>
                    <a:pt x="369" y="299"/>
                    <a:pt x="131" y="264"/>
                    <a:pt x="71" y="180"/>
                  </a:cubicBezTo>
                  <a:cubicBezTo>
                    <a:pt x="60" y="156"/>
                    <a:pt x="60" y="133"/>
                    <a:pt x="60" y="109"/>
                  </a:cubicBezTo>
                  <a:cubicBezTo>
                    <a:pt x="60" y="109"/>
                    <a:pt x="71" y="97"/>
                    <a:pt x="71" y="97"/>
                  </a:cubicBezTo>
                  <a:cubicBezTo>
                    <a:pt x="83" y="73"/>
                    <a:pt x="95" y="61"/>
                    <a:pt x="107" y="61"/>
                  </a:cubicBezTo>
                  <a:cubicBezTo>
                    <a:pt x="114" y="60"/>
                    <a:pt x="122" y="59"/>
                    <a:pt x="129" y="59"/>
                  </a:cubicBezTo>
                  <a:close/>
                  <a:moveTo>
                    <a:pt x="127" y="0"/>
                  </a:moveTo>
                  <a:cubicBezTo>
                    <a:pt x="120" y="0"/>
                    <a:pt x="114" y="1"/>
                    <a:pt x="107" y="2"/>
                  </a:cubicBezTo>
                  <a:cubicBezTo>
                    <a:pt x="71" y="14"/>
                    <a:pt x="36" y="25"/>
                    <a:pt x="12" y="85"/>
                  </a:cubicBezTo>
                  <a:cubicBezTo>
                    <a:pt x="0" y="133"/>
                    <a:pt x="0" y="168"/>
                    <a:pt x="24" y="204"/>
                  </a:cubicBezTo>
                  <a:cubicBezTo>
                    <a:pt x="131" y="347"/>
                    <a:pt x="548" y="359"/>
                    <a:pt x="595" y="359"/>
                  </a:cubicBezTo>
                  <a:cubicBezTo>
                    <a:pt x="607" y="359"/>
                    <a:pt x="619" y="359"/>
                    <a:pt x="619" y="347"/>
                  </a:cubicBezTo>
                  <a:cubicBezTo>
                    <a:pt x="631" y="335"/>
                    <a:pt x="619" y="323"/>
                    <a:pt x="619" y="311"/>
                  </a:cubicBezTo>
                  <a:cubicBezTo>
                    <a:pt x="585" y="277"/>
                    <a:pt x="297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1">
              <a:extLst>
                <a:ext uri="{FF2B5EF4-FFF2-40B4-BE49-F238E27FC236}">
                  <a16:creationId xmlns:a16="http://schemas.microsoft.com/office/drawing/2014/main" id="{3C63F183-77A8-71AC-0A91-9B92A70E59A8}"/>
                </a:ext>
              </a:extLst>
            </p:cNvPr>
            <p:cNvSpPr/>
            <p:nvPr/>
          </p:nvSpPr>
          <p:spPr>
            <a:xfrm>
              <a:off x="3295350" y="2402500"/>
              <a:ext cx="10425" cy="16100"/>
            </a:xfrm>
            <a:custGeom>
              <a:avLst/>
              <a:gdLst/>
              <a:ahLst/>
              <a:cxnLst/>
              <a:rect l="l" t="t" r="r" b="b"/>
              <a:pathLst>
                <a:path w="417" h="644" extrusionOk="0">
                  <a:moveTo>
                    <a:pt x="191" y="48"/>
                  </a:moveTo>
                  <a:cubicBezTo>
                    <a:pt x="226" y="48"/>
                    <a:pt x="250" y="60"/>
                    <a:pt x="262" y="72"/>
                  </a:cubicBezTo>
                  <a:cubicBezTo>
                    <a:pt x="322" y="156"/>
                    <a:pt x="262" y="394"/>
                    <a:pt x="226" y="537"/>
                  </a:cubicBezTo>
                  <a:cubicBezTo>
                    <a:pt x="167" y="406"/>
                    <a:pt x="83" y="191"/>
                    <a:pt x="119" y="96"/>
                  </a:cubicBezTo>
                  <a:cubicBezTo>
                    <a:pt x="131" y="96"/>
                    <a:pt x="131" y="96"/>
                    <a:pt x="131" y="84"/>
                  </a:cubicBezTo>
                  <a:cubicBezTo>
                    <a:pt x="143" y="60"/>
                    <a:pt x="155" y="48"/>
                    <a:pt x="191" y="48"/>
                  </a:cubicBezTo>
                  <a:close/>
                  <a:moveTo>
                    <a:pt x="191" y="1"/>
                  </a:moveTo>
                  <a:cubicBezTo>
                    <a:pt x="143" y="1"/>
                    <a:pt x="95" y="25"/>
                    <a:pt x="83" y="60"/>
                  </a:cubicBezTo>
                  <a:cubicBezTo>
                    <a:pt x="0" y="215"/>
                    <a:pt x="191" y="584"/>
                    <a:pt x="203" y="620"/>
                  </a:cubicBezTo>
                  <a:cubicBezTo>
                    <a:pt x="214" y="632"/>
                    <a:pt x="226" y="644"/>
                    <a:pt x="238" y="644"/>
                  </a:cubicBezTo>
                  <a:cubicBezTo>
                    <a:pt x="250" y="632"/>
                    <a:pt x="250" y="632"/>
                    <a:pt x="262" y="620"/>
                  </a:cubicBezTo>
                  <a:cubicBezTo>
                    <a:pt x="274" y="572"/>
                    <a:pt x="417" y="179"/>
                    <a:pt x="298" y="48"/>
                  </a:cubicBezTo>
                  <a:cubicBezTo>
                    <a:pt x="286" y="25"/>
                    <a:pt x="250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1">
              <a:extLst>
                <a:ext uri="{FF2B5EF4-FFF2-40B4-BE49-F238E27FC236}">
                  <a16:creationId xmlns:a16="http://schemas.microsoft.com/office/drawing/2014/main" id="{8FB9A96C-B52A-D5E1-7692-459840AE690A}"/>
                </a:ext>
              </a:extLst>
            </p:cNvPr>
            <p:cNvSpPr/>
            <p:nvPr/>
          </p:nvSpPr>
          <p:spPr>
            <a:xfrm>
              <a:off x="3200975" y="2291025"/>
              <a:ext cx="260800" cy="179975"/>
            </a:xfrm>
            <a:custGeom>
              <a:avLst/>
              <a:gdLst/>
              <a:ahLst/>
              <a:cxnLst/>
              <a:rect l="l" t="t" r="r" b="b"/>
              <a:pathLst>
                <a:path w="10432" h="7199" extrusionOk="0">
                  <a:moveTo>
                    <a:pt x="8005" y="0"/>
                  </a:moveTo>
                  <a:cubicBezTo>
                    <a:pt x="7809" y="0"/>
                    <a:pt x="7600" y="39"/>
                    <a:pt x="7383" y="126"/>
                  </a:cubicBezTo>
                  <a:cubicBezTo>
                    <a:pt x="6799" y="412"/>
                    <a:pt x="6216" y="709"/>
                    <a:pt x="5656" y="983"/>
                  </a:cubicBezTo>
                  <a:cubicBezTo>
                    <a:pt x="3585" y="2007"/>
                    <a:pt x="1822" y="2888"/>
                    <a:pt x="1822" y="2888"/>
                  </a:cubicBezTo>
                  <a:cubicBezTo>
                    <a:pt x="1" y="3043"/>
                    <a:pt x="1299" y="4674"/>
                    <a:pt x="1299" y="4674"/>
                  </a:cubicBezTo>
                  <a:cubicBezTo>
                    <a:pt x="1299" y="4674"/>
                    <a:pt x="2092" y="7198"/>
                    <a:pt x="2587" y="7198"/>
                  </a:cubicBezTo>
                  <a:cubicBezTo>
                    <a:pt x="2607" y="7198"/>
                    <a:pt x="2626" y="7194"/>
                    <a:pt x="2644" y="7186"/>
                  </a:cubicBezTo>
                  <a:cubicBezTo>
                    <a:pt x="3120" y="6972"/>
                    <a:pt x="3061" y="4817"/>
                    <a:pt x="3061" y="4817"/>
                  </a:cubicBezTo>
                  <a:cubicBezTo>
                    <a:pt x="3489" y="4698"/>
                    <a:pt x="5394" y="4186"/>
                    <a:pt x="7299" y="3674"/>
                  </a:cubicBezTo>
                  <a:cubicBezTo>
                    <a:pt x="7871" y="3519"/>
                    <a:pt x="8442" y="3364"/>
                    <a:pt x="8978" y="3210"/>
                  </a:cubicBezTo>
                  <a:cubicBezTo>
                    <a:pt x="10432" y="2626"/>
                    <a:pt x="9616" y="0"/>
                    <a:pt x="8005" y="0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1">
              <a:extLst>
                <a:ext uri="{FF2B5EF4-FFF2-40B4-BE49-F238E27FC236}">
                  <a16:creationId xmlns:a16="http://schemas.microsoft.com/office/drawing/2014/main" id="{1EC693FB-A3BA-4962-F51F-28197574C164}"/>
                </a:ext>
              </a:extLst>
            </p:cNvPr>
            <p:cNvSpPr/>
            <p:nvPr/>
          </p:nvSpPr>
          <p:spPr>
            <a:xfrm>
              <a:off x="3253075" y="2442975"/>
              <a:ext cx="24725" cy="32475"/>
            </a:xfrm>
            <a:custGeom>
              <a:avLst/>
              <a:gdLst/>
              <a:ahLst/>
              <a:cxnLst/>
              <a:rect l="l" t="t" r="r" b="b"/>
              <a:pathLst>
                <a:path w="989" h="1299" extrusionOk="0">
                  <a:moveTo>
                    <a:pt x="937" y="0"/>
                  </a:moveTo>
                  <a:cubicBezTo>
                    <a:pt x="609" y="0"/>
                    <a:pt x="283" y="107"/>
                    <a:pt x="0" y="311"/>
                  </a:cubicBezTo>
                  <a:cubicBezTo>
                    <a:pt x="570" y="1288"/>
                    <a:pt x="708" y="1299"/>
                    <a:pt x="715" y="1299"/>
                  </a:cubicBezTo>
                  <a:cubicBezTo>
                    <a:pt x="715" y="1299"/>
                    <a:pt x="715" y="1299"/>
                    <a:pt x="715" y="1299"/>
                  </a:cubicBezTo>
                  <a:cubicBezTo>
                    <a:pt x="715" y="1299"/>
                    <a:pt x="953" y="918"/>
                    <a:pt x="989" y="1"/>
                  </a:cubicBezTo>
                  <a:cubicBezTo>
                    <a:pt x="971" y="0"/>
                    <a:pt x="954" y="0"/>
                    <a:pt x="9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1">
              <a:extLst>
                <a:ext uri="{FF2B5EF4-FFF2-40B4-BE49-F238E27FC236}">
                  <a16:creationId xmlns:a16="http://schemas.microsoft.com/office/drawing/2014/main" id="{CA96A543-6748-7A31-88E5-DE2E1F6383AA}"/>
                </a:ext>
              </a:extLst>
            </p:cNvPr>
            <p:cNvSpPr/>
            <p:nvPr/>
          </p:nvSpPr>
          <p:spPr>
            <a:xfrm>
              <a:off x="3213175" y="2359950"/>
              <a:ext cx="66700" cy="90800"/>
            </a:xfrm>
            <a:custGeom>
              <a:avLst/>
              <a:gdLst/>
              <a:ahLst/>
              <a:cxnLst/>
              <a:rect l="l" t="t" r="r" b="b"/>
              <a:pathLst>
                <a:path w="2668" h="3632" extrusionOk="0">
                  <a:moveTo>
                    <a:pt x="1477" y="0"/>
                  </a:moveTo>
                  <a:lnTo>
                    <a:pt x="1477" y="0"/>
                  </a:lnTo>
                  <a:cubicBezTo>
                    <a:pt x="1454" y="24"/>
                    <a:pt x="1073" y="36"/>
                    <a:pt x="525" y="286"/>
                  </a:cubicBezTo>
                  <a:cubicBezTo>
                    <a:pt x="525" y="286"/>
                    <a:pt x="1" y="619"/>
                    <a:pt x="1049" y="2632"/>
                  </a:cubicBezTo>
                  <a:cubicBezTo>
                    <a:pt x="1263" y="3036"/>
                    <a:pt x="1442" y="3370"/>
                    <a:pt x="1596" y="3632"/>
                  </a:cubicBezTo>
                  <a:cubicBezTo>
                    <a:pt x="1879" y="3428"/>
                    <a:pt x="2205" y="3321"/>
                    <a:pt x="2533" y="3321"/>
                  </a:cubicBezTo>
                  <a:cubicBezTo>
                    <a:pt x="2550" y="3321"/>
                    <a:pt x="2567" y="3321"/>
                    <a:pt x="2585" y="3322"/>
                  </a:cubicBezTo>
                  <a:cubicBezTo>
                    <a:pt x="2597" y="3001"/>
                    <a:pt x="2668" y="2584"/>
                    <a:pt x="2608" y="2120"/>
                  </a:cubicBezTo>
                  <a:cubicBezTo>
                    <a:pt x="2608" y="2120"/>
                    <a:pt x="1346" y="1238"/>
                    <a:pt x="1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1">
              <a:extLst>
                <a:ext uri="{FF2B5EF4-FFF2-40B4-BE49-F238E27FC236}">
                  <a16:creationId xmlns:a16="http://schemas.microsoft.com/office/drawing/2014/main" id="{328D487C-946D-6049-5F7F-CF46E8F6B042}"/>
                </a:ext>
              </a:extLst>
            </p:cNvPr>
            <p:cNvSpPr/>
            <p:nvPr/>
          </p:nvSpPr>
          <p:spPr>
            <a:xfrm>
              <a:off x="3218250" y="2367075"/>
              <a:ext cx="52700" cy="111650"/>
            </a:xfrm>
            <a:custGeom>
              <a:avLst/>
              <a:gdLst/>
              <a:ahLst/>
              <a:cxnLst/>
              <a:rect l="l" t="t" r="r" b="b"/>
              <a:pathLst>
                <a:path w="2108" h="4466" extrusionOk="0">
                  <a:moveTo>
                    <a:pt x="322" y="1"/>
                  </a:moveTo>
                  <a:cubicBezTo>
                    <a:pt x="215" y="61"/>
                    <a:pt x="108" y="120"/>
                    <a:pt x="0" y="191"/>
                  </a:cubicBezTo>
                  <a:cubicBezTo>
                    <a:pt x="0" y="191"/>
                    <a:pt x="48" y="882"/>
                    <a:pt x="750" y="2513"/>
                  </a:cubicBezTo>
                  <a:cubicBezTo>
                    <a:pt x="1548" y="4335"/>
                    <a:pt x="1882" y="4466"/>
                    <a:pt x="1882" y="4466"/>
                  </a:cubicBezTo>
                  <a:cubicBezTo>
                    <a:pt x="1882" y="4466"/>
                    <a:pt x="1989" y="4430"/>
                    <a:pt x="2108" y="4335"/>
                  </a:cubicBezTo>
                  <a:cubicBezTo>
                    <a:pt x="881" y="2573"/>
                    <a:pt x="465" y="918"/>
                    <a:pt x="3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1">
              <a:extLst>
                <a:ext uri="{FF2B5EF4-FFF2-40B4-BE49-F238E27FC236}">
                  <a16:creationId xmlns:a16="http://schemas.microsoft.com/office/drawing/2014/main" id="{9316BE17-8887-EF12-9DC9-90B1FD5EA2B8}"/>
                </a:ext>
              </a:extLst>
            </p:cNvPr>
            <p:cNvSpPr/>
            <p:nvPr/>
          </p:nvSpPr>
          <p:spPr>
            <a:xfrm>
              <a:off x="3257250" y="2426825"/>
              <a:ext cx="21150" cy="3975"/>
            </a:xfrm>
            <a:custGeom>
              <a:avLst/>
              <a:gdLst/>
              <a:ahLst/>
              <a:cxnLst/>
              <a:rect l="l" t="t" r="r" b="b"/>
              <a:pathLst>
                <a:path w="846" h="159" extrusionOk="0">
                  <a:moveTo>
                    <a:pt x="435" y="0"/>
                  </a:moveTo>
                  <a:cubicBezTo>
                    <a:pt x="315" y="0"/>
                    <a:pt x="175" y="28"/>
                    <a:pt x="24" y="111"/>
                  </a:cubicBezTo>
                  <a:cubicBezTo>
                    <a:pt x="12" y="111"/>
                    <a:pt x="0" y="135"/>
                    <a:pt x="12" y="147"/>
                  </a:cubicBezTo>
                  <a:cubicBezTo>
                    <a:pt x="24" y="159"/>
                    <a:pt x="36" y="159"/>
                    <a:pt x="48" y="159"/>
                  </a:cubicBezTo>
                  <a:cubicBezTo>
                    <a:pt x="190" y="82"/>
                    <a:pt x="322" y="56"/>
                    <a:pt x="433" y="56"/>
                  </a:cubicBezTo>
                  <a:cubicBezTo>
                    <a:pt x="648" y="56"/>
                    <a:pt x="790" y="151"/>
                    <a:pt x="798" y="159"/>
                  </a:cubicBezTo>
                  <a:cubicBezTo>
                    <a:pt x="810" y="159"/>
                    <a:pt x="834" y="159"/>
                    <a:pt x="834" y="147"/>
                  </a:cubicBezTo>
                  <a:cubicBezTo>
                    <a:pt x="845" y="135"/>
                    <a:pt x="845" y="111"/>
                    <a:pt x="834" y="111"/>
                  </a:cubicBezTo>
                  <a:cubicBezTo>
                    <a:pt x="834" y="111"/>
                    <a:pt x="675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1">
              <a:extLst>
                <a:ext uri="{FF2B5EF4-FFF2-40B4-BE49-F238E27FC236}">
                  <a16:creationId xmlns:a16="http://schemas.microsoft.com/office/drawing/2014/main" id="{DDF8610E-CEAD-F779-2946-D5628C2256A7}"/>
                </a:ext>
              </a:extLst>
            </p:cNvPr>
            <p:cNvSpPr/>
            <p:nvPr/>
          </p:nvSpPr>
          <p:spPr>
            <a:xfrm>
              <a:off x="3256650" y="2416725"/>
              <a:ext cx="20850" cy="3800"/>
            </a:xfrm>
            <a:custGeom>
              <a:avLst/>
              <a:gdLst/>
              <a:ahLst/>
              <a:cxnLst/>
              <a:rect l="l" t="t" r="r" b="b"/>
              <a:pathLst>
                <a:path w="834" h="152" extrusionOk="0">
                  <a:moveTo>
                    <a:pt x="459" y="0"/>
                  </a:moveTo>
                  <a:cubicBezTo>
                    <a:pt x="339" y="0"/>
                    <a:pt x="193" y="24"/>
                    <a:pt x="24" y="99"/>
                  </a:cubicBezTo>
                  <a:cubicBezTo>
                    <a:pt x="12" y="99"/>
                    <a:pt x="0" y="122"/>
                    <a:pt x="12" y="134"/>
                  </a:cubicBezTo>
                  <a:cubicBezTo>
                    <a:pt x="12" y="143"/>
                    <a:pt x="18" y="151"/>
                    <a:pt x="30" y="151"/>
                  </a:cubicBezTo>
                  <a:cubicBezTo>
                    <a:pt x="35" y="151"/>
                    <a:pt x="41" y="150"/>
                    <a:pt x="48" y="146"/>
                  </a:cubicBezTo>
                  <a:cubicBezTo>
                    <a:pt x="205" y="76"/>
                    <a:pt x="342" y="53"/>
                    <a:pt x="454" y="53"/>
                  </a:cubicBezTo>
                  <a:cubicBezTo>
                    <a:pt x="664" y="53"/>
                    <a:pt x="786" y="134"/>
                    <a:pt x="786" y="134"/>
                  </a:cubicBezTo>
                  <a:cubicBezTo>
                    <a:pt x="792" y="140"/>
                    <a:pt x="801" y="143"/>
                    <a:pt x="810" y="143"/>
                  </a:cubicBezTo>
                  <a:cubicBezTo>
                    <a:pt x="819" y="143"/>
                    <a:pt x="828" y="140"/>
                    <a:pt x="834" y="134"/>
                  </a:cubicBezTo>
                  <a:cubicBezTo>
                    <a:pt x="834" y="122"/>
                    <a:pt x="834" y="99"/>
                    <a:pt x="822" y="87"/>
                  </a:cubicBezTo>
                  <a:cubicBezTo>
                    <a:pt x="814" y="87"/>
                    <a:pt x="684" y="0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1">
              <a:extLst>
                <a:ext uri="{FF2B5EF4-FFF2-40B4-BE49-F238E27FC236}">
                  <a16:creationId xmlns:a16="http://schemas.microsoft.com/office/drawing/2014/main" id="{B488FC92-CBE1-99A1-AC02-830FF60ACC56}"/>
                </a:ext>
              </a:extLst>
            </p:cNvPr>
            <p:cNvSpPr/>
            <p:nvPr/>
          </p:nvSpPr>
          <p:spPr>
            <a:xfrm>
              <a:off x="3270925" y="2409325"/>
              <a:ext cx="15800" cy="8975"/>
            </a:xfrm>
            <a:custGeom>
              <a:avLst/>
              <a:gdLst/>
              <a:ahLst/>
              <a:cxnLst/>
              <a:rect l="l" t="t" r="r" b="b"/>
              <a:pathLst>
                <a:path w="632" h="359" extrusionOk="0">
                  <a:moveTo>
                    <a:pt x="491" y="59"/>
                  </a:moveTo>
                  <a:cubicBezTo>
                    <a:pt x="498" y="59"/>
                    <a:pt x="506" y="60"/>
                    <a:pt x="513" y="61"/>
                  </a:cubicBezTo>
                  <a:cubicBezTo>
                    <a:pt x="525" y="61"/>
                    <a:pt x="548" y="73"/>
                    <a:pt x="560" y="97"/>
                  </a:cubicBezTo>
                  <a:cubicBezTo>
                    <a:pt x="560" y="97"/>
                    <a:pt x="560" y="97"/>
                    <a:pt x="560" y="109"/>
                  </a:cubicBezTo>
                  <a:cubicBezTo>
                    <a:pt x="572" y="133"/>
                    <a:pt x="572" y="156"/>
                    <a:pt x="548" y="180"/>
                  </a:cubicBezTo>
                  <a:cubicBezTo>
                    <a:pt x="489" y="264"/>
                    <a:pt x="251" y="299"/>
                    <a:pt x="96" y="299"/>
                  </a:cubicBezTo>
                  <a:cubicBezTo>
                    <a:pt x="207" y="210"/>
                    <a:pt x="381" y="59"/>
                    <a:pt x="491" y="59"/>
                  </a:cubicBezTo>
                  <a:close/>
                  <a:moveTo>
                    <a:pt x="504" y="0"/>
                  </a:moveTo>
                  <a:cubicBezTo>
                    <a:pt x="324" y="0"/>
                    <a:pt x="47" y="277"/>
                    <a:pt x="13" y="311"/>
                  </a:cubicBezTo>
                  <a:cubicBezTo>
                    <a:pt x="1" y="323"/>
                    <a:pt x="1" y="335"/>
                    <a:pt x="1" y="347"/>
                  </a:cubicBezTo>
                  <a:cubicBezTo>
                    <a:pt x="13" y="359"/>
                    <a:pt x="13" y="359"/>
                    <a:pt x="25" y="359"/>
                  </a:cubicBezTo>
                  <a:cubicBezTo>
                    <a:pt x="72" y="359"/>
                    <a:pt x="501" y="347"/>
                    <a:pt x="596" y="204"/>
                  </a:cubicBezTo>
                  <a:cubicBezTo>
                    <a:pt x="632" y="168"/>
                    <a:pt x="632" y="133"/>
                    <a:pt x="608" y="85"/>
                  </a:cubicBezTo>
                  <a:cubicBezTo>
                    <a:pt x="584" y="25"/>
                    <a:pt x="548" y="14"/>
                    <a:pt x="525" y="2"/>
                  </a:cubicBezTo>
                  <a:cubicBezTo>
                    <a:pt x="518" y="1"/>
                    <a:pt x="511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1">
              <a:extLst>
                <a:ext uri="{FF2B5EF4-FFF2-40B4-BE49-F238E27FC236}">
                  <a16:creationId xmlns:a16="http://schemas.microsoft.com/office/drawing/2014/main" id="{BB82AA44-5EF3-601F-2149-B8D21553190D}"/>
                </a:ext>
              </a:extLst>
            </p:cNvPr>
            <p:cNvSpPr/>
            <p:nvPr/>
          </p:nvSpPr>
          <p:spPr>
            <a:xfrm>
              <a:off x="3267075" y="2402450"/>
              <a:ext cx="10425" cy="15975"/>
            </a:xfrm>
            <a:custGeom>
              <a:avLst/>
              <a:gdLst/>
              <a:ahLst/>
              <a:cxnLst/>
              <a:rect l="l" t="t" r="r" b="b"/>
              <a:pathLst>
                <a:path w="417" h="639" extrusionOk="0">
                  <a:moveTo>
                    <a:pt x="214" y="50"/>
                  </a:moveTo>
                  <a:cubicBezTo>
                    <a:pt x="250" y="62"/>
                    <a:pt x="274" y="74"/>
                    <a:pt x="286" y="86"/>
                  </a:cubicBezTo>
                  <a:cubicBezTo>
                    <a:pt x="286" y="98"/>
                    <a:pt x="286" y="98"/>
                    <a:pt x="286" y="98"/>
                  </a:cubicBezTo>
                  <a:cubicBezTo>
                    <a:pt x="321" y="193"/>
                    <a:pt x="238" y="408"/>
                    <a:pt x="179" y="539"/>
                  </a:cubicBezTo>
                  <a:cubicBezTo>
                    <a:pt x="143" y="396"/>
                    <a:pt x="83" y="158"/>
                    <a:pt x="155" y="74"/>
                  </a:cubicBezTo>
                  <a:cubicBezTo>
                    <a:pt x="155" y="62"/>
                    <a:pt x="179" y="50"/>
                    <a:pt x="214" y="50"/>
                  </a:cubicBezTo>
                  <a:close/>
                  <a:moveTo>
                    <a:pt x="199" y="0"/>
                  </a:moveTo>
                  <a:cubicBezTo>
                    <a:pt x="148" y="0"/>
                    <a:pt x="128" y="30"/>
                    <a:pt x="107" y="50"/>
                  </a:cubicBezTo>
                  <a:cubicBezTo>
                    <a:pt x="0" y="181"/>
                    <a:pt x="131" y="574"/>
                    <a:pt x="155" y="622"/>
                  </a:cubicBezTo>
                  <a:cubicBezTo>
                    <a:pt x="155" y="634"/>
                    <a:pt x="167" y="634"/>
                    <a:pt x="179" y="634"/>
                  </a:cubicBezTo>
                  <a:cubicBezTo>
                    <a:pt x="182" y="637"/>
                    <a:pt x="185" y="639"/>
                    <a:pt x="187" y="639"/>
                  </a:cubicBezTo>
                  <a:cubicBezTo>
                    <a:pt x="192" y="639"/>
                    <a:pt x="194" y="630"/>
                    <a:pt x="202" y="622"/>
                  </a:cubicBezTo>
                  <a:cubicBezTo>
                    <a:pt x="226" y="586"/>
                    <a:pt x="417" y="217"/>
                    <a:pt x="333" y="62"/>
                  </a:cubicBezTo>
                  <a:cubicBezTo>
                    <a:pt x="310" y="27"/>
                    <a:pt x="274" y="3"/>
                    <a:pt x="226" y="3"/>
                  </a:cubicBezTo>
                  <a:cubicBezTo>
                    <a:pt x="216" y="1"/>
                    <a:pt x="208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1">
              <a:extLst>
                <a:ext uri="{FF2B5EF4-FFF2-40B4-BE49-F238E27FC236}">
                  <a16:creationId xmlns:a16="http://schemas.microsoft.com/office/drawing/2014/main" id="{DEA83886-5BFD-1807-99F3-D0D5AD913E18}"/>
                </a:ext>
              </a:extLst>
            </p:cNvPr>
            <p:cNvSpPr/>
            <p:nvPr/>
          </p:nvSpPr>
          <p:spPr>
            <a:xfrm>
              <a:off x="3345650" y="2195925"/>
              <a:ext cx="82175" cy="70075"/>
            </a:xfrm>
            <a:custGeom>
              <a:avLst/>
              <a:gdLst/>
              <a:ahLst/>
              <a:cxnLst/>
              <a:rect l="l" t="t" r="r" b="b"/>
              <a:pathLst>
                <a:path w="3287" h="2803" extrusionOk="0">
                  <a:moveTo>
                    <a:pt x="3286" y="1"/>
                  </a:moveTo>
                  <a:cubicBezTo>
                    <a:pt x="2817" y="93"/>
                    <a:pt x="2325" y="129"/>
                    <a:pt x="1831" y="129"/>
                  </a:cubicBezTo>
                  <a:cubicBezTo>
                    <a:pt x="1299" y="129"/>
                    <a:pt x="763" y="87"/>
                    <a:pt x="250" y="25"/>
                  </a:cubicBezTo>
                  <a:lnTo>
                    <a:pt x="179" y="584"/>
                  </a:lnTo>
                  <a:lnTo>
                    <a:pt x="0" y="1942"/>
                  </a:lnTo>
                  <a:cubicBezTo>
                    <a:pt x="358" y="2317"/>
                    <a:pt x="1047" y="2802"/>
                    <a:pt x="1671" y="2802"/>
                  </a:cubicBezTo>
                  <a:cubicBezTo>
                    <a:pt x="1918" y="2802"/>
                    <a:pt x="2155" y="2726"/>
                    <a:pt x="2358" y="2537"/>
                  </a:cubicBezTo>
                  <a:cubicBezTo>
                    <a:pt x="2727" y="2192"/>
                    <a:pt x="3048" y="1037"/>
                    <a:pt x="3286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>
              <a:extLst>
                <a:ext uri="{FF2B5EF4-FFF2-40B4-BE49-F238E27FC236}">
                  <a16:creationId xmlns:a16="http://schemas.microsoft.com/office/drawing/2014/main" id="{ED221978-422F-8A96-E1A6-1B77D97AD3C4}"/>
                </a:ext>
              </a:extLst>
            </p:cNvPr>
            <p:cNvSpPr/>
            <p:nvPr/>
          </p:nvSpPr>
          <p:spPr>
            <a:xfrm>
              <a:off x="3351900" y="2148025"/>
              <a:ext cx="84850" cy="51150"/>
            </a:xfrm>
            <a:custGeom>
              <a:avLst/>
              <a:gdLst/>
              <a:ahLst/>
              <a:cxnLst/>
              <a:rect l="l" t="t" r="r" b="b"/>
              <a:pathLst>
                <a:path w="3394" h="2046" extrusionOk="0">
                  <a:moveTo>
                    <a:pt x="3394" y="0"/>
                  </a:moveTo>
                  <a:lnTo>
                    <a:pt x="191" y="512"/>
                  </a:lnTo>
                  <a:lnTo>
                    <a:pt x="0" y="1941"/>
                  </a:lnTo>
                  <a:cubicBezTo>
                    <a:pt x="513" y="2003"/>
                    <a:pt x="1049" y="2045"/>
                    <a:pt x="1581" y="2045"/>
                  </a:cubicBezTo>
                  <a:cubicBezTo>
                    <a:pt x="2075" y="2045"/>
                    <a:pt x="2567" y="2009"/>
                    <a:pt x="3036" y="1917"/>
                  </a:cubicBezTo>
                  <a:cubicBezTo>
                    <a:pt x="3251" y="905"/>
                    <a:pt x="3394" y="0"/>
                    <a:pt x="3394" y="0"/>
                  </a:cubicBezTo>
                  <a:close/>
                </a:path>
              </a:pathLst>
            </a:custGeom>
            <a:solidFill>
              <a:srgbClr val="8C5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>
              <a:extLst>
                <a:ext uri="{FF2B5EF4-FFF2-40B4-BE49-F238E27FC236}">
                  <a16:creationId xmlns:a16="http://schemas.microsoft.com/office/drawing/2014/main" id="{58ABA45C-FCF5-5193-0C67-97EB6F368182}"/>
                </a:ext>
              </a:extLst>
            </p:cNvPr>
            <p:cNvSpPr/>
            <p:nvPr/>
          </p:nvSpPr>
          <p:spPr>
            <a:xfrm>
              <a:off x="3333150" y="2047100"/>
              <a:ext cx="117300" cy="120200"/>
            </a:xfrm>
            <a:custGeom>
              <a:avLst/>
              <a:gdLst/>
              <a:ahLst/>
              <a:cxnLst/>
              <a:rect l="l" t="t" r="r" b="b"/>
              <a:pathLst>
                <a:path w="4692" h="4808" extrusionOk="0">
                  <a:moveTo>
                    <a:pt x="1898" y="0"/>
                  </a:moveTo>
                  <a:cubicBezTo>
                    <a:pt x="1881" y="0"/>
                    <a:pt x="1863" y="0"/>
                    <a:pt x="1846" y="1"/>
                  </a:cubicBezTo>
                  <a:cubicBezTo>
                    <a:pt x="95" y="48"/>
                    <a:pt x="0" y="3215"/>
                    <a:pt x="179" y="4513"/>
                  </a:cubicBezTo>
                  <a:cubicBezTo>
                    <a:pt x="640" y="4675"/>
                    <a:pt x="1181" y="4807"/>
                    <a:pt x="1761" y="4807"/>
                  </a:cubicBezTo>
                  <a:cubicBezTo>
                    <a:pt x="1990" y="4807"/>
                    <a:pt x="2226" y="4787"/>
                    <a:pt x="2465" y="4739"/>
                  </a:cubicBezTo>
                  <a:cubicBezTo>
                    <a:pt x="3739" y="4513"/>
                    <a:pt x="4251" y="4097"/>
                    <a:pt x="4691" y="3751"/>
                  </a:cubicBezTo>
                  <a:cubicBezTo>
                    <a:pt x="4420" y="2712"/>
                    <a:pt x="3914" y="0"/>
                    <a:pt x="18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>
              <a:extLst>
                <a:ext uri="{FF2B5EF4-FFF2-40B4-BE49-F238E27FC236}">
                  <a16:creationId xmlns:a16="http://schemas.microsoft.com/office/drawing/2014/main" id="{4DF07FE3-0ED4-6383-0D0B-35572737FE8D}"/>
                </a:ext>
              </a:extLst>
            </p:cNvPr>
            <p:cNvSpPr/>
            <p:nvPr/>
          </p:nvSpPr>
          <p:spPr>
            <a:xfrm>
              <a:off x="3337600" y="2140875"/>
              <a:ext cx="115525" cy="42250"/>
            </a:xfrm>
            <a:custGeom>
              <a:avLst/>
              <a:gdLst/>
              <a:ahLst/>
              <a:cxnLst/>
              <a:rect l="l" t="t" r="r" b="b"/>
              <a:pathLst>
                <a:path w="4621" h="1690" extrusionOk="0">
                  <a:moveTo>
                    <a:pt x="4513" y="0"/>
                  </a:moveTo>
                  <a:cubicBezTo>
                    <a:pt x="4073" y="346"/>
                    <a:pt x="3561" y="762"/>
                    <a:pt x="2287" y="1000"/>
                  </a:cubicBezTo>
                  <a:cubicBezTo>
                    <a:pt x="2058" y="1042"/>
                    <a:pt x="1833" y="1061"/>
                    <a:pt x="1613" y="1061"/>
                  </a:cubicBezTo>
                  <a:cubicBezTo>
                    <a:pt x="1021" y="1061"/>
                    <a:pt x="470" y="927"/>
                    <a:pt x="1" y="762"/>
                  </a:cubicBezTo>
                  <a:lnTo>
                    <a:pt x="1" y="762"/>
                  </a:lnTo>
                  <a:cubicBezTo>
                    <a:pt x="37" y="1084"/>
                    <a:pt x="84" y="1286"/>
                    <a:pt x="84" y="1286"/>
                  </a:cubicBezTo>
                  <a:cubicBezTo>
                    <a:pt x="84" y="1286"/>
                    <a:pt x="636" y="1689"/>
                    <a:pt x="1589" y="1689"/>
                  </a:cubicBezTo>
                  <a:cubicBezTo>
                    <a:pt x="2363" y="1689"/>
                    <a:pt x="3400" y="1424"/>
                    <a:pt x="4620" y="465"/>
                  </a:cubicBezTo>
                  <a:cubicBezTo>
                    <a:pt x="4620" y="465"/>
                    <a:pt x="4585" y="286"/>
                    <a:pt x="4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>
              <a:extLst>
                <a:ext uri="{FF2B5EF4-FFF2-40B4-BE49-F238E27FC236}">
                  <a16:creationId xmlns:a16="http://schemas.microsoft.com/office/drawing/2014/main" id="{644D0B86-9478-E1BA-DB53-B1C7F20C762D}"/>
                </a:ext>
              </a:extLst>
            </p:cNvPr>
            <p:cNvSpPr/>
            <p:nvPr/>
          </p:nvSpPr>
          <p:spPr>
            <a:xfrm>
              <a:off x="2926550" y="1834875"/>
              <a:ext cx="325050" cy="258100"/>
            </a:xfrm>
            <a:custGeom>
              <a:avLst/>
              <a:gdLst/>
              <a:ahLst/>
              <a:cxnLst/>
              <a:rect l="l" t="t" r="r" b="b"/>
              <a:pathLst>
                <a:path w="13002" h="10324" extrusionOk="0">
                  <a:moveTo>
                    <a:pt x="250" y="1"/>
                  </a:moveTo>
                  <a:cubicBezTo>
                    <a:pt x="155" y="24"/>
                    <a:pt x="96" y="191"/>
                    <a:pt x="0" y="215"/>
                  </a:cubicBezTo>
                  <a:cubicBezTo>
                    <a:pt x="167" y="1263"/>
                    <a:pt x="560" y="3251"/>
                    <a:pt x="1024" y="4215"/>
                  </a:cubicBezTo>
                  <a:cubicBezTo>
                    <a:pt x="1762" y="5763"/>
                    <a:pt x="3013" y="6835"/>
                    <a:pt x="4394" y="7085"/>
                  </a:cubicBezTo>
                  <a:cubicBezTo>
                    <a:pt x="4673" y="7137"/>
                    <a:pt x="4955" y="7157"/>
                    <a:pt x="5236" y="7157"/>
                  </a:cubicBezTo>
                  <a:cubicBezTo>
                    <a:pt x="5661" y="7157"/>
                    <a:pt x="6085" y="7111"/>
                    <a:pt x="6501" y="7061"/>
                  </a:cubicBezTo>
                  <a:cubicBezTo>
                    <a:pt x="6942" y="7013"/>
                    <a:pt x="7394" y="6966"/>
                    <a:pt x="7846" y="6966"/>
                  </a:cubicBezTo>
                  <a:cubicBezTo>
                    <a:pt x="9942" y="7002"/>
                    <a:pt x="11942" y="8371"/>
                    <a:pt x="12728" y="10323"/>
                  </a:cubicBezTo>
                  <a:lnTo>
                    <a:pt x="13002" y="10216"/>
                  </a:lnTo>
                  <a:cubicBezTo>
                    <a:pt x="12180" y="8156"/>
                    <a:pt x="10061" y="6704"/>
                    <a:pt x="7846" y="6680"/>
                  </a:cubicBezTo>
                  <a:cubicBezTo>
                    <a:pt x="7806" y="6679"/>
                    <a:pt x="7765" y="6679"/>
                    <a:pt x="7724" y="6679"/>
                  </a:cubicBezTo>
                  <a:cubicBezTo>
                    <a:pt x="7301" y="6679"/>
                    <a:pt x="6878" y="6732"/>
                    <a:pt x="6465" y="6775"/>
                  </a:cubicBezTo>
                  <a:cubicBezTo>
                    <a:pt x="6035" y="6819"/>
                    <a:pt x="5623" y="6863"/>
                    <a:pt x="5215" y="6863"/>
                  </a:cubicBezTo>
                  <a:cubicBezTo>
                    <a:pt x="4956" y="6863"/>
                    <a:pt x="4700" y="6845"/>
                    <a:pt x="4441" y="6799"/>
                  </a:cubicBezTo>
                  <a:cubicBezTo>
                    <a:pt x="3167" y="6561"/>
                    <a:pt x="1989" y="5549"/>
                    <a:pt x="1286" y="4096"/>
                  </a:cubicBezTo>
                  <a:cubicBezTo>
                    <a:pt x="834" y="3144"/>
                    <a:pt x="405" y="1037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>
              <a:extLst>
                <a:ext uri="{FF2B5EF4-FFF2-40B4-BE49-F238E27FC236}">
                  <a16:creationId xmlns:a16="http://schemas.microsoft.com/office/drawing/2014/main" id="{D903AA12-35F8-F81E-B335-E9F28DFF63B1}"/>
                </a:ext>
              </a:extLst>
            </p:cNvPr>
            <p:cNvSpPr/>
            <p:nvPr/>
          </p:nvSpPr>
          <p:spPr>
            <a:xfrm>
              <a:off x="3195325" y="2065500"/>
              <a:ext cx="131600" cy="119525"/>
            </a:xfrm>
            <a:custGeom>
              <a:avLst/>
              <a:gdLst/>
              <a:ahLst/>
              <a:cxnLst/>
              <a:rect l="l" t="t" r="r" b="b"/>
              <a:pathLst>
                <a:path w="5264" h="4781" extrusionOk="0">
                  <a:moveTo>
                    <a:pt x="2636" y="0"/>
                  </a:moveTo>
                  <a:cubicBezTo>
                    <a:pt x="1550" y="0"/>
                    <a:pt x="566" y="743"/>
                    <a:pt x="310" y="1837"/>
                  </a:cubicBezTo>
                  <a:cubicBezTo>
                    <a:pt x="1" y="3122"/>
                    <a:pt x="798" y="4408"/>
                    <a:pt x="2084" y="4718"/>
                  </a:cubicBezTo>
                  <a:cubicBezTo>
                    <a:pt x="2266" y="4760"/>
                    <a:pt x="2448" y="4780"/>
                    <a:pt x="2627" y="4780"/>
                  </a:cubicBezTo>
                  <a:cubicBezTo>
                    <a:pt x="3714" y="4780"/>
                    <a:pt x="4698" y="4036"/>
                    <a:pt x="4954" y="2932"/>
                  </a:cubicBezTo>
                  <a:cubicBezTo>
                    <a:pt x="5263" y="1646"/>
                    <a:pt x="4465" y="360"/>
                    <a:pt x="3180" y="63"/>
                  </a:cubicBezTo>
                  <a:cubicBezTo>
                    <a:pt x="2998" y="20"/>
                    <a:pt x="2816" y="0"/>
                    <a:pt x="26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>
              <a:extLst>
                <a:ext uri="{FF2B5EF4-FFF2-40B4-BE49-F238E27FC236}">
                  <a16:creationId xmlns:a16="http://schemas.microsoft.com/office/drawing/2014/main" id="{68DAF476-79C4-F35E-EFD0-B97F996F354E}"/>
                </a:ext>
              </a:extLst>
            </p:cNvPr>
            <p:cNvSpPr/>
            <p:nvPr/>
          </p:nvSpPr>
          <p:spPr>
            <a:xfrm>
              <a:off x="3220325" y="2096525"/>
              <a:ext cx="94375" cy="73550"/>
            </a:xfrm>
            <a:custGeom>
              <a:avLst/>
              <a:gdLst/>
              <a:ahLst/>
              <a:cxnLst/>
              <a:rect l="l" t="t" r="r" b="b"/>
              <a:pathLst>
                <a:path w="3775" h="2942" extrusionOk="0">
                  <a:moveTo>
                    <a:pt x="3727" y="0"/>
                  </a:moveTo>
                  <a:cubicBezTo>
                    <a:pt x="2656" y="1929"/>
                    <a:pt x="1025" y="2632"/>
                    <a:pt x="1" y="2882"/>
                  </a:cubicBezTo>
                  <a:cubicBezTo>
                    <a:pt x="13" y="2905"/>
                    <a:pt x="36" y="2929"/>
                    <a:pt x="60" y="2941"/>
                  </a:cubicBezTo>
                  <a:cubicBezTo>
                    <a:pt x="1108" y="2679"/>
                    <a:pt x="2692" y="1965"/>
                    <a:pt x="3775" y="84"/>
                  </a:cubicBezTo>
                  <a:cubicBezTo>
                    <a:pt x="3763" y="60"/>
                    <a:pt x="3751" y="24"/>
                    <a:pt x="3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>
              <a:extLst>
                <a:ext uri="{FF2B5EF4-FFF2-40B4-BE49-F238E27FC236}">
                  <a16:creationId xmlns:a16="http://schemas.microsoft.com/office/drawing/2014/main" id="{AB2C524F-90E9-FB5C-70EC-B3B698887647}"/>
                </a:ext>
              </a:extLst>
            </p:cNvPr>
            <p:cNvSpPr/>
            <p:nvPr/>
          </p:nvSpPr>
          <p:spPr>
            <a:xfrm>
              <a:off x="3201575" y="2065850"/>
              <a:ext cx="106875" cy="96475"/>
            </a:xfrm>
            <a:custGeom>
              <a:avLst/>
              <a:gdLst/>
              <a:ahLst/>
              <a:cxnLst/>
              <a:rect l="l" t="t" r="r" b="b"/>
              <a:pathLst>
                <a:path w="4275" h="3859" extrusionOk="0">
                  <a:moveTo>
                    <a:pt x="1918" y="1156"/>
                  </a:moveTo>
                  <a:cubicBezTo>
                    <a:pt x="2001" y="1180"/>
                    <a:pt x="2275" y="1263"/>
                    <a:pt x="2632" y="1334"/>
                  </a:cubicBezTo>
                  <a:lnTo>
                    <a:pt x="2644" y="1346"/>
                  </a:lnTo>
                  <a:lnTo>
                    <a:pt x="2656" y="1334"/>
                  </a:lnTo>
                  <a:cubicBezTo>
                    <a:pt x="2906" y="1394"/>
                    <a:pt x="3203" y="1430"/>
                    <a:pt x="3489" y="1430"/>
                  </a:cubicBezTo>
                  <a:cubicBezTo>
                    <a:pt x="3620" y="1430"/>
                    <a:pt x="3751" y="1418"/>
                    <a:pt x="3870" y="1394"/>
                  </a:cubicBezTo>
                  <a:lnTo>
                    <a:pt x="3870" y="1394"/>
                  </a:lnTo>
                  <a:cubicBezTo>
                    <a:pt x="3823" y="1489"/>
                    <a:pt x="3763" y="1573"/>
                    <a:pt x="3692" y="1656"/>
                  </a:cubicBezTo>
                  <a:cubicBezTo>
                    <a:pt x="3496" y="1730"/>
                    <a:pt x="3271" y="1758"/>
                    <a:pt x="3047" y="1758"/>
                  </a:cubicBezTo>
                  <a:cubicBezTo>
                    <a:pt x="2480" y="1758"/>
                    <a:pt x="1913" y="1583"/>
                    <a:pt x="1810" y="1549"/>
                  </a:cubicBezTo>
                  <a:cubicBezTo>
                    <a:pt x="1846" y="1418"/>
                    <a:pt x="1882" y="1287"/>
                    <a:pt x="1918" y="1156"/>
                  </a:cubicBezTo>
                  <a:close/>
                  <a:moveTo>
                    <a:pt x="1787" y="1620"/>
                  </a:moveTo>
                  <a:cubicBezTo>
                    <a:pt x="1906" y="1656"/>
                    <a:pt x="2465" y="1834"/>
                    <a:pt x="3037" y="1834"/>
                  </a:cubicBezTo>
                  <a:cubicBezTo>
                    <a:pt x="3239" y="1834"/>
                    <a:pt x="3430" y="1811"/>
                    <a:pt x="3620" y="1751"/>
                  </a:cubicBezTo>
                  <a:lnTo>
                    <a:pt x="3620" y="1751"/>
                  </a:lnTo>
                  <a:cubicBezTo>
                    <a:pt x="3477" y="1930"/>
                    <a:pt x="3346" y="2084"/>
                    <a:pt x="3203" y="2239"/>
                  </a:cubicBezTo>
                  <a:cubicBezTo>
                    <a:pt x="2996" y="2318"/>
                    <a:pt x="2787" y="2352"/>
                    <a:pt x="2571" y="2352"/>
                  </a:cubicBezTo>
                  <a:cubicBezTo>
                    <a:pt x="2265" y="2352"/>
                    <a:pt x="1945" y="2284"/>
                    <a:pt x="1596" y="2180"/>
                  </a:cubicBezTo>
                  <a:cubicBezTo>
                    <a:pt x="1668" y="2013"/>
                    <a:pt x="1727" y="1823"/>
                    <a:pt x="1787" y="1620"/>
                  </a:cubicBezTo>
                  <a:close/>
                  <a:moveTo>
                    <a:pt x="1572" y="2251"/>
                  </a:moveTo>
                  <a:cubicBezTo>
                    <a:pt x="1929" y="2358"/>
                    <a:pt x="2251" y="2430"/>
                    <a:pt x="2560" y="2430"/>
                  </a:cubicBezTo>
                  <a:cubicBezTo>
                    <a:pt x="2739" y="2430"/>
                    <a:pt x="2906" y="2406"/>
                    <a:pt x="3072" y="2358"/>
                  </a:cubicBezTo>
                  <a:lnTo>
                    <a:pt x="3072" y="2358"/>
                  </a:lnTo>
                  <a:cubicBezTo>
                    <a:pt x="2870" y="2549"/>
                    <a:pt x="2656" y="2727"/>
                    <a:pt x="2441" y="2882"/>
                  </a:cubicBezTo>
                  <a:cubicBezTo>
                    <a:pt x="2362" y="2901"/>
                    <a:pt x="2281" y="2909"/>
                    <a:pt x="2200" y="2909"/>
                  </a:cubicBezTo>
                  <a:cubicBezTo>
                    <a:pt x="1913" y="2909"/>
                    <a:pt x="1620" y="2811"/>
                    <a:pt x="1370" y="2727"/>
                  </a:cubicBezTo>
                  <a:cubicBezTo>
                    <a:pt x="1429" y="2596"/>
                    <a:pt x="1501" y="2430"/>
                    <a:pt x="1572" y="2251"/>
                  </a:cubicBezTo>
                  <a:close/>
                  <a:moveTo>
                    <a:pt x="1334" y="2799"/>
                  </a:moveTo>
                  <a:cubicBezTo>
                    <a:pt x="1584" y="2882"/>
                    <a:pt x="1882" y="2977"/>
                    <a:pt x="2179" y="2977"/>
                  </a:cubicBezTo>
                  <a:lnTo>
                    <a:pt x="2310" y="2977"/>
                  </a:lnTo>
                  <a:cubicBezTo>
                    <a:pt x="2072" y="3132"/>
                    <a:pt x="1834" y="3275"/>
                    <a:pt x="1596" y="3382"/>
                  </a:cubicBezTo>
                  <a:cubicBezTo>
                    <a:pt x="1548" y="3358"/>
                    <a:pt x="1382" y="3275"/>
                    <a:pt x="1179" y="3120"/>
                  </a:cubicBezTo>
                  <a:cubicBezTo>
                    <a:pt x="1203" y="3073"/>
                    <a:pt x="1263" y="2966"/>
                    <a:pt x="1334" y="2799"/>
                  </a:cubicBezTo>
                  <a:close/>
                  <a:moveTo>
                    <a:pt x="2680" y="1"/>
                  </a:moveTo>
                  <a:cubicBezTo>
                    <a:pt x="2370" y="227"/>
                    <a:pt x="2108" y="453"/>
                    <a:pt x="2013" y="549"/>
                  </a:cubicBezTo>
                  <a:cubicBezTo>
                    <a:pt x="2025" y="358"/>
                    <a:pt x="2025" y="179"/>
                    <a:pt x="2013" y="13"/>
                  </a:cubicBezTo>
                  <a:cubicBezTo>
                    <a:pt x="1989" y="13"/>
                    <a:pt x="1965" y="13"/>
                    <a:pt x="1941" y="25"/>
                  </a:cubicBezTo>
                  <a:cubicBezTo>
                    <a:pt x="1965" y="370"/>
                    <a:pt x="1929" y="739"/>
                    <a:pt x="1858" y="1096"/>
                  </a:cubicBezTo>
                  <a:lnTo>
                    <a:pt x="1822" y="1120"/>
                  </a:lnTo>
                  <a:lnTo>
                    <a:pt x="1846" y="1120"/>
                  </a:lnTo>
                  <a:cubicBezTo>
                    <a:pt x="1644" y="2073"/>
                    <a:pt x="1203" y="2918"/>
                    <a:pt x="1120" y="3073"/>
                  </a:cubicBezTo>
                  <a:cubicBezTo>
                    <a:pt x="1036" y="3013"/>
                    <a:pt x="953" y="2942"/>
                    <a:pt x="870" y="2858"/>
                  </a:cubicBezTo>
                  <a:lnTo>
                    <a:pt x="870" y="2858"/>
                  </a:lnTo>
                  <a:lnTo>
                    <a:pt x="917" y="2882"/>
                  </a:lnTo>
                  <a:cubicBezTo>
                    <a:pt x="929" y="2870"/>
                    <a:pt x="1739" y="1394"/>
                    <a:pt x="1763" y="60"/>
                  </a:cubicBezTo>
                  <a:lnTo>
                    <a:pt x="1763" y="60"/>
                  </a:lnTo>
                  <a:cubicBezTo>
                    <a:pt x="1751" y="72"/>
                    <a:pt x="1715" y="72"/>
                    <a:pt x="1691" y="84"/>
                  </a:cubicBezTo>
                  <a:cubicBezTo>
                    <a:pt x="1668" y="1358"/>
                    <a:pt x="906" y="2751"/>
                    <a:pt x="858" y="2846"/>
                  </a:cubicBezTo>
                  <a:cubicBezTo>
                    <a:pt x="751" y="2751"/>
                    <a:pt x="644" y="2644"/>
                    <a:pt x="536" y="2513"/>
                  </a:cubicBezTo>
                  <a:lnTo>
                    <a:pt x="536" y="2513"/>
                  </a:lnTo>
                  <a:lnTo>
                    <a:pt x="584" y="2537"/>
                  </a:lnTo>
                  <a:cubicBezTo>
                    <a:pt x="584" y="2525"/>
                    <a:pt x="1227" y="1382"/>
                    <a:pt x="1394" y="203"/>
                  </a:cubicBezTo>
                  <a:lnTo>
                    <a:pt x="1394" y="203"/>
                  </a:lnTo>
                  <a:cubicBezTo>
                    <a:pt x="1370" y="215"/>
                    <a:pt x="1334" y="227"/>
                    <a:pt x="1310" y="239"/>
                  </a:cubicBezTo>
                  <a:cubicBezTo>
                    <a:pt x="1144" y="1334"/>
                    <a:pt x="572" y="2394"/>
                    <a:pt x="525" y="2489"/>
                  </a:cubicBezTo>
                  <a:cubicBezTo>
                    <a:pt x="429" y="2394"/>
                    <a:pt x="346" y="2275"/>
                    <a:pt x="263" y="2144"/>
                  </a:cubicBezTo>
                  <a:lnTo>
                    <a:pt x="263" y="2144"/>
                  </a:lnTo>
                  <a:lnTo>
                    <a:pt x="310" y="2180"/>
                  </a:lnTo>
                  <a:cubicBezTo>
                    <a:pt x="322" y="2168"/>
                    <a:pt x="763" y="1370"/>
                    <a:pt x="1013" y="418"/>
                  </a:cubicBezTo>
                  <a:lnTo>
                    <a:pt x="1013" y="418"/>
                  </a:lnTo>
                  <a:cubicBezTo>
                    <a:pt x="977" y="441"/>
                    <a:pt x="941" y="465"/>
                    <a:pt x="917" y="489"/>
                  </a:cubicBezTo>
                  <a:cubicBezTo>
                    <a:pt x="679" y="1358"/>
                    <a:pt x="286" y="2073"/>
                    <a:pt x="251" y="2144"/>
                  </a:cubicBezTo>
                  <a:cubicBezTo>
                    <a:pt x="179" y="2037"/>
                    <a:pt x="120" y="1930"/>
                    <a:pt x="60" y="1811"/>
                  </a:cubicBezTo>
                  <a:cubicBezTo>
                    <a:pt x="48" y="1846"/>
                    <a:pt x="48" y="1882"/>
                    <a:pt x="36" y="1930"/>
                  </a:cubicBezTo>
                  <a:cubicBezTo>
                    <a:pt x="536" y="2835"/>
                    <a:pt x="1287" y="3299"/>
                    <a:pt x="1513" y="3418"/>
                  </a:cubicBezTo>
                  <a:cubicBezTo>
                    <a:pt x="1429" y="3466"/>
                    <a:pt x="1358" y="3501"/>
                    <a:pt x="1275" y="3525"/>
                  </a:cubicBezTo>
                  <a:cubicBezTo>
                    <a:pt x="1132" y="3454"/>
                    <a:pt x="691" y="3204"/>
                    <a:pt x="1" y="2465"/>
                  </a:cubicBezTo>
                  <a:cubicBezTo>
                    <a:pt x="1" y="2501"/>
                    <a:pt x="1" y="2537"/>
                    <a:pt x="1" y="2573"/>
                  </a:cubicBezTo>
                  <a:cubicBezTo>
                    <a:pt x="608" y="3204"/>
                    <a:pt x="1001" y="3466"/>
                    <a:pt x="1179" y="3573"/>
                  </a:cubicBezTo>
                  <a:cubicBezTo>
                    <a:pt x="1072" y="3608"/>
                    <a:pt x="965" y="3644"/>
                    <a:pt x="858" y="3680"/>
                  </a:cubicBezTo>
                  <a:cubicBezTo>
                    <a:pt x="858" y="3680"/>
                    <a:pt x="560" y="3597"/>
                    <a:pt x="167" y="3275"/>
                  </a:cubicBezTo>
                  <a:lnTo>
                    <a:pt x="167" y="3275"/>
                  </a:lnTo>
                  <a:cubicBezTo>
                    <a:pt x="191" y="3323"/>
                    <a:pt x="215" y="3370"/>
                    <a:pt x="239" y="3418"/>
                  </a:cubicBezTo>
                  <a:cubicBezTo>
                    <a:pt x="465" y="3585"/>
                    <a:pt x="644" y="3680"/>
                    <a:pt x="739" y="3716"/>
                  </a:cubicBezTo>
                  <a:cubicBezTo>
                    <a:pt x="644" y="3751"/>
                    <a:pt x="560" y="3775"/>
                    <a:pt x="465" y="3799"/>
                  </a:cubicBezTo>
                  <a:cubicBezTo>
                    <a:pt x="489" y="3811"/>
                    <a:pt x="501" y="3835"/>
                    <a:pt x="513" y="3859"/>
                  </a:cubicBezTo>
                  <a:cubicBezTo>
                    <a:pt x="739" y="3799"/>
                    <a:pt x="1001" y="3716"/>
                    <a:pt x="1263" y="3608"/>
                  </a:cubicBezTo>
                  <a:cubicBezTo>
                    <a:pt x="1287" y="3620"/>
                    <a:pt x="1298" y="3620"/>
                    <a:pt x="1298" y="3620"/>
                  </a:cubicBezTo>
                  <a:lnTo>
                    <a:pt x="1310" y="3597"/>
                  </a:lnTo>
                  <a:cubicBezTo>
                    <a:pt x="1929" y="3335"/>
                    <a:pt x="2608" y="2930"/>
                    <a:pt x="3239" y="2299"/>
                  </a:cubicBezTo>
                  <a:cubicBezTo>
                    <a:pt x="3251" y="2299"/>
                    <a:pt x="3251" y="2287"/>
                    <a:pt x="3263" y="2287"/>
                  </a:cubicBezTo>
                  <a:lnTo>
                    <a:pt x="3263" y="2275"/>
                  </a:lnTo>
                  <a:cubicBezTo>
                    <a:pt x="3430" y="2108"/>
                    <a:pt x="3584" y="1918"/>
                    <a:pt x="3739" y="1715"/>
                  </a:cubicBezTo>
                  <a:cubicBezTo>
                    <a:pt x="3751" y="1715"/>
                    <a:pt x="3751" y="1703"/>
                    <a:pt x="3763" y="1703"/>
                  </a:cubicBezTo>
                  <a:lnTo>
                    <a:pt x="3751" y="1692"/>
                  </a:lnTo>
                  <a:cubicBezTo>
                    <a:pt x="3834" y="1596"/>
                    <a:pt x="3906" y="1489"/>
                    <a:pt x="3977" y="1382"/>
                  </a:cubicBezTo>
                  <a:lnTo>
                    <a:pt x="3989" y="1382"/>
                  </a:lnTo>
                  <a:lnTo>
                    <a:pt x="3989" y="1370"/>
                  </a:lnTo>
                  <a:cubicBezTo>
                    <a:pt x="4084" y="1227"/>
                    <a:pt x="4180" y="1072"/>
                    <a:pt x="4275" y="906"/>
                  </a:cubicBezTo>
                  <a:cubicBezTo>
                    <a:pt x="4251" y="882"/>
                    <a:pt x="4239" y="870"/>
                    <a:pt x="4215" y="846"/>
                  </a:cubicBezTo>
                  <a:cubicBezTo>
                    <a:pt x="4120" y="1013"/>
                    <a:pt x="4025" y="1168"/>
                    <a:pt x="3930" y="1322"/>
                  </a:cubicBezTo>
                  <a:cubicBezTo>
                    <a:pt x="3792" y="1344"/>
                    <a:pt x="3648" y="1353"/>
                    <a:pt x="3503" y="1353"/>
                  </a:cubicBezTo>
                  <a:cubicBezTo>
                    <a:pt x="3247" y="1353"/>
                    <a:pt x="2987" y="1325"/>
                    <a:pt x="2751" y="1287"/>
                  </a:cubicBezTo>
                  <a:lnTo>
                    <a:pt x="3989" y="596"/>
                  </a:lnTo>
                  <a:cubicBezTo>
                    <a:pt x="3965" y="584"/>
                    <a:pt x="3942" y="560"/>
                    <a:pt x="3930" y="549"/>
                  </a:cubicBezTo>
                  <a:lnTo>
                    <a:pt x="2644" y="1263"/>
                  </a:lnTo>
                  <a:cubicBezTo>
                    <a:pt x="2334" y="1203"/>
                    <a:pt x="2096" y="1132"/>
                    <a:pt x="1977" y="1096"/>
                  </a:cubicBezTo>
                  <a:cubicBezTo>
                    <a:pt x="2168" y="965"/>
                    <a:pt x="2787" y="549"/>
                    <a:pt x="3549" y="287"/>
                  </a:cubicBezTo>
                  <a:cubicBezTo>
                    <a:pt x="3525" y="263"/>
                    <a:pt x="3489" y="251"/>
                    <a:pt x="3465" y="239"/>
                  </a:cubicBezTo>
                  <a:cubicBezTo>
                    <a:pt x="2727" y="513"/>
                    <a:pt x="2120" y="906"/>
                    <a:pt x="1941" y="1037"/>
                  </a:cubicBezTo>
                  <a:cubicBezTo>
                    <a:pt x="1965" y="906"/>
                    <a:pt x="1989" y="763"/>
                    <a:pt x="2001" y="632"/>
                  </a:cubicBezTo>
                  <a:lnTo>
                    <a:pt x="2013" y="644"/>
                  </a:lnTo>
                  <a:cubicBezTo>
                    <a:pt x="2013" y="644"/>
                    <a:pt x="2358" y="322"/>
                    <a:pt x="2787" y="13"/>
                  </a:cubicBezTo>
                  <a:cubicBezTo>
                    <a:pt x="2751" y="13"/>
                    <a:pt x="2715" y="1"/>
                    <a:pt x="2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>
              <a:extLst>
                <a:ext uri="{FF2B5EF4-FFF2-40B4-BE49-F238E27FC236}">
                  <a16:creationId xmlns:a16="http://schemas.microsoft.com/office/drawing/2014/main" id="{645F7819-A8B5-E5DA-1FD8-15692BFDFF3B}"/>
                </a:ext>
              </a:extLst>
            </p:cNvPr>
            <p:cNvSpPr/>
            <p:nvPr/>
          </p:nvSpPr>
          <p:spPr>
            <a:xfrm>
              <a:off x="3230150" y="2109625"/>
              <a:ext cx="90525" cy="75025"/>
            </a:xfrm>
            <a:custGeom>
              <a:avLst/>
              <a:gdLst/>
              <a:ahLst/>
              <a:cxnLst/>
              <a:rect l="l" t="t" r="r" b="b"/>
              <a:pathLst>
                <a:path w="3621" h="3001" extrusionOk="0">
                  <a:moveTo>
                    <a:pt x="2560" y="1357"/>
                  </a:moveTo>
                  <a:lnTo>
                    <a:pt x="2501" y="1393"/>
                  </a:lnTo>
                  <a:cubicBezTo>
                    <a:pt x="2501" y="1405"/>
                    <a:pt x="2715" y="1738"/>
                    <a:pt x="3108" y="2096"/>
                  </a:cubicBezTo>
                  <a:cubicBezTo>
                    <a:pt x="3120" y="2084"/>
                    <a:pt x="3132" y="2060"/>
                    <a:pt x="3144" y="2036"/>
                  </a:cubicBezTo>
                  <a:cubicBezTo>
                    <a:pt x="2763" y="1679"/>
                    <a:pt x="2560" y="1357"/>
                    <a:pt x="2560" y="1357"/>
                  </a:cubicBezTo>
                  <a:close/>
                  <a:moveTo>
                    <a:pt x="1822" y="1929"/>
                  </a:moveTo>
                  <a:cubicBezTo>
                    <a:pt x="1822" y="1941"/>
                    <a:pt x="1894" y="2060"/>
                    <a:pt x="2037" y="2215"/>
                  </a:cubicBezTo>
                  <a:cubicBezTo>
                    <a:pt x="2018" y="2216"/>
                    <a:pt x="1999" y="2216"/>
                    <a:pt x="1980" y="2216"/>
                  </a:cubicBezTo>
                  <a:cubicBezTo>
                    <a:pt x="1755" y="2216"/>
                    <a:pt x="1567" y="2153"/>
                    <a:pt x="1501" y="2131"/>
                  </a:cubicBezTo>
                  <a:cubicBezTo>
                    <a:pt x="1608" y="2072"/>
                    <a:pt x="1715" y="2000"/>
                    <a:pt x="1822" y="1929"/>
                  </a:cubicBezTo>
                  <a:close/>
                  <a:moveTo>
                    <a:pt x="1465" y="2143"/>
                  </a:moveTo>
                  <a:lnTo>
                    <a:pt x="1453" y="2191"/>
                  </a:lnTo>
                  <a:cubicBezTo>
                    <a:pt x="1465" y="2191"/>
                    <a:pt x="1691" y="2298"/>
                    <a:pt x="2001" y="2298"/>
                  </a:cubicBezTo>
                  <a:lnTo>
                    <a:pt x="2084" y="2298"/>
                  </a:lnTo>
                  <a:lnTo>
                    <a:pt x="2084" y="2274"/>
                  </a:lnTo>
                  <a:cubicBezTo>
                    <a:pt x="2156" y="2358"/>
                    <a:pt x="2239" y="2453"/>
                    <a:pt x="2322" y="2536"/>
                  </a:cubicBezTo>
                  <a:cubicBezTo>
                    <a:pt x="2203" y="2561"/>
                    <a:pt x="2077" y="2571"/>
                    <a:pt x="1951" y="2571"/>
                  </a:cubicBezTo>
                  <a:cubicBezTo>
                    <a:pt x="1537" y="2571"/>
                    <a:pt x="1124" y="2463"/>
                    <a:pt x="941" y="2417"/>
                  </a:cubicBezTo>
                  <a:cubicBezTo>
                    <a:pt x="1120" y="2334"/>
                    <a:pt x="1287" y="2250"/>
                    <a:pt x="1465" y="2143"/>
                  </a:cubicBezTo>
                  <a:close/>
                  <a:moveTo>
                    <a:pt x="3537" y="0"/>
                  </a:moveTo>
                  <a:cubicBezTo>
                    <a:pt x="2489" y="1727"/>
                    <a:pt x="1001" y="2405"/>
                    <a:pt x="1" y="2667"/>
                  </a:cubicBezTo>
                  <a:cubicBezTo>
                    <a:pt x="36" y="2679"/>
                    <a:pt x="60" y="2703"/>
                    <a:pt x="84" y="2715"/>
                  </a:cubicBezTo>
                  <a:cubicBezTo>
                    <a:pt x="155" y="2703"/>
                    <a:pt x="215" y="2679"/>
                    <a:pt x="274" y="2667"/>
                  </a:cubicBezTo>
                  <a:cubicBezTo>
                    <a:pt x="286" y="2679"/>
                    <a:pt x="727" y="2905"/>
                    <a:pt x="1322" y="3000"/>
                  </a:cubicBezTo>
                  <a:cubicBezTo>
                    <a:pt x="1429" y="3000"/>
                    <a:pt x="1548" y="2989"/>
                    <a:pt x="1656" y="2965"/>
                  </a:cubicBezTo>
                  <a:cubicBezTo>
                    <a:pt x="1048" y="2929"/>
                    <a:pt x="525" y="2715"/>
                    <a:pt x="370" y="2631"/>
                  </a:cubicBezTo>
                  <a:cubicBezTo>
                    <a:pt x="513" y="2584"/>
                    <a:pt x="679" y="2524"/>
                    <a:pt x="834" y="2453"/>
                  </a:cubicBezTo>
                  <a:cubicBezTo>
                    <a:pt x="929" y="2489"/>
                    <a:pt x="1441" y="2643"/>
                    <a:pt x="1965" y="2643"/>
                  </a:cubicBezTo>
                  <a:cubicBezTo>
                    <a:pt x="2108" y="2643"/>
                    <a:pt x="2251" y="2631"/>
                    <a:pt x="2382" y="2608"/>
                  </a:cubicBezTo>
                  <a:lnTo>
                    <a:pt x="2382" y="2596"/>
                  </a:lnTo>
                  <a:cubicBezTo>
                    <a:pt x="2406" y="2619"/>
                    <a:pt x="2441" y="2643"/>
                    <a:pt x="2465" y="2667"/>
                  </a:cubicBezTo>
                  <a:cubicBezTo>
                    <a:pt x="2477" y="2655"/>
                    <a:pt x="2501" y="2643"/>
                    <a:pt x="2525" y="2631"/>
                  </a:cubicBezTo>
                  <a:cubicBezTo>
                    <a:pt x="2108" y="2250"/>
                    <a:pt x="1882" y="1893"/>
                    <a:pt x="1882" y="1893"/>
                  </a:cubicBezTo>
                  <a:lnTo>
                    <a:pt x="1870" y="1893"/>
                  </a:lnTo>
                  <a:cubicBezTo>
                    <a:pt x="1953" y="1834"/>
                    <a:pt x="2049" y="1762"/>
                    <a:pt x="2132" y="1703"/>
                  </a:cubicBezTo>
                  <a:cubicBezTo>
                    <a:pt x="2191" y="1798"/>
                    <a:pt x="2418" y="2108"/>
                    <a:pt x="2787" y="2429"/>
                  </a:cubicBezTo>
                  <a:lnTo>
                    <a:pt x="2834" y="2381"/>
                  </a:lnTo>
                  <a:cubicBezTo>
                    <a:pt x="2465" y="2060"/>
                    <a:pt x="2251" y="1738"/>
                    <a:pt x="2191" y="1655"/>
                  </a:cubicBezTo>
                  <a:cubicBezTo>
                    <a:pt x="2299" y="1572"/>
                    <a:pt x="2394" y="1488"/>
                    <a:pt x="2501" y="1393"/>
                  </a:cubicBezTo>
                  <a:cubicBezTo>
                    <a:pt x="2608" y="1286"/>
                    <a:pt x="2727" y="1179"/>
                    <a:pt x="2834" y="1060"/>
                  </a:cubicBezTo>
                  <a:cubicBezTo>
                    <a:pt x="2858" y="1119"/>
                    <a:pt x="3049" y="1393"/>
                    <a:pt x="3358" y="1703"/>
                  </a:cubicBezTo>
                  <a:cubicBezTo>
                    <a:pt x="3370" y="1679"/>
                    <a:pt x="3382" y="1655"/>
                    <a:pt x="3394" y="1631"/>
                  </a:cubicBezTo>
                  <a:cubicBezTo>
                    <a:pt x="3072" y="1310"/>
                    <a:pt x="2894" y="1024"/>
                    <a:pt x="2894" y="1024"/>
                  </a:cubicBezTo>
                  <a:lnTo>
                    <a:pt x="2858" y="1036"/>
                  </a:lnTo>
                  <a:cubicBezTo>
                    <a:pt x="2941" y="941"/>
                    <a:pt x="3025" y="857"/>
                    <a:pt x="3108" y="762"/>
                  </a:cubicBezTo>
                  <a:cubicBezTo>
                    <a:pt x="3156" y="834"/>
                    <a:pt x="3299" y="1036"/>
                    <a:pt x="3537" y="1274"/>
                  </a:cubicBezTo>
                  <a:cubicBezTo>
                    <a:pt x="3537" y="1250"/>
                    <a:pt x="3549" y="1226"/>
                    <a:pt x="3549" y="1191"/>
                  </a:cubicBezTo>
                  <a:cubicBezTo>
                    <a:pt x="3322" y="953"/>
                    <a:pt x="3192" y="750"/>
                    <a:pt x="3156" y="703"/>
                  </a:cubicBezTo>
                  <a:cubicBezTo>
                    <a:pt x="3239" y="595"/>
                    <a:pt x="3322" y="476"/>
                    <a:pt x="3394" y="369"/>
                  </a:cubicBezTo>
                  <a:cubicBezTo>
                    <a:pt x="3430" y="417"/>
                    <a:pt x="3501" y="524"/>
                    <a:pt x="3620" y="667"/>
                  </a:cubicBezTo>
                  <a:cubicBezTo>
                    <a:pt x="3620" y="643"/>
                    <a:pt x="3620" y="631"/>
                    <a:pt x="3620" y="619"/>
                  </a:cubicBezTo>
                  <a:cubicBezTo>
                    <a:pt x="3620" y="595"/>
                    <a:pt x="3620" y="572"/>
                    <a:pt x="3620" y="548"/>
                  </a:cubicBezTo>
                  <a:cubicBezTo>
                    <a:pt x="3501" y="405"/>
                    <a:pt x="3442" y="298"/>
                    <a:pt x="3442" y="298"/>
                  </a:cubicBezTo>
                  <a:cubicBezTo>
                    <a:pt x="3477" y="238"/>
                    <a:pt x="3525" y="167"/>
                    <a:pt x="3561" y="107"/>
                  </a:cubicBezTo>
                  <a:cubicBezTo>
                    <a:pt x="3561" y="72"/>
                    <a:pt x="3549" y="36"/>
                    <a:pt x="35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>
              <a:extLst>
                <a:ext uri="{FF2B5EF4-FFF2-40B4-BE49-F238E27FC236}">
                  <a16:creationId xmlns:a16="http://schemas.microsoft.com/office/drawing/2014/main" id="{7E10B1B7-DB3C-7FAE-B1EC-3769F8964086}"/>
                </a:ext>
              </a:extLst>
            </p:cNvPr>
            <p:cNvSpPr/>
            <p:nvPr/>
          </p:nvSpPr>
          <p:spPr>
            <a:xfrm>
              <a:off x="3252475" y="2141250"/>
              <a:ext cx="159275" cy="123150"/>
            </a:xfrm>
            <a:custGeom>
              <a:avLst/>
              <a:gdLst/>
              <a:ahLst/>
              <a:cxnLst/>
              <a:rect l="l" t="t" r="r" b="b"/>
              <a:pathLst>
                <a:path w="6371" h="4926" extrusionOk="0">
                  <a:moveTo>
                    <a:pt x="988" y="1"/>
                  </a:moveTo>
                  <a:cubicBezTo>
                    <a:pt x="957" y="1"/>
                    <a:pt x="933" y="11"/>
                    <a:pt x="917" y="33"/>
                  </a:cubicBezTo>
                  <a:cubicBezTo>
                    <a:pt x="763" y="259"/>
                    <a:pt x="1691" y="1140"/>
                    <a:pt x="1691" y="1140"/>
                  </a:cubicBezTo>
                  <a:cubicBezTo>
                    <a:pt x="1691" y="1140"/>
                    <a:pt x="791" y="476"/>
                    <a:pt x="427" y="476"/>
                  </a:cubicBezTo>
                  <a:cubicBezTo>
                    <a:pt x="357" y="476"/>
                    <a:pt x="307" y="500"/>
                    <a:pt x="286" y="557"/>
                  </a:cubicBezTo>
                  <a:cubicBezTo>
                    <a:pt x="215" y="783"/>
                    <a:pt x="1382" y="1462"/>
                    <a:pt x="1382" y="1462"/>
                  </a:cubicBezTo>
                  <a:cubicBezTo>
                    <a:pt x="1382" y="1462"/>
                    <a:pt x="524" y="1041"/>
                    <a:pt x="201" y="1041"/>
                  </a:cubicBezTo>
                  <a:cubicBezTo>
                    <a:pt x="139" y="1041"/>
                    <a:pt x="97" y="1056"/>
                    <a:pt x="84" y="1093"/>
                  </a:cubicBezTo>
                  <a:cubicBezTo>
                    <a:pt x="1" y="1319"/>
                    <a:pt x="1191" y="1843"/>
                    <a:pt x="1191" y="1843"/>
                  </a:cubicBezTo>
                  <a:cubicBezTo>
                    <a:pt x="1191" y="1843"/>
                    <a:pt x="615" y="1642"/>
                    <a:pt x="297" y="1642"/>
                  </a:cubicBezTo>
                  <a:cubicBezTo>
                    <a:pt x="191" y="1642"/>
                    <a:pt x="114" y="1664"/>
                    <a:pt x="96" y="1724"/>
                  </a:cubicBezTo>
                  <a:cubicBezTo>
                    <a:pt x="24" y="1962"/>
                    <a:pt x="1441" y="2617"/>
                    <a:pt x="2120" y="2890"/>
                  </a:cubicBezTo>
                  <a:cubicBezTo>
                    <a:pt x="3013" y="3664"/>
                    <a:pt x="3430" y="4010"/>
                    <a:pt x="4465" y="4724"/>
                  </a:cubicBezTo>
                  <a:cubicBezTo>
                    <a:pt x="4657" y="4860"/>
                    <a:pt x="4877" y="4925"/>
                    <a:pt x="5093" y="4925"/>
                  </a:cubicBezTo>
                  <a:cubicBezTo>
                    <a:pt x="5481" y="4925"/>
                    <a:pt x="5858" y="4717"/>
                    <a:pt x="6049" y="4343"/>
                  </a:cubicBezTo>
                  <a:cubicBezTo>
                    <a:pt x="6061" y="4331"/>
                    <a:pt x="6061" y="4331"/>
                    <a:pt x="6061" y="4319"/>
                  </a:cubicBezTo>
                  <a:cubicBezTo>
                    <a:pt x="6370" y="3712"/>
                    <a:pt x="6156" y="2986"/>
                    <a:pt x="5549" y="2664"/>
                  </a:cubicBezTo>
                  <a:cubicBezTo>
                    <a:pt x="3918" y="1795"/>
                    <a:pt x="3168" y="1497"/>
                    <a:pt x="3168" y="1497"/>
                  </a:cubicBezTo>
                  <a:cubicBezTo>
                    <a:pt x="3168" y="1497"/>
                    <a:pt x="2620" y="331"/>
                    <a:pt x="2275" y="319"/>
                  </a:cubicBezTo>
                  <a:cubicBezTo>
                    <a:pt x="2272" y="319"/>
                    <a:pt x="2269" y="318"/>
                    <a:pt x="2266" y="318"/>
                  </a:cubicBezTo>
                  <a:cubicBezTo>
                    <a:pt x="1936" y="318"/>
                    <a:pt x="2275" y="962"/>
                    <a:pt x="2275" y="962"/>
                  </a:cubicBezTo>
                  <a:cubicBezTo>
                    <a:pt x="2275" y="962"/>
                    <a:pt x="1294" y="1"/>
                    <a:pt x="988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>
              <a:extLst>
                <a:ext uri="{FF2B5EF4-FFF2-40B4-BE49-F238E27FC236}">
                  <a16:creationId xmlns:a16="http://schemas.microsoft.com/office/drawing/2014/main" id="{A54F0755-33C9-001B-DF64-3BE586A2C2E8}"/>
                </a:ext>
              </a:extLst>
            </p:cNvPr>
            <p:cNvSpPr/>
            <p:nvPr/>
          </p:nvSpPr>
          <p:spPr>
            <a:xfrm>
              <a:off x="3164075" y="2088425"/>
              <a:ext cx="103300" cy="166925"/>
            </a:xfrm>
            <a:custGeom>
              <a:avLst/>
              <a:gdLst/>
              <a:ahLst/>
              <a:cxnLst/>
              <a:rect l="l" t="t" r="r" b="b"/>
              <a:pathLst>
                <a:path w="4132" h="6677" extrusionOk="0">
                  <a:moveTo>
                    <a:pt x="2210" y="1"/>
                  </a:moveTo>
                  <a:cubicBezTo>
                    <a:pt x="1945" y="1"/>
                    <a:pt x="1751" y="1586"/>
                    <a:pt x="1751" y="1586"/>
                  </a:cubicBezTo>
                  <a:cubicBezTo>
                    <a:pt x="1751" y="1586"/>
                    <a:pt x="1652" y="1031"/>
                    <a:pt x="1455" y="1031"/>
                  </a:cubicBezTo>
                  <a:cubicBezTo>
                    <a:pt x="1425" y="1031"/>
                    <a:pt x="1393" y="1044"/>
                    <a:pt x="1358" y="1074"/>
                  </a:cubicBezTo>
                  <a:cubicBezTo>
                    <a:pt x="1096" y="1301"/>
                    <a:pt x="1393" y="2563"/>
                    <a:pt x="1393" y="2563"/>
                  </a:cubicBezTo>
                  <a:cubicBezTo>
                    <a:pt x="1393" y="2563"/>
                    <a:pt x="1001" y="3253"/>
                    <a:pt x="262" y="4956"/>
                  </a:cubicBezTo>
                  <a:cubicBezTo>
                    <a:pt x="0" y="5587"/>
                    <a:pt x="286" y="6301"/>
                    <a:pt x="905" y="6575"/>
                  </a:cubicBezTo>
                  <a:cubicBezTo>
                    <a:pt x="917" y="6575"/>
                    <a:pt x="917" y="6575"/>
                    <a:pt x="929" y="6587"/>
                  </a:cubicBezTo>
                  <a:cubicBezTo>
                    <a:pt x="1071" y="6648"/>
                    <a:pt x="1218" y="6677"/>
                    <a:pt x="1362" y="6677"/>
                  </a:cubicBezTo>
                  <a:cubicBezTo>
                    <a:pt x="1836" y="6677"/>
                    <a:pt x="2281" y="6368"/>
                    <a:pt x="2417" y="5884"/>
                  </a:cubicBezTo>
                  <a:cubicBezTo>
                    <a:pt x="2763" y="4682"/>
                    <a:pt x="2882" y="4146"/>
                    <a:pt x="3084" y="2979"/>
                  </a:cubicBezTo>
                  <a:cubicBezTo>
                    <a:pt x="3441" y="2348"/>
                    <a:pt x="4132" y="955"/>
                    <a:pt x="3930" y="812"/>
                  </a:cubicBezTo>
                  <a:cubicBezTo>
                    <a:pt x="3915" y="802"/>
                    <a:pt x="3899" y="797"/>
                    <a:pt x="3881" y="797"/>
                  </a:cubicBezTo>
                  <a:cubicBezTo>
                    <a:pt x="3648" y="797"/>
                    <a:pt x="3156" y="1598"/>
                    <a:pt x="3156" y="1598"/>
                  </a:cubicBezTo>
                  <a:cubicBezTo>
                    <a:pt x="3156" y="1598"/>
                    <a:pt x="3751" y="431"/>
                    <a:pt x="3549" y="300"/>
                  </a:cubicBezTo>
                  <a:cubicBezTo>
                    <a:pt x="3539" y="295"/>
                    <a:pt x="3528" y="292"/>
                    <a:pt x="3517" y="292"/>
                  </a:cubicBezTo>
                  <a:cubicBezTo>
                    <a:pt x="3283" y="292"/>
                    <a:pt x="2763" y="1420"/>
                    <a:pt x="2763" y="1420"/>
                  </a:cubicBezTo>
                  <a:cubicBezTo>
                    <a:pt x="2763" y="1420"/>
                    <a:pt x="3251" y="146"/>
                    <a:pt x="3060" y="27"/>
                  </a:cubicBezTo>
                  <a:cubicBezTo>
                    <a:pt x="3039" y="13"/>
                    <a:pt x="3017" y="6"/>
                    <a:pt x="2995" y="6"/>
                  </a:cubicBezTo>
                  <a:cubicBezTo>
                    <a:pt x="2676" y="6"/>
                    <a:pt x="2322" y="1360"/>
                    <a:pt x="2322" y="1360"/>
                  </a:cubicBezTo>
                  <a:cubicBezTo>
                    <a:pt x="2322" y="1360"/>
                    <a:pt x="2501" y="86"/>
                    <a:pt x="2227" y="3"/>
                  </a:cubicBezTo>
                  <a:cubicBezTo>
                    <a:pt x="2221" y="1"/>
                    <a:pt x="2215" y="1"/>
                    <a:pt x="2210" y="1"/>
                  </a:cubicBezTo>
                  <a:close/>
                </a:path>
              </a:pathLst>
            </a:custGeom>
            <a:solidFill>
              <a:srgbClr val="BC7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>
              <a:extLst>
                <a:ext uri="{FF2B5EF4-FFF2-40B4-BE49-F238E27FC236}">
                  <a16:creationId xmlns:a16="http://schemas.microsoft.com/office/drawing/2014/main" id="{B696215E-34A7-C6EA-7A95-483599046E31}"/>
                </a:ext>
              </a:extLst>
            </p:cNvPr>
            <p:cNvSpPr/>
            <p:nvPr/>
          </p:nvSpPr>
          <p:spPr>
            <a:xfrm>
              <a:off x="2931900" y="1834875"/>
              <a:ext cx="39325" cy="122950"/>
            </a:xfrm>
            <a:custGeom>
              <a:avLst/>
              <a:gdLst/>
              <a:ahLst/>
              <a:cxnLst/>
              <a:rect l="l" t="t" r="r" b="b"/>
              <a:pathLst>
                <a:path w="1573" h="4918" extrusionOk="0">
                  <a:moveTo>
                    <a:pt x="72" y="1"/>
                  </a:moveTo>
                  <a:lnTo>
                    <a:pt x="1" y="13"/>
                  </a:lnTo>
                  <a:cubicBezTo>
                    <a:pt x="179" y="1156"/>
                    <a:pt x="608" y="3203"/>
                    <a:pt x="1036" y="4108"/>
                  </a:cubicBezTo>
                  <a:cubicBezTo>
                    <a:pt x="1179" y="4394"/>
                    <a:pt x="1334" y="4668"/>
                    <a:pt x="1501" y="4918"/>
                  </a:cubicBezTo>
                  <a:lnTo>
                    <a:pt x="1572" y="4870"/>
                  </a:lnTo>
                  <a:cubicBezTo>
                    <a:pt x="1394" y="4620"/>
                    <a:pt x="1239" y="4358"/>
                    <a:pt x="1108" y="4073"/>
                  </a:cubicBezTo>
                  <a:cubicBezTo>
                    <a:pt x="679" y="3180"/>
                    <a:pt x="251" y="1144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>
              <a:extLst>
                <a:ext uri="{FF2B5EF4-FFF2-40B4-BE49-F238E27FC236}">
                  <a16:creationId xmlns:a16="http://schemas.microsoft.com/office/drawing/2014/main" id="{CAD56463-555F-1BC9-5399-ED6B5A91250E}"/>
                </a:ext>
              </a:extLst>
            </p:cNvPr>
            <p:cNvSpPr/>
            <p:nvPr/>
          </p:nvSpPr>
          <p:spPr>
            <a:xfrm>
              <a:off x="2925650" y="1840225"/>
              <a:ext cx="39325" cy="121775"/>
            </a:xfrm>
            <a:custGeom>
              <a:avLst/>
              <a:gdLst/>
              <a:ahLst/>
              <a:cxnLst/>
              <a:rect l="l" t="t" r="r" b="b"/>
              <a:pathLst>
                <a:path w="1573" h="4871" extrusionOk="0">
                  <a:moveTo>
                    <a:pt x="72" y="1"/>
                  </a:moveTo>
                  <a:lnTo>
                    <a:pt x="1" y="13"/>
                  </a:lnTo>
                  <a:cubicBezTo>
                    <a:pt x="203" y="1299"/>
                    <a:pt x="596" y="3132"/>
                    <a:pt x="1024" y="4025"/>
                  </a:cubicBezTo>
                  <a:cubicBezTo>
                    <a:pt x="1167" y="4323"/>
                    <a:pt x="1334" y="4597"/>
                    <a:pt x="1513" y="4871"/>
                  </a:cubicBezTo>
                  <a:lnTo>
                    <a:pt x="1572" y="4823"/>
                  </a:lnTo>
                  <a:cubicBezTo>
                    <a:pt x="1394" y="4561"/>
                    <a:pt x="1239" y="4287"/>
                    <a:pt x="1096" y="3990"/>
                  </a:cubicBezTo>
                  <a:cubicBezTo>
                    <a:pt x="667" y="3097"/>
                    <a:pt x="274" y="1287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41">
            <a:extLst>
              <a:ext uri="{FF2B5EF4-FFF2-40B4-BE49-F238E27FC236}">
                <a16:creationId xmlns:a16="http://schemas.microsoft.com/office/drawing/2014/main" id="{B11163A7-2400-BF3F-7540-C2E32BFC4082}"/>
              </a:ext>
            </a:extLst>
          </p:cNvPr>
          <p:cNvGrpSpPr/>
          <p:nvPr/>
        </p:nvGrpSpPr>
        <p:grpSpPr>
          <a:xfrm>
            <a:off x="-394005" y="3593703"/>
            <a:ext cx="1602688" cy="1583118"/>
            <a:chOff x="-2708900" y="3174350"/>
            <a:chExt cx="350100" cy="345825"/>
          </a:xfrm>
        </p:grpSpPr>
        <p:sp>
          <p:nvSpPr>
            <p:cNvPr id="847" name="Google Shape;847;p41">
              <a:extLst>
                <a:ext uri="{FF2B5EF4-FFF2-40B4-BE49-F238E27FC236}">
                  <a16:creationId xmlns:a16="http://schemas.microsoft.com/office/drawing/2014/main" id="{4282DF1A-E53D-04F9-75AA-DD3FE403265C}"/>
                </a:ext>
              </a:extLst>
            </p:cNvPr>
            <p:cNvSpPr/>
            <p:nvPr/>
          </p:nvSpPr>
          <p:spPr>
            <a:xfrm>
              <a:off x="-2708900" y="3296700"/>
              <a:ext cx="173500" cy="221100"/>
            </a:xfrm>
            <a:custGeom>
              <a:avLst/>
              <a:gdLst/>
              <a:ahLst/>
              <a:cxnLst/>
              <a:rect l="l" t="t" r="r" b="b"/>
              <a:pathLst>
                <a:path w="6940" h="8844" extrusionOk="0">
                  <a:moveTo>
                    <a:pt x="1937" y="1"/>
                  </a:moveTo>
                  <a:cubicBezTo>
                    <a:pt x="725" y="1"/>
                    <a:pt x="0" y="1639"/>
                    <a:pt x="1903" y="4367"/>
                  </a:cubicBezTo>
                  <a:cubicBezTo>
                    <a:pt x="3082" y="6057"/>
                    <a:pt x="3868" y="7700"/>
                    <a:pt x="4344" y="8843"/>
                  </a:cubicBezTo>
                  <a:lnTo>
                    <a:pt x="6939" y="8796"/>
                  </a:lnTo>
                  <a:cubicBezTo>
                    <a:pt x="6046" y="4390"/>
                    <a:pt x="3760" y="509"/>
                    <a:pt x="2415" y="80"/>
                  </a:cubicBezTo>
                  <a:cubicBezTo>
                    <a:pt x="2251" y="27"/>
                    <a:pt x="2090" y="1"/>
                    <a:pt x="1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>
              <a:extLst>
                <a:ext uri="{FF2B5EF4-FFF2-40B4-BE49-F238E27FC236}">
                  <a16:creationId xmlns:a16="http://schemas.microsoft.com/office/drawing/2014/main" id="{603D07D8-C04B-1E52-CDDE-93C06BDB6126}"/>
                </a:ext>
              </a:extLst>
            </p:cNvPr>
            <p:cNvSpPr/>
            <p:nvPr/>
          </p:nvSpPr>
          <p:spPr>
            <a:xfrm>
              <a:off x="-2678900" y="3301975"/>
              <a:ext cx="114325" cy="214625"/>
            </a:xfrm>
            <a:custGeom>
              <a:avLst/>
              <a:gdLst/>
              <a:ahLst/>
              <a:cxnLst/>
              <a:rect l="l" t="t" r="r" b="b"/>
              <a:pathLst>
                <a:path w="4573" h="8585" extrusionOk="0">
                  <a:moveTo>
                    <a:pt x="96" y="0"/>
                  </a:moveTo>
                  <a:lnTo>
                    <a:pt x="1" y="107"/>
                  </a:lnTo>
                  <a:cubicBezTo>
                    <a:pt x="13" y="119"/>
                    <a:pt x="632" y="643"/>
                    <a:pt x="1489" y="1953"/>
                  </a:cubicBezTo>
                  <a:cubicBezTo>
                    <a:pt x="2275" y="3155"/>
                    <a:pt x="3430" y="5287"/>
                    <a:pt x="4430" y="8585"/>
                  </a:cubicBezTo>
                  <a:lnTo>
                    <a:pt x="4573" y="8537"/>
                  </a:lnTo>
                  <a:cubicBezTo>
                    <a:pt x="3573" y="5215"/>
                    <a:pt x="2406" y="3072"/>
                    <a:pt x="1608" y="1858"/>
                  </a:cubicBezTo>
                  <a:cubicBezTo>
                    <a:pt x="739" y="536"/>
                    <a:pt x="120" y="24"/>
                    <a:pt x="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>
              <a:extLst>
                <a:ext uri="{FF2B5EF4-FFF2-40B4-BE49-F238E27FC236}">
                  <a16:creationId xmlns:a16="http://schemas.microsoft.com/office/drawing/2014/main" id="{26CABA37-F37F-613E-04D2-07B0B39A4D2E}"/>
                </a:ext>
              </a:extLst>
            </p:cNvPr>
            <p:cNvSpPr/>
            <p:nvPr/>
          </p:nvSpPr>
          <p:spPr>
            <a:xfrm>
              <a:off x="-2524425" y="3174350"/>
              <a:ext cx="165625" cy="342850"/>
            </a:xfrm>
            <a:custGeom>
              <a:avLst/>
              <a:gdLst/>
              <a:ahLst/>
              <a:cxnLst/>
              <a:rect l="l" t="t" r="r" b="b"/>
              <a:pathLst>
                <a:path w="6625" h="13714" extrusionOk="0">
                  <a:moveTo>
                    <a:pt x="4151" y="1"/>
                  </a:moveTo>
                  <a:cubicBezTo>
                    <a:pt x="3812" y="1"/>
                    <a:pt x="3457" y="115"/>
                    <a:pt x="3120" y="343"/>
                  </a:cubicBezTo>
                  <a:cubicBezTo>
                    <a:pt x="1525" y="1414"/>
                    <a:pt x="1" y="7546"/>
                    <a:pt x="644" y="13666"/>
                  </a:cubicBezTo>
                  <a:lnTo>
                    <a:pt x="3775" y="13713"/>
                  </a:lnTo>
                  <a:cubicBezTo>
                    <a:pt x="3835" y="12440"/>
                    <a:pt x="4109" y="9213"/>
                    <a:pt x="5347" y="5593"/>
                  </a:cubicBezTo>
                  <a:cubicBezTo>
                    <a:pt x="6624" y="1847"/>
                    <a:pt x="5512" y="1"/>
                    <a:pt x="4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>
              <a:extLst>
                <a:ext uri="{FF2B5EF4-FFF2-40B4-BE49-F238E27FC236}">
                  <a16:creationId xmlns:a16="http://schemas.microsoft.com/office/drawing/2014/main" id="{A8FC0E37-5998-3B39-7BFD-568E460B03A9}"/>
                </a:ext>
              </a:extLst>
            </p:cNvPr>
            <p:cNvSpPr/>
            <p:nvPr/>
          </p:nvSpPr>
          <p:spPr>
            <a:xfrm>
              <a:off x="-2474100" y="3176950"/>
              <a:ext cx="68175" cy="343225"/>
            </a:xfrm>
            <a:custGeom>
              <a:avLst/>
              <a:gdLst/>
              <a:ahLst/>
              <a:cxnLst/>
              <a:rect l="l" t="t" r="r" b="b"/>
              <a:pathLst>
                <a:path w="2727" h="13729" extrusionOk="0">
                  <a:moveTo>
                    <a:pt x="2596" y="1"/>
                  </a:moveTo>
                  <a:cubicBezTo>
                    <a:pt x="2572" y="48"/>
                    <a:pt x="1929" y="1013"/>
                    <a:pt x="1286" y="3203"/>
                  </a:cubicBezTo>
                  <a:cubicBezTo>
                    <a:pt x="691" y="5216"/>
                    <a:pt x="0" y="8668"/>
                    <a:pt x="60" y="13729"/>
                  </a:cubicBezTo>
                  <a:lnTo>
                    <a:pt x="203" y="13729"/>
                  </a:lnTo>
                  <a:cubicBezTo>
                    <a:pt x="95" y="4096"/>
                    <a:pt x="2703" y="132"/>
                    <a:pt x="2727" y="84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>
              <a:extLst>
                <a:ext uri="{FF2B5EF4-FFF2-40B4-BE49-F238E27FC236}">
                  <a16:creationId xmlns:a16="http://schemas.microsoft.com/office/drawing/2014/main" id="{B4E38A71-A1A6-5E55-B01F-3B9B1FACD831}"/>
                </a:ext>
              </a:extLst>
            </p:cNvPr>
            <p:cNvSpPr/>
            <p:nvPr/>
          </p:nvSpPr>
          <p:spPr>
            <a:xfrm>
              <a:off x="-2619950" y="3198375"/>
              <a:ext cx="136925" cy="321200"/>
            </a:xfrm>
            <a:custGeom>
              <a:avLst/>
              <a:gdLst/>
              <a:ahLst/>
              <a:cxnLst/>
              <a:rect l="l" t="t" r="r" b="b"/>
              <a:pathLst>
                <a:path w="5477" h="12848" extrusionOk="0">
                  <a:moveTo>
                    <a:pt x="2339" y="1"/>
                  </a:moveTo>
                  <a:cubicBezTo>
                    <a:pt x="2205" y="1"/>
                    <a:pt x="2065" y="13"/>
                    <a:pt x="1917" y="37"/>
                  </a:cubicBezTo>
                  <a:cubicBezTo>
                    <a:pt x="703" y="227"/>
                    <a:pt x="0" y="2251"/>
                    <a:pt x="1345" y="7347"/>
                  </a:cubicBezTo>
                  <a:cubicBezTo>
                    <a:pt x="2036" y="9943"/>
                    <a:pt x="2560" y="11752"/>
                    <a:pt x="2893" y="12824"/>
                  </a:cubicBezTo>
                  <a:lnTo>
                    <a:pt x="5477" y="12848"/>
                  </a:lnTo>
                  <a:cubicBezTo>
                    <a:pt x="5465" y="10717"/>
                    <a:pt x="5358" y="4966"/>
                    <a:pt x="4667" y="2882"/>
                  </a:cubicBezTo>
                  <a:cubicBezTo>
                    <a:pt x="3925" y="665"/>
                    <a:pt x="3302" y="1"/>
                    <a:pt x="2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1">
              <a:extLst>
                <a:ext uri="{FF2B5EF4-FFF2-40B4-BE49-F238E27FC236}">
                  <a16:creationId xmlns:a16="http://schemas.microsoft.com/office/drawing/2014/main" id="{F9B9F919-8E86-21DD-17D4-5D30E9043EAE}"/>
                </a:ext>
              </a:extLst>
            </p:cNvPr>
            <p:cNvSpPr/>
            <p:nvPr/>
          </p:nvSpPr>
          <p:spPr>
            <a:xfrm>
              <a:off x="-2574125" y="3198675"/>
              <a:ext cx="61950" cy="316450"/>
            </a:xfrm>
            <a:custGeom>
              <a:avLst/>
              <a:gdLst/>
              <a:ahLst/>
              <a:cxnLst/>
              <a:rect l="l" t="t" r="r" b="b"/>
              <a:pathLst>
                <a:path w="2478" h="12658" extrusionOk="0">
                  <a:moveTo>
                    <a:pt x="155" y="1"/>
                  </a:moveTo>
                  <a:lnTo>
                    <a:pt x="1" y="37"/>
                  </a:lnTo>
                  <a:cubicBezTo>
                    <a:pt x="24" y="108"/>
                    <a:pt x="1548" y="6859"/>
                    <a:pt x="2322" y="12657"/>
                  </a:cubicBezTo>
                  <a:lnTo>
                    <a:pt x="2477" y="12633"/>
                  </a:lnTo>
                  <a:cubicBezTo>
                    <a:pt x="1703" y="6835"/>
                    <a:pt x="167" y="72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" name="Google Shape;853;p41">
            <a:extLst>
              <a:ext uri="{FF2B5EF4-FFF2-40B4-BE49-F238E27FC236}">
                <a16:creationId xmlns:a16="http://schemas.microsoft.com/office/drawing/2014/main" id="{46E5DABA-8BC4-B529-6EDE-3940A9F481F3}"/>
              </a:ext>
            </a:extLst>
          </p:cNvPr>
          <p:cNvGrpSpPr/>
          <p:nvPr/>
        </p:nvGrpSpPr>
        <p:grpSpPr>
          <a:xfrm>
            <a:off x="3458451" y="3807305"/>
            <a:ext cx="855154" cy="844712"/>
            <a:chOff x="3458451" y="3807305"/>
            <a:chExt cx="855154" cy="844712"/>
          </a:xfrm>
        </p:grpSpPr>
        <p:grpSp>
          <p:nvGrpSpPr>
            <p:cNvPr id="854" name="Google Shape;854;p41">
              <a:extLst>
                <a:ext uri="{FF2B5EF4-FFF2-40B4-BE49-F238E27FC236}">
                  <a16:creationId xmlns:a16="http://schemas.microsoft.com/office/drawing/2014/main" id="{84842FA1-0E62-BD8E-46DA-94D915D7A63D}"/>
                </a:ext>
              </a:extLst>
            </p:cNvPr>
            <p:cNvGrpSpPr/>
            <p:nvPr/>
          </p:nvGrpSpPr>
          <p:grpSpPr>
            <a:xfrm flipH="1">
              <a:off x="3458451" y="3807305"/>
              <a:ext cx="855154" cy="844712"/>
              <a:chOff x="-2708900" y="3174350"/>
              <a:chExt cx="350100" cy="345825"/>
            </a:xfrm>
          </p:grpSpPr>
          <p:sp>
            <p:nvSpPr>
              <p:cNvPr id="855" name="Google Shape;855;p41">
                <a:extLst>
                  <a:ext uri="{FF2B5EF4-FFF2-40B4-BE49-F238E27FC236}">
                    <a16:creationId xmlns:a16="http://schemas.microsoft.com/office/drawing/2014/main" id="{1D441F60-307E-47F0-08AE-C48AC3B036EF}"/>
                  </a:ext>
                </a:extLst>
              </p:cNvPr>
              <p:cNvSpPr/>
              <p:nvPr/>
            </p:nvSpPr>
            <p:spPr>
              <a:xfrm>
                <a:off x="-2708900" y="3296700"/>
                <a:ext cx="173500" cy="221100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8844" extrusionOk="0">
                    <a:moveTo>
                      <a:pt x="1937" y="1"/>
                    </a:moveTo>
                    <a:cubicBezTo>
                      <a:pt x="725" y="1"/>
                      <a:pt x="0" y="1639"/>
                      <a:pt x="1903" y="4367"/>
                    </a:cubicBezTo>
                    <a:cubicBezTo>
                      <a:pt x="3082" y="6057"/>
                      <a:pt x="3868" y="7700"/>
                      <a:pt x="4344" y="8843"/>
                    </a:cubicBezTo>
                    <a:lnTo>
                      <a:pt x="6939" y="8796"/>
                    </a:lnTo>
                    <a:cubicBezTo>
                      <a:pt x="6046" y="4390"/>
                      <a:pt x="3760" y="509"/>
                      <a:pt x="2415" y="80"/>
                    </a:cubicBezTo>
                    <a:cubicBezTo>
                      <a:pt x="2251" y="27"/>
                      <a:pt x="2090" y="1"/>
                      <a:pt x="19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1">
                <a:extLst>
                  <a:ext uri="{FF2B5EF4-FFF2-40B4-BE49-F238E27FC236}">
                    <a16:creationId xmlns:a16="http://schemas.microsoft.com/office/drawing/2014/main" id="{144C5A4D-794D-2B08-5917-95CC7F7C754D}"/>
                  </a:ext>
                </a:extLst>
              </p:cNvPr>
              <p:cNvSpPr/>
              <p:nvPr/>
            </p:nvSpPr>
            <p:spPr>
              <a:xfrm>
                <a:off x="-2678900" y="3301975"/>
                <a:ext cx="114325" cy="21462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585" extrusionOk="0">
                    <a:moveTo>
                      <a:pt x="96" y="0"/>
                    </a:moveTo>
                    <a:lnTo>
                      <a:pt x="1" y="107"/>
                    </a:lnTo>
                    <a:cubicBezTo>
                      <a:pt x="13" y="119"/>
                      <a:pt x="632" y="643"/>
                      <a:pt x="1489" y="1953"/>
                    </a:cubicBezTo>
                    <a:cubicBezTo>
                      <a:pt x="2275" y="3155"/>
                      <a:pt x="3430" y="5287"/>
                      <a:pt x="4430" y="8585"/>
                    </a:cubicBezTo>
                    <a:lnTo>
                      <a:pt x="4573" y="8537"/>
                    </a:lnTo>
                    <a:cubicBezTo>
                      <a:pt x="3573" y="5215"/>
                      <a:pt x="2406" y="3072"/>
                      <a:pt x="1608" y="1858"/>
                    </a:cubicBezTo>
                    <a:cubicBezTo>
                      <a:pt x="739" y="536"/>
                      <a:pt x="120" y="24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1">
                <a:extLst>
                  <a:ext uri="{FF2B5EF4-FFF2-40B4-BE49-F238E27FC236}">
                    <a16:creationId xmlns:a16="http://schemas.microsoft.com/office/drawing/2014/main" id="{11AB4F51-D3BF-2A03-0B29-4E92E94DD829}"/>
                  </a:ext>
                </a:extLst>
              </p:cNvPr>
              <p:cNvSpPr/>
              <p:nvPr/>
            </p:nvSpPr>
            <p:spPr>
              <a:xfrm>
                <a:off x="-2524425" y="3174350"/>
                <a:ext cx="165625" cy="342850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13714" extrusionOk="0">
                    <a:moveTo>
                      <a:pt x="4151" y="1"/>
                    </a:moveTo>
                    <a:cubicBezTo>
                      <a:pt x="3812" y="1"/>
                      <a:pt x="3457" y="115"/>
                      <a:pt x="3120" y="343"/>
                    </a:cubicBezTo>
                    <a:cubicBezTo>
                      <a:pt x="1525" y="1414"/>
                      <a:pt x="1" y="7546"/>
                      <a:pt x="644" y="13666"/>
                    </a:cubicBezTo>
                    <a:lnTo>
                      <a:pt x="3775" y="13713"/>
                    </a:lnTo>
                    <a:cubicBezTo>
                      <a:pt x="3835" y="12440"/>
                      <a:pt x="4109" y="9213"/>
                      <a:pt x="5347" y="5593"/>
                    </a:cubicBezTo>
                    <a:cubicBezTo>
                      <a:pt x="6624" y="1847"/>
                      <a:pt x="5512" y="1"/>
                      <a:pt x="41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1">
                <a:extLst>
                  <a:ext uri="{FF2B5EF4-FFF2-40B4-BE49-F238E27FC236}">
                    <a16:creationId xmlns:a16="http://schemas.microsoft.com/office/drawing/2014/main" id="{B7D71B3C-AE1C-F7EB-209A-90B24B1C892F}"/>
                  </a:ext>
                </a:extLst>
              </p:cNvPr>
              <p:cNvSpPr/>
              <p:nvPr/>
            </p:nvSpPr>
            <p:spPr>
              <a:xfrm>
                <a:off x="-2474100" y="3176950"/>
                <a:ext cx="68175" cy="3432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3729" extrusionOk="0">
                    <a:moveTo>
                      <a:pt x="2596" y="1"/>
                    </a:moveTo>
                    <a:cubicBezTo>
                      <a:pt x="2572" y="48"/>
                      <a:pt x="1929" y="1013"/>
                      <a:pt x="1286" y="3203"/>
                    </a:cubicBezTo>
                    <a:cubicBezTo>
                      <a:pt x="691" y="5216"/>
                      <a:pt x="0" y="8668"/>
                      <a:pt x="60" y="13729"/>
                    </a:cubicBezTo>
                    <a:lnTo>
                      <a:pt x="203" y="13729"/>
                    </a:lnTo>
                    <a:cubicBezTo>
                      <a:pt x="95" y="4096"/>
                      <a:pt x="2703" y="132"/>
                      <a:pt x="2727" y="84"/>
                    </a:cubicBezTo>
                    <a:lnTo>
                      <a:pt x="2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1">
                <a:extLst>
                  <a:ext uri="{FF2B5EF4-FFF2-40B4-BE49-F238E27FC236}">
                    <a16:creationId xmlns:a16="http://schemas.microsoft.com/office/drawing/2014/main" id="{7300B6D4-6742-0984-A9CA-D4A7CCCD17DC}"/>
                  </a:ext>
                </a:extLst>
              </p:cNvPr>
              <p:cNvSpPr/>
              <p:nvPr/>
            </p:nvSpPr>
            <p:spPr>
              <a:xfrm>
                <a:off x="-2619950" y="3198375"/>
                <a:ext cx="136925" cy="321200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12848" extrusionOk="0">
                    <a:moveTo>
                      <a:pt x="2339" y="1"/>
                    </a:moveTo>
                    <a:cubicBezTo>
                      <a:pt x="2205" y="1"/>
                      <a:pt x="2065" y="13"/>
                      <a:pt x="1917" y="37"/>
                    </a:cubicBezTo>
                    <a:cubicBezTo>
                      <a:pt x="703" y="227"/>
                      <a:pt x="0" y="2251"/>
                      <a:pt x="1345" y="7347"/>
                    </a:cubicBezTo>
                    <a:cubicBezTo>
                      <a:pt x="2036" y="9943"/>
                      <a:pt x="2560" y="11752"/>
                      <a:pt x="2893" y="12824"/>
                    </a:cubicBezTo>
                    <a:lnTo>
                      <a:pt x="5477" y="12848"/>
                    </a:lnTo>
                    <a:cubicBezTo>
                      <a:pt x="5465" y="10717"/>
                      <a:pt x="5358" y="4966"/>
                      <a:pt x="4667" y="2882"/>
                    </a:cubicBezTo>
                    <a:cubicBezTo>
                      <a:pt x="3925" y="665"/>
                      <a:pt x="3302" y="1"/>
                      <a:pt x="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1">
                <a:extLst>
                  <a:ext uri="{FF2B5EF4-FFF2-40B4-BE49-F238E27FC236}">
                    <a16:creationId xmlns:a16="http://schemas.microsoft.com/office/drawing/2014/main" id="{FA511059-68C7-EBE0-8C93-7095BAB81E7C}"/>
                  </a:ext>
                </a:extLst>
              </p:cNvPr>
              <p:cNvSpPr/>
              <p:nvPr/>
            </p:nvSpPr>
            <p:spPr>
              <a:xfrm>
                <a:off x="-2574125" y="3198675"/>
                <a:ext cx="61950" cy="3164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2658" extrusionOk="0">
                    <a:moveTo>
                      <a:pt x="155" y="1"/>
                    </a:moveTo>
                    <a:lnTo>
                      <a:pt x="1" y="37"/>
                    </a:lnTo>
                    <a:cubicBezTo>
                      <a:pt x="24" y="108"/>
                      <a:pt x="1548" y="6859"/>
                      <a:pt x="2322" y="12657"/>
                    </a:cubicBezTo>
                    <a:lnTo>
                      <a:pt x="2477" y="12633"/>
                    </a:lnTo>
                    <a:cubicBezTo>
                      <a:pt x="1703" y="6835"/>
                      <a:pt x="167" y="72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61" name="Google Shape;861;p41">
              <a:extLst>
                <a:ext uri="{FF2B5EF4-FFF2-40B4-BE49-F238E27FC236}">
                  <a16:creationId xmlns:a16="http://schemas.microsoft.com/office/drawing/2014/main" id="{FC0A0957-A44F-8914-DCC0-5668C947D480}"/>
                </a:ext>
              </a:extLst>
            </p:cNvPr>
            <p:cNvCxnSpPr/>
            <p:nvPr/>
          </p:nvCxnSpPr>
          <p:spPr>
            <a:xfrm>
              <a:off x="3513675" y="4647509"/>
              <a:ext cx="65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F582A82-9121-4A48-FF30-E921A51F2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5970" y="1281124"/>
            <a:ext cx="4830845" cy="2359244"/>
          </a:xfrm>
        </p:spPr>
        <p:txBody>
          <a:bodyPr/>
          <a:lstStyle/>
          <a:p>
            <a:r>
              <a:rPr lang="en-GB" sz="1600" b="1" dirty="0"/>
              <a:t>Based on the above analysis, can we confirm </a:t>
            </a:r>
          </a:p>
          <a:p>
            <a:pPr algn="l"/>
            <a:endParaRPr lang="en-GB" sz="1600" b="1" dirty="0"/>
          </a:p>
          <a:p>
            <a:pPr marL="482600" indent="-342900" algn="l">
              <a:buFont typeface="Quicksand SemiBold"/>
              <a:buAutoNum type="arabicPeriod"/>
            </a:pPr>
            <a:r>
              <a:rPr lang="en-GB" sz="1600" b="1" dirty="0"/>
              <a:t>Prioritise 1–2 pilot projects: which 1-2 opportunities can we priories to start the test first? (we may consider what kind of function our users need the most)</a:t>
            </a:r>
          </a:p>
          <a:p>
            <a:pPr marL="482600" indent="-342900" algn="l">
              <a:buFont typeface="Quicksand SemiBold"/>
              <a:buAutoNum type="arabicPeriod"/>
            </a:pPr>
            <a:endParaRPr lang="en-GB" sz="1600" b="1" dirty="0"/>
          </a:p>
          <a:p>
            <a:pPr marL="482600" indent="-342900" algn="l">
              <a:buAutoNum type="arabicPeriod"/>
            </a:pPr>
            <a:r>
              <a:rPr lang="en-GB" sz="1600" b="1" dirty="0"/>
              <a:t>What do we want AI to never do (values/safety)?</a:t>
            </a:r>
          </a:p>
        </p:txBody>
      </p:sp>
      <p:sp>
        <p:nvSpPr>
          <p:cNvPr id="4" name="Google Shape;1117;p44">
            <a:extLst>
              <a:ext uri="{FF2B5EF4-FFF2-40B4-BE49-F238E27FC236}">
                <a16:creationId xmlns:a16="http://schemas.microsoft.com/office/drawing/2014/main" id="{D570B4A7-08D6-F376-E6CD-E26765D70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0235" y="620039"/>
            <a:ext cx="7940921" cy="524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200" b="1" dirty="0"/>
              <a:t>Team Brainstorm </a:t>
            </a:r>
            <a:br>
              <a:rPr lang="en-GB" sz="3200" b="1" dirty="0"/>
            </a:b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3843834076"/>
      </p:ext>
    </p:extLst>
  </p:cSld>
  <p:clrMapOvr>
    <a:masterClrMapping/>
  </p:clrMapOvr>
</p:sld>
</file>

<file path=ppt/theme/theme1.xml><?xml version="1.0" encoding="utf-8"?>
<a:theme xmlns:a="http://schemas.openxmlformats.org/drawingml/2006/main" name="Care for Your Grandparents Month by Slidesgo">
  <a:themeElements>
    <a:clrScheme name="Simple Light">
      <a:dk1>
        <a:srgbClr val="43324A"/>
      </a:dk1>
      <a:lt1>
        <a:srgbClr val="FFFFFF"/>
      </a:lt1>
      <a:dk2>
        <a:srgbClr val="F9F9F9"/>
      </a:dk2>
      <a:lt2>
        <a:srgbClr val="FFE8E6"/>
      </a:lt2>
      <a:accent1>
        <a:srgbClr val="E8DCF1"/>
      </a:accent1>
      <a:accent2>
        <a:srgbClr val="4557AC"/>
      </a:accent2>
      <a:accent3>
        <a:srgbClr val="E874A2"/>
      </a:accent3>
      <a:accent4>
        <a:srgbClr val="F8A40E"/>
      </a:accent4>
      <a:accent5>
        <a:srgbClr val="FF6038"/>
      </a:accent5>
      <a:accent6>
        <a:srgbClr val="CC462B"/>
      </a:accent6>
      <a:hlink>
        <a:srgbClr val="4332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4725</TotalTime>
  <Words>357</Words>
  <Application>Microsoft Office PowerPoint</Application>
  <PresentationFormat>On-screen Show (16:9)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Quicksand SemiBold</vt:lpstr>
      <vt:lpstr>Nunito ExtraBold</vt:lpstr>
      <vt:lpstr>Care for Your Grandparents Month by Slidesgo</vt:lpstr>
      <vt:lpstr>AI Utilisation for Granhub</vt:lpstr>
      <vt:lpstr>01</vt:lpstr>
      <vt:lpstr>PowerPoint Presentation</vt:lpstr>
      <vt:lpstr>02</vt:lpstr>
      <vt:lpstr>Purpose of the meeting </vt:lpstr>
      <vt:lpstr>Our Vision</vt:lpstr>
      <vt:lpstr>03</vt:lpstr>
      <vt:lpstr>PowerPoint Presentation</vt:lpstr>
      <vt:lpstr>04</vt:lpstr>
      <vt:lpstr>AI Adoption Roadmap</vt:lpstr>
      <vt:lpstr>Stakeholders Involved</vt:lpstr>
      <vt:lpstr>Team Brainstorm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Furen Huang</dc:creator>
  <cp:lastModifiedBy>Furen Huang</cp:lastModifiedBy>
  <cp:revision>26</cp:revision>
  <dcterms:modified xsi:type="dcterms:W3CDTF">2025-06-26T14:29:10Z</dcterms:modified>
</cp:coreProperties>
</file>