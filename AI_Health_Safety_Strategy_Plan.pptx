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Health &amp; Safety Strategy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Mood &amp; Cognitive Shift Detection System</a:t>
            </a:r>
          </a:p>
          <a:p/>
          <a:p>
            <a:r>
              <a:t>Developed for Grandparents Online Platform</a:t>
            </a:r>
          </a:p>
          <a:p>
            <a:r>
              <a:t>Using Hugging Face’s sentiment analysis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Introduce AI-powered feature to monitor emotional and cognitive wellbeing.</a:t>
            </a:r>
          </a:p>
          <a:p/>
          <a:p>
            <a:r>
              <a:t>Using Hugging Face open-source sentiment and emotion models to detect distress or confusion and provide timely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Enhance user safety and wellbeing.</a:t>
            </a:r>
          </a:p>
          <a:p>
            <a:r>
              <a:t>2. Increase engagement through trust.</a:t>
            </a:r>
          </a:p>
          <a:p>
            <a:r>
              <a:t>3. Use open-source AI to reduce costs.</a:t>
            </a:r>
          </a:p>
          <a:p>
            <a:r>
              <a:t>4. Position brand as 'AI for social good'.</a:t>
            </a:r>
          </a:p>
          <a:p>
            <a:r>
              <a:t>5. Build foundation for future AI health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Mood Detection – Detect sadness, frustration, anxiety.</a:t>
            </a:r>
          </a:p>
          <a:p>
            <a:r>
              <a:t>• Cognitive Shift Detection – Identify confusion or memory-related issues.</a:t>
            </a:r>
          </a:p>
          <a:p>
            <a:r>
              <a:t>• Safety Alert – Flag high-risk language.</a:t>
            </a:r>
          </a:p>
          <a:p>
            <a:r>
              <a:t>• Personalized Care Insights – Share mood trends with families.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Models: Hugging Face pre-trained models (DistilBERT, Emotion-RoBERTa)</a:t>
            </a:r>
          </a:p>
          <a:p>
            <a:r>
              <a:t>Deployment: Google Colab → AWS Lambda</a:t>
            </a:r>
          </a:p>
          <a:p>
            <a:r>
              <a:t>Inputs: User text (posts, comments)</a:t>
            </a:r>
          </a:p>
          <a:p>
            <a:r>
              <a:t>Outputs: Sentiment scores, emotion labels, trends</a:t>
            </a:r>
          </a:p>
          <a:p/>
          <a:p>
            <a:r>
              <a:t>System Flow:</a:t>
            </a:r>
          </a:p>
          <a:p>
            <a:r>
              <a:t>1. User submits text → 2. Model analyzes → 3. Scores → 4. Alerts or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Privacy-first (GDPR compliant)</a:t>
            </a:r>
          </a:p>
          <a:p>
            <a:r>
              <a:t>• Transparent AI usage</a:t>
            </a:r>
          </a:p>
          <a:p>
            <a:r>
              <a:t>• Consent-based notifications</a:t>
            </a:r>
          </a:p>
          <a:p>
            <a:r>
              <a:t>• Regular bias audits for fairness in language interpretation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Feasibility – Evaluate models, test accuracy</a:t>
            </a:r>
          </a:p>
          <a:p>
            <a:r>
              <a:t>Phase 2: Prototype – Build in Colab, pilot testing</a:t>
            </a:r>
          </a:p>
          <a:p>
            <a:r>
              <a:t>Phase 3: Integration – Connect to backend, add alert system</a:t>
            </a:r>
          </a:p>
          <a:p>
            <a:r>
              <a:t>Phase 4: Launch – Beta rollout, monitor accuracy</a:t>
            </a:r>
          </a:p>
          <a:p>
            <a:r>
              <a:t>Phase 5: Expansion – Add languages, dashboard, voice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&amp; Cost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Developer (contract): £5K–£8K</a:t>
            </a:r>
          </a:p>
          <a:p>
            <a:r>
              <a:t>Data Analyst: £2K–£3K</a:t>
            </a:r>
          </a:p>
          <a:p>
            <a:r>
              <a:t>Cloud Hosting: £0–£100/month</a:t>
            </a:r>
          </a:p>
          <a:p>
            <a:r>
              <a:t>Legal/Privacy: £2K</a:t>
            </a:r>
          </a:p>
          <a:p>
            <a:r>
              <a:t>Total (Year 1): £9K–£13K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accuracy &gt;85%</a:t>
            </a:r>
          </a:p>
          <a:p>
            <a:r>
              <a:t>• User opt-in &gt;60%</a:t>
            </a:r>
          </a:p>
          <a:p>
            <a:r>
              <a:t>• 30% fewer undetected distress cases</a:t>
            </a:r>
          </a:p>
          <a:p>
            <a:r>
              <a:t>• &gt;80% satisfaction rate</a:t>
            </a:r>
          </a:p>
          <a:p>
            <a:r>
              <a:t>• &lt;£0.05 per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Potential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Hugging Face – AI models</a:t>
            </a:r>
          </a:p>
          <a:p>
            <a:r>
              <a:t>• Google Colab – Infrastructure</a:t>
            </a:r>
          </a:p>
          <a:p>
            <a:r>
              <a:t>• Age UK / Mind – Wellbeing expertise</a:t>
            </a:r>
          </a:p>
          <a:p>
            <a:r>
              <a:t>• NHS / Local councils – Pilot programs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Digital Wellbeing Companion for grandparents.</a:t>
            </a:r>
          </a:p>
          <a:p>
            <a:r>
              <a:t>Supports emotional awareness, personalized wellbeing, and family connections.</a:t>
            </a:r>
          </a:p>
          <a:p>
            <a:r>
              <a:t>AI as a tool of empathy and safety.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