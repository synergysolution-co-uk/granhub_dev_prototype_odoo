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E8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5C6E80-AA5E-4FD3-A736-5A30F3132A4A}" v="54" dt="2025-09-15T09:52:34.4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63" d="100"/>
          <a:sy n="63" d="100"/>
        </p:scale>
        <p:origin x="345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uren Huang" userId="5507ef534c9074aa" providerId="LiveId" clId="{FD4E5AA8-3414-402F-A92C-52734B9AA022}"/>
    <pc:docChg chg="undo custSel addSld delSld modSld">
      <pc:chgData name="Furen Huang" userId="5507ef534c9074aa" providerId="LiveId" clId="{FD4E5AA8-3414-402F-A92C-52734B9AA022}" dt="2025-09-15T09:52:45.901" v="448" actId="20577"/>
      <pc:docMkLst>
        <pc:docMk/>
      </pc:docMkLst>
      <pc:sldChg chg="addSp delSp modSp new mod">
        <pc:chgData name="Furen Huang" userId="5507ef534c9074aa" providerId="LiveId" clId="{FD4E5AA8-3414-402F-A92C-52734B9AA022}" dt="2025-09-15T09:33:10.638" v="184" actId="1582"/>
        <pc:sldMkLst>
          <pc:docMk/>
          <pc:sldMk cId="3781990241" sldId="262"/>
        </pc:sldMkLst>
        <pc:spChg chg="mod ord">
          <ac:chgData name="Furen Huang" userId="5507ef534c9074aa" providerId="LiveId" clId="{FD4E5AA8-3414-402F-A92C-52734B9AA022}" dt="2025-09-15T09:32:23.237" v="180" actId="1035"/>
          <ac:spMkLst>
            <pc:docMk/>
            <pc:sldMk cId="3781990241" sldId="262"/>
            <ac:spMk id="2" creationId="{706CFFC0-1978-46A4-99BF-CE61C1CDFFE0}"/>
          </ac:spMkLst>
        </pc:spChg>
        <pc:spChg chg="del">
          <ac:chgData name="Furen Huang" userId="5507ef534c9074aa" providerId="LiveId" clId="{FD4E5AA8-3414-402F-A92C-52734B9AA022}" dt="2025-09-15T09:13:24.193" v="4"/>
          <ac:spMkLst>
            <pc:docMk/>
            <pc:sldMk cId="3781990241" sldId="262"/>
            <ac:spMk id="3" creationId="{0F6C314D-052E-F7AB-DA1F-5D35383A235B}"/>
          </ac:spMkLst>
        </pc:spChg>
        <pc:spChg chg="mod">
          <ac:chgData name="Furen Huang" userId="5507ef534c9074aa" providerId="LiveId" clId="{FD4E5AA8-3414-402F-A92C-52734B9AA022}" dt="2025-09-15T09:13:28.494" v="11" actId="20577"/>
          <ac:spMkLst>
            <pc:docMk/>
            <pc:sldMk cId="3781990241" sldId="262"/>
            <ac:spMk id="4" creationId="{CA0DAEF8-4C62-25CB-0869-B808A08094FB}"/>
          </ac:spMkLst>
        </pc:spChg>
        <pc:spChg chg="add del mod">
          <ac:chgData name="Furen Huang" userId="5507ef534c9074aa" providerId="LiveId" clId="{FD4E5AA8-3414-402F-A92C-52734B9AA022}" dt="2025-09-15T09:14:21.287" v="12" actId="26606"/>
          <ac:spMkLst>
            <pc:docMk/>
            <pc:sldMk cId="3781990241" sldId="262"/>
            <ac:spMk id="6" creationId="{D1D84214-6F72-95E6-BD4D-CEC388C496E0}"/>
          </ac:spMkLst>
        </pc:spChg>
        <pc:spChg chg="add">
          <ac:chgData name="Furen Huang" userId="5507ef534c9074aa" providerId="LiveId" clId="{FD4E5AA8-3414-402F-A92C-52734B9AA022}" dt="2025-09-15T09:19:05.520" v="54"/>
          <ac:spMkLst>
            <pc:docMk/>
            <pc:sldMk cId="3781990241" sldId="262"/>
            <ac:spMk id="7" creationId="{95A084DF-8B36-4D7A-F8CD-719D1776EB30}"/>
          </ac:spMkLst>
        </pc:spChg>
        <pc:spChg chg="add">
          <ac:chgData name="Furen Huang" userId="5507ef534c9074aa" providerId="LiveId" clId="{FD4E5AA8-3414-402F-A92C-52734B9AA022}" dt="2025-09-15T09:20:06.442" v="62"/>
          <ac:spMkLst>
            <pc:docMk/>
            <pc:sldMk cId="3781990241" sldId="262"/>
            <ac:spMk id="10" creationId="{1FEC8B1A-26DF-B0DB-C3C6-C88E2131339B}"/>
          </ac:spMkLst>
        </pc:spChg>
        <pc:graphicFrameChg chg="add mod ord modGraphic">
          <ac:chgData name="Furen Huang" userId="5507ef534c9074aa" providerId="LiveId" clId="{FD4E5AA8-3414-402F-A92C-52734B9AA022}" dt="2025-09-15T09:31:50.939" v="158" actId="171"/>
          <ac:graphicFrameMkLst>
            <pc:docMk/>
            <pc:sldMk cId="3781990241" sldId="262"/>
            <ac:graphicFrameMk id="8" creationId="{432F3BAB-4E68-4792-3276-819A1A82ED85}"/>
          </ac:graphicFrameMkLst>
        </pc:graphicFrameChg>
        <pc:picChg chg="add mod">
          <ac:chgData name="Furen Huang" userId="5507ef534c9074aa" providerId="LiveId" clId="{FD4E5AA8-3414-402F-A92C-52734B9AA022}" dt="2025-09-15T09:32:08.183" v="161" actId="1076"/>
          <ac:picMkLst>
            <pc:docMk/>
            <pc:sldMk cId="3781990241" sldId="262"/>
            <ac:picMk id="5" creationId="{C92F55FB-7E89-BE93-9E39-A3E08AE055F3}"/>
          </ac:picMkLst>
        </pc:picChg>
        <pc:picChg chg="add mod">
          <ac:chgData name="Furen Huang" userId="5507ef534c9074aa" providerId="LiveId" clId="{FD4E5AA8-3414-402F-A92C-52734B9AA022}" dt="2025-09-15T09:29:30.909" v="134" actId="1076"/>
          <ac:picMkLst>
            <pc:docMk/>
            <pc:sldMk cId="3781990241" sldId="262"/>
            <ac:picMk id="9" creationId="{E7EEC9A2-9D72-580D-3080-A2B28BC29672}"/>
          </ac:picMkLst>
        </pc:picChg>
        <pc:picChg chg="add del mod">
          <ac:chgData name="Furen Huang" userId="5507ef534c9074aa" providerId="LiveId" clId="{FD4E5AA8-3414-402F-A92C-52734B9AA022}" dt="2025-09-15T09:20:15.745" v="66" actId="478"/>
          <ac:picMkLst>
            <pc:docMk/>
            <pc:sldMk cId="3781990241" sldId="262"/>
            <ac:picMk id="11" creationId="{B1423F4A-7ABB-55EA-5F28-D493C91F4AF6}"/>
          </ac:picMkLst>
        </pc:picChg>
        <pc:picChg chg="add del mod">
          <ac:chgData name="Furen Huang" userId="5507ef534c9074aa" providerId="LiveId" clId="{FD4E5AA8-3414-402F-A92C-52734B9AA022}" dt="2025-09-15T09:27:23.468" v="120" actId="478"/>
          <ac:picMkLst>
            <pc:docMk/>
            <pc:sldMk cId="3781990241" sldId="262"/>
            <ac:picMk id="13" creationId="{27E4BD11-96CF-33E1-BBE3-42765AFCAD8E}"/>
          </ac:picMkLst>
        </pc:picChg>
        <pc:picChg chg="add mod ord">
          <ac:chgData name="Furen Huang" userId="5507ef534c9074aa" providerId="LiveId" clId="{FD4E5AA8-3414-402F-A92C-52734B9AA022}" dt="2025-09-15T09:31:30.608" v="157" actId="29295"/>
          <ac:picMkLst>
            <pc:docMk/>
            <pc:sldMk cId="3781990241" sldId="262"/>
            <ac:picMk id="15" creationId="{A6D47429-6AE9-54B9-8750-DA07A5E41859}"/>
          </ac:picMkLst>
        </pc:picChg>
        <pc:cxnChg chg="add mod">
          <ac:chgData name="Furen Huang" userId="5507ef534c9074aa" providerId="LiveId" clId="{FD4E5AA8-3414-402F-A92C-52734B9AA022}" dt="2025-09-15T09:33:10.638" v="184" actId="1582"/>
          <ac:cxnSpMkLst>
            <pc:docMk/>
            <pc:sldMk cId="3781990241" sldId="262"/>
            <ac:cxnSpMk id="17" creationId="{EDA1642B-2F07-EC58-E2E2-ED783D765233}"/>
          </ac:cxnSpMkLst>
        </pc:cxnChg>
      </pc:sldChg>
      <pc:sldChg chg="addSp delSp modSp new mod setBg">
        <pc:chgData name="Furen Huang" userId="5507ef534c9074aa" providerId="LiveId" clId="{FD4E5AA8-3414-402F-A92C-52734B9AA022}" dt="2025-09-15T09:36:58.096" v="242" actId="1076"/>
        <pc:sldMkLst>
          <pc:docMk/>
          <pc:sldMk cId="2457626198" sldId="263"/>
        </pc:sldMkLst>
        <pc:spChg chg="mod ord">
          <ac:chgData name="Furen Huang" userId="5507ef534c9074aa" providerId="LiveId" clId="{FD4E5AA8-3414-402F-A92C-52734B9AA022}" dt="2025-09-15T09:36:19.591" v="230" actId="1076"/>
          <ac:spMkLst>
            <pc:docMk/>
            <pc:sldMk cId="2457626198" sldId="263"/>
            <ac:spMk id="2" creationId="{C0298165-20C4-2F70-920E-25E229D446A7}"/>
          </ac:spMkLst>
        </pc:spChg>
        <pc:spChg chg="del">
          <ac:chgData name="Furen Huang" userId="5507ef534c9074aa" providerId="LiveId" clId="{FD4E5AA8-3414-402F-A92C-52734B9AA022}" dt="2025-09-15T09:24:19.268" v="69"/>
          <ac:spMkLst>
            <pc:docMk/>
            <pc:sldMk cId="2457626198" sldId="263"/>
            <ac:spMk id="3" creationId="{C6BC6132-0E72-7487-5E3C-E23BBE72EC2B}"/>
          </ac:spMkLst>
        </pc:spChg>
        <pc:spChg chg="mod ord">
          <ac:chgData name="Furen Huang" userId="5507ef534c9074aa" providerId="LiveId" clId="{FD4E5AA8-3414-402F-A92C-52734B9AA022}" dt="2025-09-15T09:36:05.296" v="223" actId="26606"/>
          <ac:spMkLst>
            <pc:docMk/>
            <pc:sldMk cId="2457626198" sldId="263"/>
            <ac:spMk id="4" creationId="{4503D8A8-3BB7-9045-6747-8898D0122687}"/>
          </ac:spMkLst>
        </pc:spChg>
        <pc:spChg chg="add mod ord">
          <ac:chgData name="Furen Huang" userId="5507ef534c9074aa" providerId="LiveId" clId="{FD4E5AA8-3414-402F-A92C-52734B9AA022}" dt="2025-09-15T09:36:52.465" v="241" actId="1076"/>
          <ac:spMkLst>
            <pc:docMk/>
            <pc:sldMk cId="2457626198" sldId="263"/>
            <ac:spMk id="5" creationId="{16BC6166-238A-9516-F3C6-92539E09CD74}"/>
          </ac:spMkLst>
        </pc:spChg>
        <pc:spChg chg="add del">
          <ac:chgData name="Furen Huang" userId="5507ef534c9074aa" providerId="LiveId" clId="{FD4E5AA8-3414-402F-A92C-52734B9AA022}" dt="2025-09-15T09:36:05.308" v="224" actId="26606"/>
          <ac:spMkLst>
            <pc:docMk/>
            <pc:sldMk cId="2457626198" sldId="263"/>
            <ac:spMk id="11" creationId="{700E0F77-E936-4985-B7B1-B9823486AC33}"/>
          </ac:spMkLst>
        </pc:spChg>
        <pc:spChg chg="add del">
          <ac:chgData name="Furen Huang" userId="5507ef534c9074aa" providerId="LiveId" clId="{FD4E5AA8-3414-402F-A92C-52734B9AA022}" dt="2025-09-15T09:36:05.308" v="224" actId="26606"/>
          <ac:spMkLst>
            <pc:docMk/>
            <pc:sldMk cId="2457626198" sldId="263"/>
            <ac:spMk id="13" creationId="{95C8260E-968F-44E8-A823-ABB431311926}"/>
          </ac:spMkLst>
        </pc:spChg>
        <pc:spChg chg="add del">
          <ac:chgData name="Furen Huang" userId="5507ef534c9074aa" providerId="LiveId" clId="{FD4E5AA8-3414-402F-A92C-52734B9AA022}" dt="2025-09-15T09:36:05.308" v="224" actId="26606"/>
          <ac:spMkLst>
            <pc:docMk/>
            <pc:sldMk cId="2457626198" sldId="263"/>
            <ac:spMk id="15" creationId="{2C1BBA94-3F40-40AA-8BB9-E69E25E537C1}"/>
          </ac:spMkLst>
        </pc:spChg>
        <pc:spChg chg="add del">
          <ac:chgData name="Furen Huang" userId="5507ef534c9074aa" providerId="LiveId" clId="{FD4E5AA8-3414-402F-A92C-52734B9AA022}" dt="2025-09-15T09:36:05.308" v="224" actId="26606"/>
          <ac:spMkLst>
            <pc:docMk/>
            <pc:sldMk cId="2457626198" sldId="263"/>
            <ac:spMk id="17" creationId="{FE43805F-24A6-46A4-B19B-54F28347355C}"/>
          </ac:spMkLst>
        </pc:spChg>
        <pc:spChg chg="add del">
          <ac:chgData name="Furen Huang" userId="5507ef534c9074aa" providerId="LiveId" clId="{FD4E5AA8-3414-402F-A92C-52734B9AA022}" dt="2025-09-15T09:36:05.296" v="223" actId="26606"/>
          <ac:spMkLst>
            <pc:docMk/>
            <pc:sldMk cId="2457626198" sldId="263"/>
            <ac:spMk id="22" creationId="{A8908DB7-C3A6-4FCB-9820-CEE02B398C4A}"/>
          </ac:spMkLst>
        </pc:spChg>
        <pc:spChg chg="add del">
          <ac:chgData name="Furen Huang" userId="5507ef534c9074aa" providerId="LiveId" clId="{FD4E5AA8-3414-402F-A92C-52734B9AA022}" dt="2025-09-15T09:36:05.296" v="223" actId="26606"/>
          <ac:spMkLst>
            <pc:docMk/>
            <pc:sldMk cId="2457626198" sldId="263"/>
            <ac:spMk id="24" creationId="{535742DD-1B16-4E9D-B715-0D74B4574A68}"/>
          </ac:spMkLst>
        </pc:spChg>
        <pc:spChg chg="add">
          <ac:chgData name="Furen Huang" userId="5507ef534c9074aa" providerId="LiveId" clId="{FD4E5AA8-3414-402F-A92C-52734B9AA022}" dt="2025-09-15T09:36:05.308" v="224" actId="26606"/>
          <ac:spMkLst>
            <pc:docMk/>
            <pc:sldMk cId="2457626198" sldId="263"/>
            <ac:spMk id="26" creationId="{E659831F-0D9A-4C63-9EBB-8435B85A440F}"/>
          </ac:spMkLst>
        </pc:spChg>
        <pc:spChg chg="add">
          <ac:chgData name="Furen Huang" userId="5507ef534c9074aa" providerId="LiveId" clId="{FD4E5AA8-3414-402F-A92C-52734B9AA022}" dt="2025-09-15T09:36:05.308" v="224" actId="26606"/>
          <ac:spMkLst>
            <pc:docMk/>
            <pc:sldMk cId="2457626198" sldId="263"/>
            <ac:spMk id="27" creationId="{058A14AF-9FB5-4CC7-BA35-E8E85D3EDF0E}"/>
          </ac:spMkLst>
        </pc:spChg>
        <pc:spChg chg="add">
          <ac:chgData name="Furen Huang" userId="5507ef534c9074aa" providerId="LiveId" clId="{FD4E5AA8-3414-402F-A92C-52734B9AA022}" dt="2025-09-15T09:36:05.308" v="224" actId="26606"/>
          <ac:spMkLst>
            <pc:docMk/>
            <pc:sldMk cId="2457626198" sldId="263"/>
            <ac:spMk id="28" creationId="{E6995CE5-F890-4ABA-82A2-26507CE8D2A3}"/>
          </ac:spMkLst>
        </pc:spChg>
        <pc:spChg chg="add">
          <ac:chgData name="Furen Huang" userId="5507ef534c9074aa" providerId="LiveId" clId="{FD4E5AA8-3414-402F-A92C-52734B9AA022}" dt="2025-09-15T09:36:05.308" v="224" actId="26606"/>
          <ac:spMkLst>
            <pc:docMk/>
            <pc:sldMk cId="2457626198" sldId="263"/>
            <ac:spMk id="29" creationId="{3A9A4357-BD1D-4622-A4FE-766E6AB8DE84}"/>
          </ac:spMkLst>
        </pc:spChg>
        <pc:picChg chg="add mod">
          <ac:chgData name="Furen Huang" userId="5507ef534c9074aa" providerId="LiveId" clId="{FD4E5AA8-3414-402F-A92C-52734B9AA022}" dt="2025-09-15T09:36:58.096" v="242" actId="1076"/>
          <ac:picMkLst>
            <pc:docMk/>
            <pc:sldMk cId="2457626198" sldId="263"/>
            <ac:picMk id="6" creationId="{2B0CE24E-7789-0167-1A07-AD47412BE8E6}"/>
          </ac:picMkLst>
        </pc:picChg>
      </pc:sldChg>
      <pc:sldChg chg="addSp delSp modSp new mod">
        <pc:chgData name="Furen Huang" userId="5507ef534c9074aa" providerId="LiveId" clId="{FD4E5AA8-3414-402F-A92C-52734B9AA022}" dt="2025-09-15T09:46:00.893" v="343" actId="1035"/>
        <pc:sldMkLst>
          <pc:docMk/>
          <pc:sldMk cId="2475400730" sldId="264"/>
        </pc:sldMkLst>
        <pc:spChg chg="mod">
          <ac:chgData name="Furen Huang" userId="5507ef534c9074aa" providerId="LiveId" clId="{FD4E5AA8-3414-402F-A92C-52734B9AA022}" dt="2025-09-15T09:41:13.386" v="299" actId="1035"/>
          <ac:spMkLst>
            <pc:docMk/>
            <pc:sldMk cId="2475400730" sldId="264"/>
            <ac:spMk id="2" creationId="{516FD8FC-9A54-BAB0-EE5B-61FF0FF4C52C}"/>
          </ac:spMkLst>
        </pc:spChg>
        <pc:spChg chg="del">
          <ac:chgData name="Furen Huang" userId="5507ef534c9074aa" providerId="LiveId" clId="{FD4E5AA8-3414-402F-A92C-52734B9AA022}" dt="2025-09-15T09:24:56.644" v="86"/>
          <ac:spMkLst>
            <pc:docMk/>
            <pc:sldMk cId="2475400730" sldId="264"/>
            <ac:spMk id="3" creationId="{5B0AD1CB-E684-8335-8C1E-17242BB7BA5C}"/>
          </ac:spMkLst>
        </pc:spChg>
        <pc:spChg chg="mod">
          <ac:chgData name="Furen Huang" userId="5507ef534c9074aa" providerId="LiveId" clId="{FD4E5AA8-3414-402F-A92C-52734B9AA022}" dt="2025-09-15T09:24:38.372" v="84" actId="20577"/>
          <ac:spMkLst>
            <pc:docMk/>
            <pc:sldMk cId="2475400730" sldId="264"/>
            <ac:spMk id="4" creationId="{5EB45486-0E83-9FBC-5485-A8C4A3992763}"/>
          </ac:spMkLst>
        </pc:spChg>
        <pc:spChg chg="add del mod">
          <ac:chgData name="Furen Huang" userId="5507ef534c9074aa" providerId="LiveId" clId="{FD4E5AA8-3414-402F-A92C-52734B9AA022}" dt="2025-09-15T09:37:25.473" v="244" actId="26606"/>
          <ac:spMkLst>
            <pc:docMk/>
            <pc:sldMk cId="2475400730" sldId="264"/>
            <ac:spMk id="5" creationId="{D34B5114-B5CE-3FA5-DD3B-D1E183E948DC}"/>
          </ac:spMkLst>
        </pc:spChg>
        <pc:graphicFrameChg chg="add mod modGraphic">
          <ac:chgData name="Furen Huang" userId="5507ef534c9074aa" providerId="LiveId" clId="{FD4E5AA8-3414-402F-A92C-52734B9AA022}" dt="2025-09-15T09:41:19.616" v="310" actId="1035"/>
          <ac:graphicFrameMkLst>
            <pc:docMk/>
            <pc:sldMk cId="2475400730" sldId="264"/>
            <ac:graphicFrameMk id="8" creationId="{44F8D445-EDDB-14B0-4343-777B8370E4C3}"/>
          </ac:graphicFrameMkLst>
        </pc:graphicFrameChg>
        <pc:picChg chg="add mod">
          <ac:chgData name="Furen Huang" userId="5507ef534c9074aa" providerId="LiveId" clId="{FD4E5AA8-3414-402F-A92C-52734B9AA022}" dt="2025-09-15T09:41:13.386" v="299" actId="1035"/>
          <ac:picMkLst>
            <pc:docMk/>
            <pc:sldMk cId="2475400730" sldId="264"/>
            <ac:picMk id="6" creationId="{7B4A9267-D5C1-1C14-01FB-7887AB4565AA}"/>
          </ac:picMkLst>
        </pc:picChg>
        <pc:picChg chg="add mod ord">
          <ac:chgData name="Furen Huang" userId="5507ef534c9074aa" providerId="LiveId" clId="{FD4E5AA8-3414-402F-A92C-52734B9AA022}" dt="2025-09-15T09:46:00.893" v="343" actId="1035"/>
          <ac:picMkLst>
            <pc:docMk/>
            <pc:sldMk cId="2475400730" sldId="264"/>
            <ac:picMk id="9" creationId="{BA15DEEC-8CEC-51E1-55C3-9E461A910B2F}"/>
          </ac:picMkLst>
        </pc:picChg>
      </pc:sldChg>
      <pc:sldChg chg="addSp modSp new mod setBg">
        <pc:chgData name="Furen Huang" userId="5507ef534c9074aa" providerId="LiveId" clId="{FD4E5AA8-3414-402F-A92C-52734B9AA022}" dt="2025-09-15T09:49:55.480" v="402" actId="1038"/>
        <pc:sldMkLst>
          <pc:docMk/>
          <pc:sldMk cId="719153047" sldId="265"/>
        </pc:sldMkLst>
        <pc:spChg chg="mod">
          <ac:chgData name="Furen Huang" userId="5507ef534c9074aa" providerId="LiveId" clId="{FD4E5AA8-3414-402F-A92C-52734B9AA022}" dt="2025-09-15T09:47:34.193" v="390" actId="1036"/>
          <ac:spMkLst>
            <pc:docMk/>
            <pc:sldMk cId="719153047" sldId="265"/>
            <ac:spMk id="2" creationId="{C12F3970-42BD-9B3F-C084-9A3E71E1A6A1}"/>
          </ac:spMkLst>
        </pc:spChg>
        <pc:spChg chg="mod">
          <ac:chgData name="Furen Huang" userId="5507ef534c9074aa" providerId="LiveId" clId="{FD4E5AA8-3414-402F-A92C-52734B9AA022}" dt="2025-09-15T09:47:41.818" v="391" actId="207"/>
          <ac:spMkLst>
            <pc:docMk/>
            <pc:sldMk cId="719153047" sldId="265"/>
            <ac:spMk id="3" creationId="{0E2CAFAD-3C7D-CDDF-1F11-A93CA11064E5}"/>
          </ac:spMkLst>
        </pc:spChg>
        <pc:spChg chg="mod ord">
          <ac:chgData name="Furen Huang" userId="5507ef534c9074aa" providerId="LiveId" clId="{FD4E5AA8-3414-402F-A92C-52734B9AA022}" dt="2025-09-15T09:46:59.910" v="359" actId="26606"/>
          <ac:spMkLst>
            <pc:docMk/>
            <pc:sldMk cId="719153047" sldId="265"/>
            <ac:spMk id="4" creationId="{A9ACE781-5F98-88CE-DEB8-B3EDD95858BC}"/>
          </ac:spMkLst>
        </pc:spChg>
        <pc:spChg chg="add">
          <ac:chgData name="Furen Huang" userId="5507ef534c9074aa" providerId="LiveId" clId="{FD4E5AA8-3414-402F-A92C-52734B9AA022}" dt="2025-09-15T09:46:59.910" v="359" actId="26606"/>
          <ac:spMkLst>
            <pc:docMk/>
            <pc:sldMk cId="719153047" sldId="265"/>
            <ac:spMk id="10" creationId="{DBC6133C-0615-4CE4-9132-37E609A9BDFA}"/>
          </ac:spMkLst>
        </pc:spChg>
        <pc:spChg chg="add">
          <ac:chgData name="Furen Huang" userId="5507ef534c9074aa" providerId="LiveId" clId="{FD4E5AA8-3414-402F-A92C-52734B9AA022}" dt="2025-09-15T09:46:59.910" v="359" actId="26606"/>
          <ac:spMkLst>
            <pc:docMk/>
            <pc:sldMk cId="719153047" sldId="265"/>
            <ac:spMk id="12" creationId="{169CC832-2974-4E8D-90ED-3E2941BA7336}"/>
          </ac:spMkLst>
        </pc:spChg>
        <pc:spChg chg="add">
          <ac:chgData name="Furen Huang" userId="5507ef534c9074aa" providerId="LiveId" clId="{FD4E5AA8-3414-402F-A92C-52734B9AA022}" dt="2025-09-15T09:46:59.910" v="359" actId="26606"/>
          <ac:spMkLst>
            <pc:docMk/>
            <pc:sldMk cId="719153047" sldId="265"/>
            <ac:spMk id="14" creationId="{55222F96-971A-4F90-B841-6BAB416C7AC1}"/>
          </ac:spMkLst>
        </pc:spChg>
        <pc:spChg chg="add">
          <ac:chgData name="Furen Huang" userId="5507ef534c9074aa" providerId="LiveId" clId="{FD4E5AA8-3414-402F-A92C-52734B9AA022}" dt="2025-09-15T09:46:59.910" v="359" actId="26606"/>
          <ac:spMkLst>
            <pc:docMk/>
            <pc:sldMk cId="719153047" sldId="265"/>
            <ac:spMk id="16" creationId="{08980754-6F4B-43C9-B9BE-127B6BED6586}"/>
          </ac:spMkLst>
        </pc:spChg>
        <pc:spChg chg="add">
          <ac:chgData name="Furen Huang" userId="5507ef534c9074aa" providerId="LiveId" clId="{FD4E5AA8-3414-402F-A92C-52734B9AA022}" dt="2025-09-15T09:46:59.910" v="359" actId="26606"/>
          <ac:spMkLst>
            <pc:docMk/>
            <pc:sldMk cId="719153047" sldId="265"/>
            <ac:spMk id="18" creationId="{2C1BBA94-3F40-40AA-8BB9-E69E25E537C1}"/>
          </ac:spMkLst>
        </pc:spChg>
        <pc:picChg chg="add mod">
          <ac:chgData name="Furen Huang" userId="5507ef534c9074aa" providerId="LiveId" clId="{FD4E5AA8-3414-402F-A92C-52734B9AA022}" dt="2025-09-15T09:47:18.882" v="364" actId="1076"/>
          <ac:picMkLst>
            <pc:docMk/>
            <pc:sldMk cId="719153047" sldId="265"/>
            <ac:picMk id="5" creationId="{06BE6851-C6C9-0785-A005-57C6950936CA}"/>
          </ac:picMkLst>
        </pc:picChg>
        <pc:picChg chg="add mod">
          <ac:chgData name="Furen Huang" userId="5507ef534c9074aa" providerId="LiveId" clId="{FD4E5AA8-3414-402F-A92C-52734B9AA022}" dt="2025-09-15T09:49:55.480" v="402" actId="1038"/>
          <ac:picMkLst>
            <pc:docMk/>
            <pc:sldMk cId="719153047" sldId="265"/>
            <ac:picMk id="6" creationId="{6AED0966-052A-17D5-B748-43718451BC5E}"/>
          </ac:picMkLst>
        </pc:picChg>
      </pc:sldChg>
      <pc:sldChg chg="addSp delSp modSp new mod setBg">
        <pc:chgData name="Furen Huang" userId="5507ef534c9074aa" providerId="LiveId" clId="{FD4E5AA8-3414-402F-A92C-52734B9AA022}" dt="2025-09-15T09:51:50.488" v="417" actId="1076"/>
        <pc:sldMkLst>
          <pc:docMk/>
          <pc:sldMk cId="1789714561" sldId="266"/>
        </pc:sldMkLst>
        <pc:spChg chg="del">
          <ac:chgData name="Furen Huang" userId="5507ef534c9074aa" providerId="LiveId" clId="{FD4E5AA8-3414-402F-A92C-52734B9AA022}" dt="2025-09-15T09:50:15.060" v="405" actId="478"/>
          <ac:spMkLst>
            <pc:docMk/>
            <pc:sldMk cId="1789714561" sldId="266"/>
            <ac:spMk id="2" creationId="{934A5B0A-03E8-878D-B327-EBD0606D98BE}"/>
          </ac:spMkLst>
        </pc:spChg>
        <pc:spChg chg="mod">
          <ac:chgData name="Furen Huang" userId="5507ef534c9074aa" providerId="LiveId" clId="{FD4E5AA8-3414-402F-A92C-52734B9AA022}" dt="2025-09-15T09:50:33.091" v="407" actId="26606"/>
          <ac:spMkLst>
            <pc:docMk/>
            <pc:sldMk cId="1789714561" sldId="266"/>
            <ac:spMk id="3" creationId="{5AA0E633-825D-ED29-DAAE-81D58A25171B}"/>
          </ac:spMkLst>
        </pc:spChg>
        <pc:spChg chg="mod">
          <ac:chgData name="Furen Huang" userId="5507ef534c9074aa" providerId="LiveId" clId="{FD4E5AA8-3414-402F-A92C-52734B9AA022}" dt="2025-09-15T09:50:33.091" v="407" actId="26606"/>
          <ac:spMkLst>
            <pc:docMk/>
            <pc:sldMk cId="1789714561" sldId="266"/>
            <ac:spMk id="4" creationId="{3549ED1C-3A5E-1104-D15B-2104E7773E75}"/>
          </ac:spMkLst>
        </pc:spChg>
        <pc:spChg chg="add">
          <ac:chgData name="Furen Huang" userId="5507ef534c9074aa" providerId="LiveId" clId="{FD4E5AA8-3414-402F-A92C-52734B9AA022}" dt="2025-09-15T09:50:33.091" v="407" actId="26606"/>
          <ac:spMkLst>
            <pc:docMk/>
            <pc:sldMk cId="1789714561" sldId="266"/>
            <ac:spMk id="10" creationId="{700E0F77-E936-4985-B7B1-B9823486AC33}"/>
          </ac:spMkLst>
        </pc:spChg>
        <pc:spChg chg="add">
          <ac:chgData name="Furen Huang" userId="5507ef534c9074aa" providerId="LiveId" clId="{FD4E5AA8-3414-402F-A92C-52734B9AA022}" dt="2025-09-15T09:50:33.091" v="407" actId="26606"/>
          <ac:spMkLst>
            <pc:docMk/>
            <pc:sldMk cId="1789714561" sldId="266"/>
            <ac:spMk id="12" creationId="{95C8260E-968F-44E8-A823-ABB431311926}"/>
          </ac:spMkLst>
        </pc:spChg>
        <pc:spChg chg="add">
          <ac:chgData name="Furen Huang" userId="5507ef534c9074aa" providerId="LiveId" clId="{FD4E5AA8-3414-402F-A92C-52734B9AA022}" dt="2025-09-15T09:50:33.091" v="407" actId="26606"/>
          <ac:spMkLst>
            <pc:docMk/>
            <pc:sldMk cId="1789714561" sldId="266"/>
            <ac:spMk id="14" creationId="{2C1BBA94-3F40-40AA-8BB9-E69E25E537C1}"/>
          </ac:spMkLst>
        </pc:spChg>
        <pc:spChg chg="add">
          <ac:chgData name="Furen Huang" userId="5507ef534c9074aa" providerId="LiveId" clId="{FD4E5AA8-3414-402F-A92C-52734B9AA022}" dt="2025-09-15T09:50:33.091" v="407" actId="26606"/>
          <ac:spMkLst>
            <pc:docMk/>
            <pc:sldMk cId="1789714561" sldId="266"/>
            <ac:spMk id="16" creationId="{FE43805F-24A6-46A4-B19B-54F28347355C}"/>
          </ac:spMkLst>
        </pc:spChg>
        <pc:picChg chg="add mod ord">
          <ac:chgData name="Furen Huang" userId="5507ef534c9074aa" providerId="LiveId" clId="{FD4E5AA8-3414-402F-A92C-52734B9AA022}" dt="2025-09-15T09:51:50.488" v="417" actId="1076"/>
          <ac:picMkLst>
            <pc:docMk/>
            <pc:sldMk cId="1789714561" sldId="266"/>
            <ac:picMk id="5" creationId="{6FD6E4DC-0391-53D5-7883-EA813E1B53AE}"/>
          </ac:picMkLst>
        </pc:picChg>
        <pc:picChg chg="add mod">
          <ac:chgData name="Furen Huang" userId="5507ef534c9074aa" providerId="LiveId" clId="{FD4E5AA8-3414-402F-A92C-52734B9AA022}" dt="2025-09-15T09:51:29.390" v="414" actId="14100"/>
          <ac:picMkLst>
            <pc:docMk/>
            <pc:sldMk cId="1789714561" sldId="266"/>
            <ac:picMk id="7" creationId="{A6A95ECD-6D2A-D987-1E24-00A3C294B80D}"/>
          </ac:picMkLst>
        </pc:picChg>
      </pc:sldChg>
      <pc:sldChg chg="addSp delSp modSp add mod setBg delDesignElem">
        <pc:chgData name="Furen Huang" userId="5507ef534c9074aa" providerId="LiveId" clId="{FD4E5AA8-3414-402F-A92C-52734B9AA022}" dt="2025-09-15T09:52:45.901" v="448" actId="20577"/>
        <pc:sldMkLst>
          <pc:docMk/>
          <pc:sldMk cId="2889094125" sldId="267"/>
        </pc:sldMkLst>
        <pc:spChg chg="add mod">
          <ac:chgData name="Furen Huang" userId="5507ef534c9074aa" providerId="LiveId" clId="{FD4E5AA8-3414-402F-A92C-52734B9AA022}" dt="2025-09-15T09:52:45.901" v="448" actId="20577"/>
          <ac:spMkLst>
            <pc:docMk/>
            <pc:sldMk cId="2889094125" sldId="267"/>
            <ac:spMk id="2" creationId="{DA6D29A5-B1FD-3911-A48D-12E376D6723C}"/>
          </ac:spMkLst>
        </pc:spChg>
        <pc:spChg chg="add">
          <ac:chgData name="Furen Huang" userId="5507ef534c9074aa" providerId="LiveId" clId="{FD4E5AA8-3414-402F-A92C-52734B9AA022}" dt="2025-09-15T09:52:20.863" v="421" actId="26606"/>
          <ac:spMkLst>
            <pc:docMk/>
            <pc:sldMk cId="2889094125" sldId="267"/>
            <ac:spMk id="9" creationId="{69D184B2-2226-4E31-BCCB-444330767440}"/>
          </ac:spMkLst>
        </pc:spChg>
        <pc:spChg chg="del">
          <ac:chgData name="Furen Huang" userId="5507ef534c9074aa" providerId="LiveId" clId="{FD4E5AA8-3414-402F-A92C-52734B9AA022}" dt="2025-09-15T09:52:11.922" v="420" actId="478"/>
          <ac:spMkLst>
            <pc:docMk/>
            <pc:sldMk cId="2889094125" sldId="267"/>
            <ac:spMk id="10" creationId="{14F2AEDB-0839-F25D-DD19-254C78B822F6}"/>
          </ac:spMkLst>
        </pc:spChg>
        <pc:spChg chg="add">
          <ac:chgData name="Furen Huang" userId="5507ef534c9074aa" providerId="LiveId" clId="{FD4E5AA8-3414-402F-A92C-52734B9AA022}" dt="2025-09-15T09:52:20.863" v="421" actId="26606"/>
          <ac:spMkLst>
            <pc:docMk/>
            <pc:sldMk cId="2889094125" sldId="267"/>
            <ac:spMk id="11" creationId="{1AC4D4E3-486A-464A-8EC8-D44881097267}"/>
          </ac:spMkLst>
        </pc:spChg>
        <pc:spChg chg="del">
          <ac:chgData name="Furen Huang" userId="5507ef534c9074aa" providerId="LiveId" clId="{FD4E5AA8-3414-402F-A92C-52734B9AA022}" dt="2025-09-15T09:52:00.664" v="419"/>
          <ac:spMkLst>
            <pc:docMk/>
            <pc:sldMk cId="2889094125" sldId="267"/>
            <ac:spMk id="12" creationId="{996D0ED5-0817-465F-6E4D-FDF54247CDF5}"/>
          </ac:spMkLst>
        </pc:spChg>
        <pc:spChg chg="add">
          <ac:chgData name="Furen Huang" userId="5507ef534c9074aa" providerId="LiveId" clId="{FD4E5AA8-3414-402F-A92C-52734B9AA022}" dt="2025-09-15T09:52:20.863" v="421" actId="26606"/>
          <ac:spMkLst>
            <pc:docMk/>
            <pc:sldMk cId="2889094125" sldId="267"/>
            <ac:spMk id="13" creationId="{864DE13E-58EB-4475-B79C-0D4FC651239B}"/>
          </ac:spMkLst>
        </pc:spChg>
        <pc:spChg chg="del">
          <ac:chgData name="Furen Huang" userId="5507ef534c9074aa" providerId="LiveId" clId="{FD4E5AA8-3414-402F-A92C-52734B9AA022}" dt="2025-09-15T09:52:00.664" v="419"/>
          <ac:spMkLst>
            <pc:docMk/>
            <pc:sldMk cId="2889094125" sldId="267"/>
            <ac:spMk id="14" creationId="{8E5ACC93-6351-770D-AE57-0F723562A2A8}"/>
          </ac:spMkLst>
        </pc:spChg>
        <pc:spChg chg="del">
          <ac:chgData name="Furen Huang" userId="5507ef534c9074aa" providerId="LiveId" clId="{FD4E5AA8-3414-402F-A92C-52734B9AA022}" dt="2025-09-15T09:52:00.664" v="419"/>
          <ac:spMkLst>
            <pc:docMk/>
            <pc:sldMk cId="2889094125" sldId="267"/>
            <ac:spMk id="16" creationId="{A6B3B1F4-90E3-0AA7-5B5F-60720249F76D}"/>
          </ac:spMkLst>
        </pc:spChg>
        <pc:cxnChg chg="add">
          <ac:chgData name="Furen Huang" userId="5507ef534c9074aa" providerId="LiveId" clId="{FD4E5AA8-3414-402F-A92C-52734B9AA022}" dt="2025-09-15T09:52:20.863" v="421" actId="26606"/>
          <ac:cxnSpMkLst>
            <pc:docMk/>
            <pc:sldMk cId="2889094125" sldId="267"/>
            <ac:cxnSpMk id="15" creationId="{02E9B2EE-76CA-47F3-9977-3F2FCB7FD252}"/>
          </ac:cxnSpMkLst>
        </pc:cxnChg>
        <pc:cxnChg chg="del">
          <ac:chgData name="Furen Huang" userId="5507ef534c9074aa" providerId="LiveId" clId="{FD4E5AA8-3414-402F-A92C-52734B9AA022}" dt="2025-09-15T09:52:00.664" v="419"/>
          <ac:cxnSpMkLst>
            <pc:docMk/>
            <pc:sldMk cId="2889094125" sldId="267"/>
            <ac:cxnSpMk id="18" creationId="{4E75AC14-CA22-CD89-4F1F-AB57C3A34E5C}"/>
          </ac:cxnSpMkLst>
        </pc:cxnChg>
      </pc:sldChg>
      <pc:sldChg chg="delSp add del setBg delDesignElem">
        <pc:chgData name="Furen Huang" userId="5507ef534c9074aa" providerId="LiveId" clId="{FD4E5AA8-3414-402F-A92C-52734B9AA022}" dt="2025-09-15T09:26:06.768" v="110" actId="47"/>
        <pc:sldMkLst>
          <pc:docMk/>
          <pc:sldMk cId="3181874604" sldId="267"/>
        </pc:sldMkLst>
        <pc:spChg chg="del">
          <ac:chgData name="Furen Huang" userId="5507ef534c9074aa" providerId="LiveId" clId="{FD4E5AA8-3414-402F-A92C-52734B9AA022}" dt="2025-09-15T09:26:02.706" v="109"/>
          <ac:spMkLst>
            <pc:docMk/>
            <pc:sldMk cId="3181874604" sldId="267"/>
            <ac:spMk id="12" creationId="{3B8C06E0-B180-4A25-01CB-6A39295C7861}"/>
          </ac:spMkLst>
        </pc:spChg>
        <pc:spChg chg="del">
          <ac:chgData name="Furen Huang" userId="5507ef534c9074aa" providerId="LiveId" clId="{FD4E5AA8-3414-402F-A92C-52734B9AA022}" dt="2025-09-15T09:26:02.706" v="109"/>
          <ac:spMkLst>
            <pc:docMk/>
            <pc:sldMk cId="3181874604" sldId="267"/>
            <ac:spMk id="14" creationId="{40A2B889-2E1A-1C99-91A4-C4AAF5D33904}"/>
          </ac:spMkLst>
        </pc:spChg>
        <pc:spChg chg="del">
          <ac:chgData name="Furen Huang" userId="5507ef534c9074aa" providerId="LiveId" clId="{FD4E5AA8-3414-402F-A92C-52734B9AA022}" dt="2025-09-15T09:26:02.706" v="109"/>
          <ac:spMkLst>
            <pc:docMk/>
            <pc:sldMk cId="3181874604" sldId="267"/>
            <ac:spMk id="16" creationId="{D98868AB-432F-3B5B-CFA1-9E9B22960A64}"/>
          </ac:spMkLst>
        </pc:spChg>
        <pc:cxnChg chg="del">
          <ac:chgData name="Furen Huang" userId="5507ef534c9074aa" providerId="LiveId" clId="{FD4E5AA8-3414-402F-A92C-52734B9AA022}" dt="2025-09-15T09:26:02.706" v="109"/>
          <ac:cxnSpMkLst>
            <pc:docMk/>
            <pc:sldMk cId="3181874604" sldId="267"/>
            <ac:cxnSpMk id="18" creationId="{DC28DAA7-ED53-CAEB-BF43-ED900A93498D}"/>
          </ac:cxnSpMkLst>
        </pc:cxn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EA44B5-C5BA-480D-85AA-CBC0351FCEF5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73371FD-348A-446A-A01E-4080E712E727}">
      <dgm:prSet/>
      <dgm:spPr/>
      <dgm:t>
        <a:bodyPr/>
        <a:lstStyle/>
        <a:p>
          <a:r>
            <a:rPr lang="en-US" b="1"/>
            <a:t>Grandparenting Tips</a:t>
          </a:r>
          <a:r>
            <a:rPr lang="en-US"/>
            <a:t> – expert advice on relationships and roles.</a:t>
          </a:r>
        </a:p>
      </dgm:t>
    </dgm:pt>
    <dgm:pt modelId="{5C62E539-5749-405A-8E8C-AB9F5E738B2B}" type="parTrans" cxnId="{6FD9E62C-823D-4CC0-884B-DC351034FAA0}">
      <dgm:prSet/>
      <dgm:spPr/>
      <dgm:t>
        <a:bodyPr/>
        <a:lstStyle/>
        <a:p>
          <a:endParaRPr lang="en-US"/>
        </a:p>
      </dgm:t>
    </dgm:pt>
    <dgm:pt modelId="{2E2393A9-AA1D-4334-885E-6244747FC46D}" type="sibTrans" cxnId="{6FD9E62C-823D-4CC0-884B-DC351034FAA0}">
      <dgm:prSet/>
      <dgm:spPr/>
      <dgm:t>
        <a:bodyPr/>
        <a:lstStyle/>
        <a:p>
          <a:endParaRPr lang="en-US"/>
        </a:p>
      </dgm:t>
    </dgm:pt>
    <dgm:pt modelId="{B2628EE7-71B3-4C7D-AAC4-C3936CF635D9}">
      <dgm:prSet/>
      <dgm:spPr/>
      <dgm:t>
        <a:bodyPr/>
        <a:lstStyle/>
        <a:p>
          <a:r>
            <a:rPr lang="en-US" b="1"/>
            <a:t>Recipes &amp; Cooking</a:t>
          </a:r>
          <a:r>
            <a:rPr lang="en-US"/>
            <a:t> – family meals and shared traditions.</a:t>
          </a:r>
        </a:p>
      </dgm:t>
    </dgm:pt>
    <dgm:pt modelId="{FC2C740B-8F50-4380-85B8-EC024F2A6370}" type="parTrans" cxnId="{6768DB09-62EA-4C5F-A643-697558AFAB48}">
      <dgm:prSet/>
      <dgm:spPr/>
      <dgm:t>
        <a:bodyPr/>
        <a:lstStyle/>
        <a:p>
          <a:endParaRPr lang="en-US"/>
        </a:p>
      </dgm:t>
    </dgm:pt>
    <dgm:pt modelId="{204DF6FA-86A7-4D6D-910B-DF6A39B2033A}" type="sibTrans" cxnId="{6768DB09-62EA-4C5F-A643-697558AFAB48}">
      <dgm:prSet/>
      <dgm:spPr/>
      <dgm:t>
        <a:bodyPr/>
        <a:lstStyle/>
        <a:p>
          <a:endParaRPr lang="en-US"/>
        </a:p>
      </dgm:t>
    </dgm:pt>
    <dgm:pt modelId="{063542F9-9728-4111-8B30-51963316CBF2}">
      <dgm:prSet/>
      <dgm:spPr/>
      <dgm:t>
        <a:bodyPr/>
        <a:lstStyle/>
        <a:p>
          <a:r>
            <a:rPr lang="en-US" b="1"/>
            <a:t>Family Activities</a:t>
          </a:r>
          <a:r>
            <a:rPr lang="en-US"/>
            <a:t> – fun, screen-free bonding experiences.</a:t>
          </a:r>
        </a:p>
      </dgm:t>
    </dgm:pt>
    <dgm:pt modelId="{8AF3CEE9-4F97-4319-9C5E-BE88EB643272}" type="parTrans" cxnId="{455DEA47-07D4-43FE-A383-35D2F572D392}">
      <dgm:prSet/>
      <dgm:spPr/>
      <dgm:t>
        <a:bodyPr/>
        <a:lstStyle/>
        <a:p>
          <a:endParaRPr lang="en-US"/>
        </a:p>
      </dgm:t>
    </dgm:pt>
    <dgm:pt modelId="{42E63ABA-5F5A-4660-BCE9-87DD518F69B9}" type="sibTrans" cxnId="{455DEA47-07D4-43FE-A383-35D2F572D392}">
      <dgm:prSet/>
      <dgm:spPr/>
      <dgm:t>
        <a:bodyPr/>
        <a:lstStyle/>
        <a:p>
          <a:endParaRPr lang="en-US"/>
        </a:p>
      </dgm:t>
    </dgm:pt>
    <dgm:pt modelId="{5CC0A172-51F4-4A52-A58B-402B5550538B}">
      <dgm:prSet/>
      <dgm:spPr/>
      <dgm:t>
        <a:bodyPr/>
        <a:lstStyle/>
        <a:p>
          <a:r>
            <a:rPr lang="en-US" b="1"/>
            <a:t>Health &amp; Wellness</a:t>
          </a:r>
          <a:r>
            <a:rPr lang="en-US"/>
            <a:t> – age-friendly, family-oriented wellbeing.</a:t>
          </a:r>
        </a:p>
      </dgm:t>
    </dgm:pt>
    <dgm:pt modelId="{57DAAFF5-8E4C-45E6-B0B8-492B0273016F}" type="parTrans" cxnId="{5F962489-0AF5-48B6-8DCB-65872D2D6D64}">
      <dgm:prSet/>
      <dgm:spPr/>
      <dgm:t>
        <a:bodyPr/>
        <a:lstStyle/>
        <a:p>
          <a:endParaRPr lang="en-US"/>
        </a:p>
      </dgm:t>
    </dgm:pt>
    <dgm:pt modelId="{D844C7AE-DAEB-47AC-BB9D-72F95FCA983E}" type="sibTrans" cxnId="{5F962489-0AF5-48B6-8DCB-65872D2D6D64}">
      <dgm:prSet/>
      <dgm:spPr/>
      <dgm:t>
        <a:bodyPr/>
        <a:lstStyle/>
        <a:p>
          <a:endParaRPr lang="en-US"/>
        </a:p>
      </dgm:t>
    </dgm:pt>
    <dgm:pt modelId="{9C08143D-6FEF-4D08-91D3-45BA11468C1F}">
      <dgm:prSet/>
      <dgm:spPr/>
      <dgm:t>
        <a:bodyPr/>
        <a:lstStyle/>
        <a:p>
          <a:r>
            <a:rPr lang="en-US" b="1"/>
            <a:t>Travel &amp; Leisure</a:t>
          </a:r>
          <a:r>
            <a:rPr lang="en-US"/>
            <a:t> – curated guides for multi-generational trips.</a:t>
          </a:r>
        </a:p>
      </dgm:t>
    </dgm:pt>
    <dgm:pt modelId="{2970DDD6-DEF3-47C6-9BB6-F549992B7526}" type="parTrans" cxnId="{3C211445-93E0-4E2D-B47E-1401C246E0D6}">
      <dgm:prSet/>
      <dgm:spPr/>
      <dgm:t>
        <a:bodyPr/>
        <a:lstStyle/>
        <a:p>
          <a:endParaRPr lang="en-US"/>
        </a:p>
      </dgm:t>
    </dgm:pt>
    <dgm:pt modelId="{046756E7-D863-4EE9-B508-867DE752B82F}" type="sibTrans" cxnId="{3C211445-93E0-4E2D-B47E-1401C246E0D6}">
      <dgm:prSet/>
      <dgm:spPr/>
      <dgm:t>
        <a:bodyPr/>
        <a:lstStyle/>
        <a:p>
          <a:endParaRPr lang="en-US"/>
        </a:p>
      </dgm:t>
    </dgm:pt>
    <dgm:pt modelId="{366159DB-78C3-423B-BAEA-D49077418127}">
      <dgm:prSet/>
      <dgm:spPr/>
      <dgm:t>
        <a:bodyPr/>
        <a:lstStyle/>
        <a:p>
          <a:r>
            <a:rPr lang="en-US" b="1" dirty="0"/>
            <a:t>Technologies to Know</a:t>
          </a:r>
          <a:r>
            <a:rPr lang="en-US" dirty="0"/>
            <a:t> – making digital tools accessible for seniors.</a:t>
          </a:r>
        </a:p>
      </dgm:t>
    </dgm:pt>
    <dgm:pt modelId="{662928E9-624D-4CEF-8AF5-DA34DCD15581}" type="parTrans" cxnId="{F0AB9B44-D37E-4C72-A294-CC5BB11B1E96}">
      <dgm:prSet/>
      <dgm:spPr/>
      <dgm:t>
        <a:bodyPr/>
        <a:lstStyle/>
        <a:p>
          <a:endParaRPr lang="en-US"/>
        </a:p>
      </dgm:t>
    </dgm:pt>
    <dgm:pt modelId="{6C5531B9-CD1D-4C1D-B9FA-C3E484CBE6D6}" type="sibTrans" cxnId="{F0AB9B44-D37E-4C72-A294-CC5BB11B1E96}">
      <dgm:prSet/>
      <dgm:spPr/>
      <dgm:t>
        <a:bodyPr/>
        <a:lstStyle/>
        <a:p>
          <a:endParaRPr lang="en-US"/>
        </a:p>
      </dgm:t>
    </dgm:pt>
    <dgm:pt modelId="{AAA74D71-C776-4EDE-A482-F6052E0562B7}">
      <dgm:prSet/>
      <dgm:spPr/>
      <dgm:t>
        <a:bodyPr/>
        <a:lstStyle/>
        <a:p>
          <a:r>
            <a:rPr lang="en-US" b="1" dirty="0"/>
            <a:t>Crafts &amp; Hobbies</a:t>
          </a:r>
          <a:r>
            <a:rPr lang="en-US" dirty="0"/>
            <a:t> – creative activities across generations.</a:t>
          </a:r>
        </a:p>
      </dgm:t>
    </dgm:pt>
    <dgm:pt modelId="{5D207F57-7392-4EC8-A7E2-F6DC4411D2CF}" type="parTrans" cxnId="{D67E408E-0DAF-4443-A1C1-3B5725F17662}">
      <dgm:prSet/>
      <dgm:spPr/>
      <dgm:t>
        <a:bodyPr/>
        <a:lstStyle/>
        <a:p>
          <a:endParaRPr lang="en-US"/>
        </a:p>
      </dgm:t>
    </dgm:pt>
    <dgm:pt modelId="{6FFBC78D-2F1D-45FD-822A-519C1F504BA8}" type="sibTrans" cxnId="{D67E408E-0DAF-4443-A1C1-3B5725F17662}">
      <dgm:prSet/>
      <dgm:spPr/>
      <dgm:t>
        <a:bodyPr/>
        <a:lstStyle/>
        <a:p>
          <a:endParaRPr lang="en-US"/>
        </a:p>
      </dgm:t>
    </dgm:pt>
    <dgm:pt modelId="{65B219E1-EC0F-47F7-B6C0-EDCB7E3B7B5C}">
      <dgm:prSet/>
      <dgm:spPr/>
      <dgm:t>
        <a:bodyPr/>
        <a:lstStyle/>
        <a:p>
          <a:r>
            <a:rPr lang="en-US" b="1"/>
            <a:t>Personal Stories</a:t>
          </a:r>
          <a:r>
            <a:rPr lang="en-US"/>
            <a:t> – real voices from families.</a:t>
          </a:r>
        </a:p>
      </dgm:t>
    </dgm:pt>
    <dgm:pt modelId="{E554A4E0-EA4A-41D5-9334-F2250FA2353F}" type="parTrans" cxnId="{86B22337-12F9-4FA7-BE31-82A54D05B7BF}">
      <dgm:prSet/>
      <dgm:spPr/>
      <dgm:t>
        <a:bodyPr/>
        <a:lstStyle/>
        <a:p>
          <a:endParaRPr lang="en-US"/>
        </a:p>
      </dgm:t>
    </dgm:pt>
    <dgm:pt modelId="{DFDD6BC0-59F1-42A5-9339-79C004C4A9EC}" type="sibTrans" cxnId="{86B22337-12F9-4FA7-BE31-82A54D05B7BF}">
      <dgm:prSet/>
      <dgm:spPr/>
      <dgm:t>
        <a:bodyPr/>
        <a:lstStyle/>
        <a:p>
          <a:endParaRPr lang="en-US"/>
        </a:p>
      </dgm:t>
    </dgm:pt>
    <dgm:pt modelId="{579DCC40-A945-42DC-95B9-3CE57A545F19}">
      <dgm:prSet/>
      <dgm:spPr/>
      <dgm:t>
        <a:bodyPr/>
        <a:lstStyle/>
        <a:p>
          <a:r>
            <a:rPr lang="en-US" b="1"/>
            <a:t>Community Events</a:t>
          </a:r>
          <a:r>
            <a:rPr lang="en-US"/>
            <a:t> – local and online gatherings.</a:t>
          </a:r>
        </a:p>
      </dgm:t>
    </dgm:pt>
    <dgm:pt modelId="{BDA41959-50F5-46A5-BCE9-485749FE97D4}" type="parTrans" cxnId="{1F7F40D0-2F82-4932-9FA9-4E56993A29CE}">
      <dgm:prSet/>
      <dgm:spPr/>
      <dgm:t>
        <a:bodyPr/>
        <a:lstStyle/>
        <a:p>
          <a:endParaRPr lang="en-US"/>
        </a:p>
      </dgm:t>
    </dgm:pt>
    <dgm:pt modelId="{7AA274BB-9613-4A8A-B9CD-6A6B227BA36B}" type="sibTrans" cxnId="{1F7F40D0-2F82-4932-9FA9-4E56993A29CE}">
      <dgm:prSet/>
      <dgm:spPr/>
      <dgm:t>
        <a:bodyPr/>
        <a:lstStyle/>
        <a:p>
          <a:endParaRPr lang="en-US"/>
        </a:p>
      </dgm:t>
    </dgm:pt>
    <dgm:pt modelId="{25DF46AE-8C10-425A-A3F6-CC986193462E}" type="pres">
      <dgm:prSet presAssocID="{CFEA44B5-C5BA-480D-85AA-CBC0351FCEF5}" presName="diagram" presStyleCnt="0">
        <dgm:presLayoutVars>
          <dgm:dir/>
          <dgm:resizeHandles val="exact"/>
        </dgm:presLayoutVars>
      </dgm:prSet>
      <dgm:spPr/>
    </dgm:pt>
    <dgm:pt modelId="{1AA441C9-4824-4974-8FFF-EB34B31FFEB4}" type="pres">
      <dgm:prSet presAssocID="{A73371FD-348A-446A-A01E-4080E712E727}" presName="node" presStyleLbl="node1" presStyleIdx="0" presStyleCnt="9">
        <dgm:presLayoutVars>
          <dgm:bulletEnabled val="1"/>
        </dgm:presLayoutVars>
      </dgm:prSet>
      <dgm:spPr/>
    </dgm:pt>
    <dgm:pt modelId="{18E1BB6F-5F05-4E4E-B51D-D7C7C4466417}" type="pres">
      <dgm:prSet presAssocID="{2E2393A9-AA1D-4334-885E-6244747FC46D}" presName="sibTrans" presStyleCnt="0"/>
      <dgm:spPr/>
    </dgm:pt>
    <dgm:pt modelId="{9311E0C4-755D-4850-9FF0-1D935B31D9DC}" type="pres">
      <dgm:prSet presAssocID="{B2628EE7-71B3-4C7D-AAC4-C3936CF635D9}" presName="node" presStyleLbl="node1" presStyleIdx="1" presStyleCnt="9">
        <dgm:presLayoutVars>
          <dgm:bulletEnabled val="1"/>
        </dgm:presLayoutVars>
      </dgm:prSet>
      <dgm:spPr/>
    </dgm:pt>
    <dgm:pt modelId="{9195B0AB-C451-4C66-BAAE-E92D55AD27DE}" type="pres">
      <dgm:prSet presAssocID="{204DF6FA-86A7-4D6D-910B-DF6A39B2033A}" presName="sibTrans" presStyleCnt="0"/>
      <dgm:spPr/>
    </dgm:pt>
    <dgm:pt modelId="{CCC5C35C-D3A7-4509-A00D-9A5DB014A432}" type="pres">
      <dgm:prSet presAssocID="{063542F9-9728-4111-8B30-51963316CBF2}" presName="node" presStyleLbl="node1" presStyleIdx="2" presStyleCnt="9">
        <dgm:presLayoutVars>
          <dgm:bulletEnabled val="1"/>
        </dgm:presLayoutVars>
      </dgm:prSet>
      <dgm:spPr/>
    </dgm:pt>
    <dgm:pt modelId="{24173707-880D-460E-8328-C3F1C9E6BE58}" type="pres">
      <dgm:prSet presAssocID="{42E63ABA-5F5A-4660-BCE9-87DD518F69B9}" presName="sibTrans" presStyleCnt="0"/>
      <dgm:spPr/>
    </dgm:pt>
    <dgm:pt modelId="{69D6A40C-9C03-4DE2-B831-9C502487C836}" type="pres">
      <dgm:prSet presAssocID="{5CC0A172-51F4-4A52-A58B-402B5550538B}" presName="node" presStyleLbl="node1" presStyleIdx="3" presStyleCnt="9">
        <dgm:presLayoutVars>
          <dgm:bulletEnabled val="1"/>
        </dgm:presLayoutVars>
      </dgm:prSet>
      <dgm:spPr/>
    </dgm:pt>
    <dgm:pt modelId="{4CAF2CC9-97C5-400D-B870-AC998EC9BD4D}" type="pres">
      <dgm:prSet presAssocID="{D844C7AE-DAEB-47AC-BB9D-72F95FCA983E}" presName="sibTrans" presStyleCnt="0"/>
      <dgm:spPr/>
    </dgm:pt>
    <dgm:pt modelId="{363293EC-E343-4735-B56D-C32DDF834851}" type="pres">
      <dgm:prSet presAssocID="{9C08143D-6FEF-4D08-91D3-45BA11468C1F}" presName="node" presStyleLbl="node1" presStyleIdx="4" presStyleCnt="9">
        <dgm:presLayoutVars>
          <dgm:bulletEnabled val="1"/>
        </dgm:presLayoutVars>
      </dgm:prSet>
      <dgm:spPr/>
    </dgm:pt>
    <dgm:pt modelId="{0DB4A9D6-FC80-4B5B-8349-F29261B3DB05}" type="pres">
      <dgm:prSet presAssocID="{046756E7-D863-4EE9-B508-867DE752B82F}" presName="sibTrans" presStyleCnt="0"/>
      <dgm:spPr/>
    </dgm:pt>
    <dgm:pt modelId="{E12AFD24-4194-47FF-83E3-30F0F1920B49}" type="pres">
      <dgm:prSet presAssocID="{366159DB-78C3-423B-BAEA-D49077418127}" presName="node" presStyleLbl="node1" presStyleIdx="5" presStyleCnt="9">
        <dgm:presLayoutVars>
          <dgm:bulletEnabled val="1"/>
        </dgm:presLayoutVars>
      </dgm:prSet>
      <dgm:spPr/>
    </dgm:pt>
    <dgm:pt modelId="{C4F30A64-B04F-47FF-B46E-B48805DDD5AA}" type="pres">
      <dgm:prSet presAssocID="{6C5531B9-CD1D-4C1D-B9FA-C3E484CBE6D6}" presName="sibTrans" presStyleCnt="0"/>
      <dgm:spPr/>
    </dgm:pt>
    <dgm:pt modelId="{630B2774-DA43-4A4F-BE40-5A6A221AE90F}" type="pres">
      <dgm:prSet presAssocID="{AAA74D71-C776-4EDE-A482-F6052E0562B7}" presName="node" presStyleLbl="node1" presStyleIdx="6" presStyleCnt="9">
        <dgm:presLayoutVars>
          <dgm:bulletEnabled val="1"/>
        </dgm:presLayoutVars>
      </dgm:prSet>
      <dgm:spPr/>
    </dgm:pt>
    <dgm:pt modelId="{95E1F0E7-D5E0-432B-AABD-877EECAFB0FB}" type="pres">
      <dgm:prSet presAssocID="{6FFBC78D-2F1D-45FD-822A-519C1F504BA8}" presName="sibTrans" presStyleCnt="0"/>
      <dgm:spPr/>
    </dgm:pt>
    <dgm:pt modelId="{AEC051FA-BC40-4F0E-ABD5-BE2A476A7B7A}" type="pres">
      <dgm:prSet presAssocID="{65B219E1-EC0F-47F7-B6C0-EDCB7E3B7B5C}" presName="node" presStyleLbl="node1" presStyleIdx="7" presStyleCnt="9">
        <dgm:presLayoutVars>
          <dgm:bulletEnabled val="1"/>
        </dgm:presLayoutVars>
      </dgm:prSet>
      <dgm:spPr/>
    </dgm:pt>
    <dgm:pt modelId="{3449242D-8BAF-4782-9387-214158C86565}" type="pres">
      <dgm:prSet presAssocID="{DFDD6BC0-59F1-42A5-9339-79C004C4A9EC}" presName="sibTrans" presStyleCnt="0"/>
      <dgm:spPr/>
    </dgm:pt>
    <dgm:pt modelId="{590A702C-ED07-49BC-972D-9B1AD7159524}" type="pres">
      <dgm:prSet presAssocID="{579DCC40-A945-42DC-95B9-3CE57A545F19}" presName="node" presStyleLbl="node1" presStyleIdx="8" presStyleCnt="9">
        <dgm:presLayoutVars>
          <dgm:bulletEnabled val="1"/>
        </dgm:presLayoutVars>
      </dgm:prSet>
      <dgm:spPr/>
    </dgm:pt>
  </dgm:ptLst>
  <dgm:cxnLst>
    <dgm:cxn modelId="{6768DB09-62EA-4C5F-A643-697558AFAB48}" srcId="{CFEA44B5-C5BA-480D-85AA-CBC0351FCEF5}" destId="{B2628EE7-71B3-4C7D-AAC4-C3936CF635D9}" srcOrd="1" destOrd="0" parTransId="{FC2C740B-8F50-4380-85B8-EC024F2A6370}" sibTransId="{204DF6FA-86A7-4D6D-910B-DF6A39B2033A}"/>
    <dgm:cxn modelId="{BAA3460D-FF5C-44E9-9BFC-B180BE216DC9}" type="presOf" srcId="{CFEA44B5-C5BA-480D-85AA-CBC0351FCEF5}" destId="{25DF46AE-8C10-425A-A3F6-CC986193462E}" srcOrd="0" destOrd="0" presId="urn:microsoft.com/office/officeart/2005/8/layout/default"/>
    <dgm:cxn modelId="{E76F6812-2814-4B98-807E-C8F67B5C43C1}" type="presOf" srcId="{65B219E1-EC0F-47F7-B6C0-EDCB7E3B7B5C}" destId="{AEC051FA-BC40-4F0E-ABD5-BE2A476A7B7A}" srcOrd="0" destOrd="0" presId="urn:microsoft.com/office/officeart/2005/8/layout/default"/>
    <dgm:cxn modelId="{6FD9E62C-823D-4CC0-884B-DC351034FAA0}" srcId="{CFEA44B5-C5BA-480D-85AA-CBC0351FCEF5}" destId="{A73371FD-348A-446A-A01E-4080E712E727}" srcOrd="0" destOrd="0" parTransId="{5C62E539-5749-405A-8E8C-AB9F5E738B2B}" sibTransId="{2E2393A9-AA1D-4334-885E-6244747FC46D}"/>
    <dgm:cxn modelId="{86B22337-12F9-4FA7-BE31-82A54D05B7BF}" srcId="{CFEA44B5-C5BA-480D-85AA-CBC0351FCEF5}" destId="{65B219E1-EC0F-47F7-B6C0-EDCB7E3B7B5C}" srcOrd="7" destOrd="0" parTransId="{E554A4E0-EA4A-41D5-9334-F2250FA2353F}" sibTransId="{DFDD6BC0-59F1-42A5-9339-79C004C4A9EC}"/>
    <dgm:cxn modelId="{95692638-DB25-426A-ADF9-BFCBB2D64587}" type="presOf" srcId="{5CC0A172-51F4-4A52-A58B-402B5550538B}" destId="{69D6A40C-9C03-4DE2-B831-9C502487C836}" srcOrd="0" destOrd="0" presId="urn:microsoft.com/office/officeart/2005/8/layout/default"/>
    <dgm:cxn modelId="{E861E85F-9530-48CC-A271-56D82798635F}" type="presOf" srcId="{063542F9-9728-4111-8B30-51963316CBF2}" destId="{CCC5C35C-D3A7-4509-A00D-9A5DB014A432}" srcOrd="0" destOrd="0" presId="urn:microsoft.com/office/officeart/2005/8/layout/default"/>
    <dgm:cxn modelId="{F0AB9B44-D37E-4C72-A294-CC5BB11B1E96}" srcId="{CFEA44B5-C5BA-480D-85AA-CBC0351FCEF5}" destId="{366159DB-78C3-423B-BAEA-D49077418127}" srcOrd="5" destOrd="0" parTransId="{662928E9-624D-4CEF-8AF5-DA34DCD15581}" sibTransId="{6C5531B9-CD1D-4C1D-B9FA-C3E484CBE6D6}"/>
    <dgm:cxn modelId="{3C211445-93E0-4E2D-B47E-1401C246E0D6}" srcId="{CFEA44B5-C5BA-480D-85AA-CBC0351FCEF5}" destId="{9C08143D-6FEF-4D08-91D3-45BA11468C1F}" srcOrd="4" destOrd="0" parTransId="{2970DDD6-DEF3-47C6-9BB6-F549992B7526}" sibTransId="{046756E7-D863-4EE9-B508-867DE752B82F}"/>
    <dgm:cxn modelId="{455DEA47-07D4-43FE-A383-35D2F572D392}" srcId="{CFEA44B5-C5BA-480D-85AA-CBC0351FCEF5}" destId="{063542F9-9728-4111-8B30-51963316CBF2}" srcOrd="2" destOrd="0" parTransId="{8AF3CEE9-4F97-4319-9C5E-BE88EB643272}" sibTransId="{42E63ABA-5F5A-4660-BCE9-87DD518F69B9}"/>
    <dgm:cxn modelId="{DE57B44E-60DA-4E96-BC10-3D0E0DACABB5}" type="presOf" srcId="{AAA74D71-C776-4EDE-A482-F6052E0562B7}" destId="{630B2774-DA43-4A4F-BE40-5A6A221AE90F}" srcOrd="0" destOrd="0" presId="urn:microsoft.com/office/officeart/2005/8/layout/default"/>
    <dgm:cxn modelId="{EF8FC359-7CA1-4283-9F84-52FC6AB1722C}" type="presOf" srcId="{366159DB-78C3-423B-BAEA-D49077418127}" destId="{E12AFD24-4194-47FF-83E3-30F0F1920B49}" srcOrd="0" destOrd="0" presId="urn:microsoft.com/office/officeart/2005/8/layout/default"/>
    <dgm:cxn modelId="{5F962489-0AF5-48B6-8DCB-65872D2D6D64}" srcId="{CFEA44B5-C5BA-480D-85AA-CBC0351FCEF5}" destId="{5CC0A172-51F4-4A52-A58B-402B5550538B}" srcOrd="3" destOrd="0" parTransId="{57DAAFF5-8E4C-45E6-B0B8-492B0273016F}" sibTransId="{D844C7AE-DAEB-47AC-BB9D-72F95FCA983E}"/>
    <dgm:cxn modelId="{D67E408E-0DAF-4443-A1C1-3B5725F17662}" srcId="{CFEA44B5-C5BA-480D-85AA-CBC0351FCEF5}" destId="{AAA74D71-C776-4EDE-A482-F6052E0562B7}" srcOrd="6" destOrd="0" parTransId="{5D207F57-7392-4EC8-A7E2-F6DC4411D2CF}" sibTransId="{6FFBC78D-2F1D-45FD-822A-519C1F504BA8}"/>
    <dgm:cxn modelId="{B4358592-A20A-41D2-A865-2B1A66FC5CF4}" type="presOf" srcId="{579DCC40-A945-42DC-95B9-3CE57A545F19}" destId="{590A702C-ED07-49BC-972D-9B1AD7159524}" srcOrd="0" destOrd="0" presId="urn:microsoft.com/office/officeart/2005/8/layout/default"/>
    <dgm:cxn modelId="{3BEE9AB6-E0E5-4B30-BFD0-2D7E49115435}" type="presOf" srcId="{B2628EE7-71B3-4C7D-AAC4-C3936CF635D9}" destId="{9311E0C4-755D-4850-9FF0-1D935B31D9DC}" srcOrd="0" destOrd="0" presId="urn:microsoft.com/office/officeart/2005/8/layout/default"/>
    <dgm:cxn modelId="{173C0ED0-08CC-41FD-99D1-339E189489E2}" type="presOf" srcId="{A73371FD-348A-446A-A01E-4080E712E727}" destId="{1AA441C9-4824-4974-8FFF-EB34B31FFEB4}" srcOrd="0" destOrd="0" presId="urn:microsoft.com/office/officeart/2005/8/layout/default"/>
    <dgm:cxn modelId="{1F7F40D0-2F82-4932-9FA9-4E56993A29CE}" srcId="{CFEA44B5-C5BA-480D-85AA-CBC0351FCEF5}" destId="{579DCC40-A945-42DC-95B9-3CE57A545F19}" srcOrd="8" destOrd="0" parTransId="{BDA41959-50F5-46A5-BCE9-485749FE97D4}" sibTransId="{7AA274BB-9613-4A8A-B9CD-6A6B227BA36B}"/>
    <dgm:cxn modelId="{D53C14D3-C8A1-4579-A64F-E5538A430B02}" type="presOf" srcId="{9C08143D-6FEF-4D08-91D3-45BA11468C1F}" destId="{363293EC-E343-4735-B56D-C32DDF834851}" srcOrd="0" destOrd="0" presId="urn:microsoft.com/office/officeart/2005/8/layout/default"/>
    <dgm:cxn modelId="{1ACFEC13-E60F-40A9-8BB0-41BD82C3D159}" type="presParOf" srcId="{25DF46AE-8C10-425A-A3F6-CC986193462E}" destId="{1AA441C9-4824-4974-8FFF-EB34B31FFEB4}" srcOrd="0" destOrd="0" presId="urn:microsoft.com/office/officeart/2005/8/layout/default"/>
    <dgm:cxn modelId="{0A9F806A-BF65-42D6-92F3-E1102F6B73F9}" type="presParOf" srcId="{25DF46AE-8C10-425A-A3F6-CC986193462E}" destId="{18E1BB6F-5F05-4E4E-B51D-D7C7C4466417}" srcOrd="1" destOrd="0" presId="urn:microsoft.com/office/officeart/2005/8/layout/default"/>
    <dgm:cxn modelId="{BE948A5F-EF94-42F8-9B45-4AAF0BCB6584}" type="presParOf" srcId="{25DF46AE-8C10-425A-A3F6-CC986193462E}" destId="{9311E0C4-755D-4850-9FF0-1D935B31D9DC}" srcOrd="2" destOrd="0" presId="urn:microsoft.com/office/officeart/2005/8/layout/default"/>
    <dgm:cxn modelId="{E93539CE-58DC-42F1-A17C-E6856E20110D}" type="presParOf" srcId="{25DF46AE-8C10-425A-A3F6-CC986193462E}" destId="{9195B0AB-C451-4C66-BAAE-E92D55AD27DE}" srcOrd="3" destOrd="0" presId="urn:microsoft.com/office/officeart/2005/8/layout/default"/>
    <dgm:cxn modelId="{4003CC0B-2F7C-4EC9-AFDE-8AD2F9EDB514}" type="presParOf" srcId="{25DF46AE-8C10-425A-A3F6-CC986193462E}" destId="{CCC5C35C-D3A7-4509-A00D-9A5DB014A432}" srcOrd="4" destOrd="0" presId="urn:microsoft.com/office/officeart/2005/8/layout/default"/>
    <dgm:cxn modelId="{5DBD1B08-FFC4-43ED-B2B7-3C19FBDDD95D}" type="presParOf" srcId="{25DF46AE-8C10-425A-A3F6-CC986193462E}" destId="{24173707-880D-460E-8328-C3F1C9E6BE58}" srcOrd="5" destOrd="0" presId="urn:microsoft.com/office/officeart/2005/8/layout/default"/>
    <dgm:cxn modelId="{1D27A3ED-8178-4FBA-A55A-76A1E9133CE2}" type="presParOf" srcId="{25DF46AE-8C10-425A-A3F6-CC986193462E}" destId="{69D6A40C-9C03-4DE2-B831-9C502487C836}" srcOrd="6" destOrd="0" presId="urn:microsoft.com/office/officeart/2005/8/layout/default"/>
    <dgm:cxn modelId="{CA9253EB-A663-4B5D-B81C-383DB80FE26B}" type="presParOf" srcId="{25DF46AE-8C10-425A-A3F6-CC986193462E}" destId="{4CAF2CC9-97C5-400D-B870-AC998EC9BD4D}" srcOrd="7" destOrd="0" presId="urn:microsoft.com/office/officeart/2005/8/layout/default"/>
    <dgm:cxn modelId="{D47F72B2-E6DC-4221-AE6D-C7C5DDB6DD1C}" type="presParOf" srcId="{25DF46AE-8C10-425A-A3F6-CC986193462E}" destId="{363293EC-E343-4735-B56D-C32DDF834851}" srcOrd="8" destOrd="0" presId="urn:microsoft.com/office/officeart/2005/8/layout/default"/>
    <dgm:cxn modelId="{35AD8C45-3522-49B7-A797-41F6120B9579}" type="presParOf" srcId="{25DF46AE-8C10-425A-A3F6-CC986193462E}" destId="{0DB4A9D6-FC80-4B5B-8349-F29261B3DB05}" srcOrd="9" destOrd="0" presId="urn:microsoft.com/office/officeart/2005/8/layout/default"/>
    <dgm:cxn modelId="{68C55594-FF70-466D-9EF7-DA63F7FC72E8}" type="presParOf" srcId="{25DF46AE-8C10-425A-A3F6-CC986193462E}" destId="{E12AFD24-4194-47FF-83E3-30F0F1920B49}" srcOrd="10" destOrd="0" presId="urn:microsoft.com/office/officeart/2005/8/layout/default"/>
    <dgm:cxn modelId="{2CA81ACE-0C91-44C8-A64F-182744981A2D}" type="presParOf" srcId="{25DF46AE-8C10-425A-A3F6-CC986193462E}" destId="{C4F30A64-B04F-47FF-B46E-B48805DDD5AA}" srcOrd="11" destOrd="0" presId="urn:microsoft.com/office/officeart/2005/8/layout/default"/>
    <dgm:cxn modelId="{89C97A5B-97AD-440C-AE08-A651E9D8389D}" type="presParOf" srcId="{25DF46AE-8C10-425A-A3F6-CC986193462E}" destId="{630B2774-DA43-4A4F-BE40-5A6A221AE90F}" srcOrd="12" destOrd="0" presId="urn:microsoft.com/office/officeart/2005/8/layout/default"/>
    <dgm:cxn modelId="{07E14CA2-4DB3-484D-8376-A62032A69B58}" type="presParOf" srcId="{25DF46AE-8C10-425A-A3F6-CC986193462E}" destId="{95E1F0E7-D5E0-432B-AABD-877EECAFB0FB}" srcOrd="13" destOrd="0" presId="urn:microsoft.com/office/officeart/2005/8/layout/default"/>
    <dgm:cxn modelId="{2E87222C-A71C-4B18-A712-4E9A37070BC7}" type="presParOf" srcId="{25DF46AE-8C10-425A-A3F6-CC986193462E}" destId="{AEC051FA-BC40-4F0E-ABD5-BE2A476A7B7A}" srcOrd="14" destOrd="0" presId="urn:microsoft.com/office/officeart/2005/8/layout/default"/>
    <dgm:cxn modelId="{D5D06FC8-EB24-435B-BF12-1B2306A9B49A}" type="presParOf" srcId="{25DF46AE-8C10-425A-A3F6-CC986193462E}" destId="{3449242D-8BAF-4782-9387-214158C86565}" srcOrd="15" destOrd="0" presId="urn:microsoft.com/office/officeart/2005/8/layout/default"/>
    <dgm:cxn modelId="{072576AC-330C-47AE-8824-93C6F5982741}" type="presParOf" srcId="{25DF46AE-8C10-425A-A3F6-CC986193462E}" destId="{590A702C-ED07-49BC-972D-9B1AD7159524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3DBC71-9B90-42C4-AD48-36DFFABAD7C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FBE6FC-DE06-4425-AFFA-8D45ABB59A3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 i="0" baseline="0" dirty="0">
              <a:solidFill>
                <a:srgbClr val="156082"/>
              </a:solidFill>
            </a:rPr>
            <a:t>For Families:</a:t>
          </a:r>
          <a:r>
            <a:rPr lang="en-US" sz="1800" b="0" i="0" baseline="0" dirty="0">
              <a:solidFill>
                <a:srgbClr val="156082"/>
              </a:solidFill>
            </a:rPr>
            <a:t> </a:t>
          </a:r>
        </a:p>
        <a:p>
          <a:pPr>
            <a:lnSpc>
              <a:spcPct val="100000"/>
            </a:lnSpc>
          </a:pPr>
          <a:endParaRPr lang="en-US" sz="1600" b="0" i="0" baseline="0" dirty="0">
            <a:solidFill>
              <a:srgbClr val="156082"/>
            </a:solidFill>
          </a:endParaRPr>
        </a:p>
        <a:p>
          <a:pPr>
            <a:lnSpc>
              <a:spcPct val="100000"/>
            </a:lnSpc>
          </a:pPr>
          <a:r>
            <a:rPr lang="en-US" sz="1600" b="0" i="0" baseline="0" dirty="0">
              <a:solidFill>
                <a:srgbClr val="156082"/>
              </a:solidFill>
            </a:rPr>
            <a:t>A trusted, inspiring resource to stay connected and active together.</a:t>
          </a:r>
          <a:endParaRPr lang="en-US" sz="1600" dirty="0">
            <a:solidFill>
              <a:srgbClr val="156082"/>
            </a:solidFill>
          </a:endParaRPr>
        </a:p>
      </dgm:t>
    </dgm:pt>
    <dgm:pt modelId="{5115F1AB-47E1-4927-B2DB-8C99C91ACB9D}" type="parTrans" cxnId="{42309CC2-649D-4BD0-B227-F73A0F49D7E1}">
      <dgm:prSet/>
      <dgm:spPr/>
      <dgm:t>
        <a:bodyPr/>
        <a:lstStyle/>
        <a:p>
          <a:endParaRPr lang="en-US"/>
        </a:p>
      </dgm:t>
    </dgm:pt>
    <dgm:pt modelId="{9FA069B4-2A84-4B16-9819-847DE7EAC0B9}" type="sibTrans" cxnId="{42309CC2-649D-4BD0-B227-F73A0F49D7E1}">
      <dgm:prSet/>
      <dgm:spPr/>
      <dgm:t>
        <a:bodyPr/>
        <a:lstStyle/>
        <a:p>
          <a:endParaRPr lang="en-US"/>
        </a:p>
      </dgm:t>
    </dgm:pt>
    <dgm:pt modelId="{AE737591-3B70-4F43-9718-A556B33D507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 i="0" baseline="0" dirty="0">
              <a:solidFill>
                <a:srgbClr val="156082"/>
              </a:solidFill>
            </a:rPr>
            <a:t>For Partners &amp; Sponsors:</a:t>
          </a:r>
          <a:r>
            <a:rPr lang="en-US" sz="1800" b="0" i="0" baseline="0" dirty="0">
              <a:solidFill>
                <a:srgbClr val="156082"/>
              </a:solidFill>
            </a:rPr>
            <a:t> </a:t>
          </a:r>
        </a:p>
        <a:p>
          <a:pPr>
            <a:lnSpc>
              <a:spcPct val="100000"/>
            </a:lnSpc>
          </a:pPr>
          <a:endParaRPr lang="en-US" sz="400" b="0" i="0" baseline="0" dirty="0">
            <a:solidFill>
              <a:srgbClr val="156082"/>
            </a:solidFill>
          </a:endParaRPr>
        </a:p>
        <a:p>
          <a:pPr>
            <a:lnSpc>
              <a:spcPct val="100000"/>
            </a:lnSpc>
          </a:pPr>
          <a:r>
            <a:rPr lang="en-US" sz="1600" b="0" i="0" baseline="0" dirty="0">
              <a:solidFill>
                <a:srgbClr val="156082"/>
              </a:solidFill>
            </a:rPr>
            <a:t>A high-trust audience in a growing niche: seniors + family lifestyle.</a:t>
          </a:r>
          <a:endParaRPr lang="en-US" sz="1600" dirty="0">
            <a:solidFill>
              <a:srgbClr val="156082"/>
            </a:solidFill>
          </a:endParaRPr>
        </a:p>
      </dgm:t>
    </dgm:pt>
    <dgm:pt modelId="{FBBA8A5E-377B-4090-A5E2-3A2A7569EB0D}" type="parTrans" cxnId="{90DCD942-46E2-4C74-A991-FF2E262B7685}">
      <dgm:prSet/>
      <dgm:spPr/>
      <dgm:t>
        <a:bodyPr/>
        <a:lstStyle/>
        <a:p>
          <a:endParaRPr lang="en-US"/>
        </a:p>
      </dgm:t>
    </dgm:pt>
    <dgm:pt modelId="{C309883C-68A4-4FE9-AB4F-F47D48DDA1E1}" type="sibTrans" cxnId="{90DCD942-46E2-4C74-A991-FF2E262B7685}">
      <dgm:prSet/>
      <dgm:spPr/>
      <dgm:t>
        <a:bodyPr/>
        <a:lstStyle/>
        <a:p>
          <a:endParaRPr lang="en-US"/>
        </a:p>
      </dgm:t>
    </dgm:pt>
    <dgm:pt modelId="{C593D575-9A2D-41B1-A822-9A7BE06E1BF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 i="0" baseline="0" dirty="0">
              <a:solidFill>
                <a:srgbClr val="156082"/>
              </a:solidFill>
            </a:rPr>
            <a:t>For Investors:</a:t>
          </a:r>
        </a:p>
        <a:p>
          <a:pPr>
            <a:lnSpc>
              <a:spcPct val="100000"/>
            </a:lnSpc>
          </a:pPr>
          <a:r>
            <a:rPr lang="en-US" sz="1800" b="0" i="0" baseline="0" dirty="0">
              <a:solidFill>
                <a:srgbClr val="156082"/>
              </a:solidFill>
            </a:rPr>
            <a:t> </a:t>
          </a:r>
        </a:p>
        <a:p>
          <a:pPr>
            <a:lnSpc>
              <a:spcPct val="100000"/>
            </a:lnSpc>
          </a:pPr>
          <a:r>
            <a:rPr lang="en-US" sz="1600" b="0" i="0" baseline="0" dirty="0">
              <a:solidFill>
                <a:srgbClr val="156082"/>
              </a:solidFill>
            </a:rPr>
            <a:t>Multiple revenue streams with scalability across the UK and beyond.</a:t>
          </a:r>
          <a:endParaRPr lang="en-US" sz="1800" dirty="0">
            <a:solidFill>
              <a:srgbClr val="156082"/>
            </a:solidFill>
          </a:endParaRPr>
        </a:p>
      </dgm:t>
    </dgm:pt>
    <dgm:pt modelId="{7675B6DA-1D86-4998-B759-5CA7F51C39BC}" type="parTrans" cxnId="{2714DCF9-73DC-4E9B-8C4B-C3315D0C7BDD}">
      <dgm:prSet/>
      <dgm:spPr/>
      <dgm:t>
        <a:bodyPr/>
        <a:lstStyle/>
        <a:p>
          <a:endParaRPr lang="en-US"/>
        </a:p>
      </dgm:t>
    </dgm:pt>
    <dgm:pt modelId="{0D9ACEC7-D5B0-4DAC-9299-331B1F3F953B}" type="sibTrans" cxnId="{2714DCF9-73DC-4E9B-8C4B-C3315D0C7BDD}">
      <dgm:prSet/>
      <dgm:spPr/>
      <dgm:t>
        <a:bodyPr/>
        <a:lstStyle/>
        <a:p>
          <a:endParaRPr lang="en-US"/>
        </a:p>
      </dgm:t>
    </dgm:pt>
    <dgm:pt modelId="{0EEF65B0-B703-4AF6-A7AD-BECA53B9001C}" type="pres">
      <dgm:prSet presAssocID="{C23DBC71-9B90-42C4-AD48-36DFFABAD7CE}" presName="root" presStyleCnt="0">
        <dgm:presLayoutVars>
          <dgm:dir/>
          <dgm:resizeHandles val="exact"/>
        </dgm:presLayoutVars>
      </dgm:prSet>
      <dgm:spPr/>
    </dgm:pt>
    <dgm:pt modelId="{9963E9F3-5244-4086-8B5D-D752AF9054DA}" type="pres">
      <dgm:prSet presAssocID="{FEFBE6FC-DE06-4425-AFFA-8D45ABB59A3E}" presName="compNode" presStyleCnt="0"/>
      <dgm:spPr/>
    </dgm:pt>
    <dgm:pt modelId="{DF325373-F3DF-42ED-AF54-099F3C6F8822}" type="pres">
      <dgm:prSet presAssocID="{FEFBE6FC-DE06-4425-AFFA-8D45ABB59A3E}" presName="iconRect" presStyleLbl="node1" presStyleIdx="0" presStyleCnt="3" custScaleX="144875" custScaleY="15019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E2098044-B8D4-4877-B88C-F54C21FE357E}" type="pres">
      <dgm:prSet presAssocID="{FEFBE6FC-DE06-4425-AFFA-8D45ABB59A3E}" presName="spaceRect" presStyleCnt="0"/>
      <dgm:spPr/>
    </dgm:pt>
    <dgm:pt modelId="{166DB218-3A22-43E8-8105-1DB13A18CE3A}" type="pres">
      <dgm:prSet presAssocID="{FEFBE6FC-DE06-4425-AFFA-8D45ABB59A3E}" presName="textRect" presStyleLbl="revTx" presStyleIdx="0" presStyleCnt="3">
        <dgm:presLayoutVars>
          <dgm:chMax val="1"/>
          <dgm:chPref val="1"/>
        </dgm:presLayoutVars>
      </dgm:prSet>
      <dgm:spPr/>
    </dgm:pt>
    <dgm:pt modelId="{4FBFC58D-B3B5-40C9-935C-31BBBF24E2A8}" type="pres">
      <dgm:prSet presAssocID="{9FA069B4-2A84-4B16-9819-847DE7EAC0B9}" presName="sibTrans" presStyleCnt="0"/>
      <dgm:spPr/>
    </dgm:pt>
    <dgm:pt modelId="{3D8E9EB4-4369-4754-AD60-187597461745}" type="pres">
      <dgm:prSet presAssocID="{AE737591-3B70-4F43-9718-A556B33D5075}" presName="compNode" presStyleCnt="0"/>
      <dgm:spPr/>
    </dgm:pt>
    <dgm:pt modelId="{4578E446-EC79-4FCA-827B-13229C488561}" type="pres">
      <dgm:prSet presAssocID="{AE737591-3B70-4F43-9718-A556B33D5075}" presName="iconRect" presStyleLbl="node1" presStyleIdx="1" presStyleCnt="3" custScaleX="144875" custScaleY="15019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eatre"/>
        </a:ext>
      </dgm:extLst>
    </dgm:pt>
    <dgm:pt modelId="{56C48D7D-8976-444C-B7C9-B7F63FB9A6EB}" type="pres">
      <dgm:prSet presAssocID="{AE737591-3B70-4F43-9718-A556B33D5075}" presName="spaceRect" presStyleCnt="0"/>
      <dgm:spPr/>
    </dgm:pt>
    <dgm:pt modelId="{078481DB-2ED4-440B-9C07-EDF9474AF2AB}" type="pres">
      <dgm:prSet presAssocID="{AE737591-3B70-4F43-9718-A556B33D5075}" presName="textRect" presStyleLbl="revTx" presStyleIdx="1" presStyleCnt="3">
        <dgm:presLayoutVars>
          <dgm:chMax val="1"/>
          <dgm:chPref val="1"/>
        </dgm:presLayoutVars>
      </dgm:prSet>
      <dgm:spPr/>
    </dgm:pt>
    <dgm:pt modelId="{1CF937F8-EBB9-4036-BA34-3F082514A338}" type="pres">
      <dgm:prSet presAssocID="{C309883C-68A4-4FE9-AB4F-F47D48DDA1E1}" presName="sibTrans" presStyleCnt="0"/>
      <dgm:spPr/>
    </dgm:pt>
    <dgm:pt modelId="{2FF13774-6A50-4C74-B731-3640EB311988}" type="pres">
      <dgm:prSet presAssocID="{C593D575-9A2D-41B1-A822-9A7BE06E1BF6}" presName="compNode" presStyleCnt="0"/>
      <dgm:spPr/>
    </dgm:pt>
    <dgm:pt modelId="{8E5F4254-F920-4CA8-83B7-5330ADC7E2BA}" type="pres">
      <dgm:prSet presAssocID="{C593D575-9A2D-41B1-A822-9A7BE06E1BF6}" presName="iconRect" presStyleLbl="node1" presStyleIdx="2" presStyleCnt="3" custScaleX="144875" custScaleY="15019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93851D2D-1CFF-43D9-89B4-61CC2F5A7707}" type="pres">
      <dgm:prSet presAssocID="{C593D575-9A2D-41B1-A822-9A7BE06E1BF6}" presName="spaceRect" presStyleCnt="0"/>
      <dgm:spPr/>
    </dgm:pt>
    <dgm:pt modelId="{B0D8367F-E203-429B-98AB-D8A956C7A096}" type="pres">
      <dgm:prSet presAssocID="{C593D575-9A2D-41B1-A822-9A7BE06E1BF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C7D392A-3DB8-4660-8890-68384626B474}" type="presOf" srcId="{FEFBE6FC-DE06-4425-AFFA-8D45ABB59A3E}" destId="{166DB218-3A22-43E8-8105-1DB13A18CE3A}" srcOrd="0" destOrd="0" presId="urn:microsoft.com/office/officeart/2018/2/layout/IconLabelList"/>
    <dgm:cxn modelId="{90DCD942-46E2-4C74-A991-FF2E262B7685}" srcId="{C23DBC71-9B90-42C4-AD48-36DFFABAD7CE}" destId="{AE737591-3B70-4F43-9718-A556B33D5075}" srcOrd="1" destOrd="0" parTransId="{FBBA8A5E-377B-4090-A5E2-3A2A7569EB0D}" sibTransId="{C309883C-68A4-4FE9-AB4F-F47D48DDA1E1}"/>
    <dgm:cxn modelId="{F1D45163-18DF-4937-8FBD-2CB05EC2A7EE}" type="presOf" srcId="{AE737591-3B70-4F43-9718-A556B33D5075}" destId="{078481DB-2ED4-440B-9C07-EDF9474AF2AB}" srcOrd="0" destOrd="0" presId="urn:microsoft.com/office/officeart/2018/2/layout/IconLabelList"/>
    <dgm:cxn modelId="{5D9C0B47-5CDD-4317-BB6A-C26F45E2FBA2}" type="presOf" srcId="{C23DBC71-9B90-42C4-AD48-36DFFABAD7CE}" destId="{0EEF65B0-B703-4AF6-A7AD-BECA53B9001C}" srcOrd="0" destOrd="0" presId="urn:microsoft.com/office/officeart/2018/2/layout/IconLabelList"/>
    <dgm:cxn modelId="{42309CC2-649D-4BD0-B227-F73A0F49D7E1}" srcId="{C23DBC71-9B90-42C4-AD48-36DFFABAD7CE}" destId="{FEFBE6FC-DE06-4425-AFFA-8D45ABB59A3E}" srcOrd="0" destOrd="0" parTransId="{5115F1AB-47E1-4927-B2DB-8C99C91ACB9D}" sibTransId="{9FA069B4-2A84-4B16-9819-847DE7EAC0B9}"/>
    <dgm:cxn modelId="{EAAE4EE3-3B9B-4478-B3DD-3EE85E3D2EE6}" type="presOf" srcId="{C593D575-9A2D-41B1-A822-9A7BE06E1BF6}" destId="{B0D8367F-E203-429B-98AB-D8A956C7A096}" srcOrd="0" destOrd="0" presId="urn:microsoft.com/office/officeart/2018/2/layout/IconLabelList"/>
    <dgm:cxn modelId="{2714DCF9-73DC-4E9B-8C4B-C3315D0C7BDD}" srcId="{C23DBC71-9B90-42C4-AD48-36DFFABAD7CE}" destId="{C593D575-9A2D-41B1-A822-9A7BE06E1BF6}" srcOrd="2" destOrd="0" parTransId="{7675B6DA-1D86-4998-B759-5CA7F51C39BC}" sibTransId="{0D9ACEC7-D5B0-4DAC-9299-331B1F3F953B}"/>
    <dgm:cxn modelId="{D38D39C0-D0CA-43CA-9583-2B9653A2042E}" type="presParOf" srcId="{0EEF65B0-B703-4AF6-A7AD-BECA53B9001C}" destId="{9963E9F3-5244-4086-8B5D-D752AF9054DA}" srcOrd="0" destOrd="0" presId="urn:microsoft.com/office/officeart/2018/2/layout/IconLabelList"/>
    <dgm:cxn modelId="{7D8061FD-56E7-415E-A405-932B593FCD26}" type="presParOf" srcId="{9963E9F3-5244-4086-8B5D-D752AF9054DA}" destId="{DF325373-F3DF-42ED-AF54-099F3C6F8822}" srcOrd="0" destOrd="0" presId="urn:microsoft.com/office/officeart/2018/2/layout/IconLabelList"/>
    <dgm:cxn modelId="{AC0C629A-E038-4A50-BFF3-01065A775492}" type="presParOf" srcId="{9963E9F3-5244-4086-8B5D-D752AF9054DA}" destId="{E2098044-B8D4-4877-B88C-F54C21FE357E}" srcOrd="1" destOrd="0" presId="urn:microsoft.com/office/officeart/2018/2/layout/IconLabelList"/>
    <dgm:cxn modelId="{AABF3F3D-1451-46DE-8D49-2DBDB09EBE2B}" type="presParOf" srcId="{9963E9F3-5244-4086-8B5D-D752AF9054DA}" destId="{166DB218-3A22-43E8-8105-1DB13A18CE3A}" srcOrd="2" destOrd="0" presId="urn:microsoft.com/office/officeart/2018/2/layout/IconLabelList"/>
    <dgm:cxn modelId="{7143A024-F3E8-488F-B2DD-78D6F91EA042}" type="presParOf" srcId="{0EEF65B0-B703-4AF6-A7AD-BECA53B9001C}" destId="{4FBFC58D-B3B5-40C9-935C-31BBBF24E2A8}" srcOrd="1" destOrd="0" presId="urn:microsoft.com/office/officeart/2018/2/layout/IconLabelList"/>
    <dgm:cxn modelId="{A4DBE356-66BF-473E-B7CD-F919CEC2EACA}" type="presParOf" srcId="{0EEF65B0-B703-4AF6-A7AD-BECA53B9001C}" destId="{3D8E9EB4-4369-4754-AD60-187597461745}" srcOrd="2" destOrd="0" presId="urn:microsoft.com/office/officeart/2018/2/layout/IconLabelList"/>
    <dgm:cxn modelId="{317CDF42-777B-4EF0-9BAF-F691144D4CDC}" type="presParOf" srcId="{3D8E9EB4-4369-4754-AD60-187597461745}" destId="{4578E446-EC79-4FCA-827B-13229C488561}" srcOrd="0" destOrd="0" presId="urn:microsoft.com/office/officeart/2018/2/layout/IconLabelList"/>
    <dgm:cxn modelId="{7760DE53-7FC8-4158-920F-70C29E32CCE8}" type="presParOf" srcId="{3D8E9EB4-4369-4754-AD60-187597461745}" destId="{56C48D7D-8976-444C-B7C9-B7F63FB9A6EB}" srcOrd="1" destOrd="0" presId="urn:microsoft.com/office/officeart/2018/2/layout/IconLabelList"/>
    <dgm:cxn modelId="{DF274E4F-71BA-467B-AA5F-BCFDF39A9A12}" type="presParOf" srcId="{3D8E9EB4-4369-4754-AD60-187597461745}" destId="{078481DB-2ED4-440B-9C07-EDF9474AF2AB}" srcOrd="2" destOrd="0" presId="urn:microsoft.com/office/officeart/2018/2/layout/IconLabelList"/>
    <dgm:cxn modelId="{4A34DF91-2F7F-4C8E-ACEC-8759598AF1FC}" type="presParOf" srcId="{0EEF65B0-B703-4AF6-A7AD-BECA53B9001C}" destId="{1CF937F8-EBB9-4036-BA34-3F082514A338}" srcOrd="3" destOrd="0" presId="urn:microsoft.com/office/officeart/2018/2/layout/IconLabelList"/>
    <dgm:cxn modelId="{35948CE2-7A5C-4A21-9BDF-06444B46FF95}" type="presParOf" srcId="{0EEF65B0-B703-4AF6-A7AD-BECA53B9001C}" destId="{2FF13774-6A50-4C74-B731-3640EB311988}" srcOrd="4" destOrd="0" presId="urn:microsoft.com/office/officeart/2018/2/layout/IconLabelList"/>
    <dgm:cxn modelId="{D13FE0BB-BAB2-46D7-9415-F4CFDBF4303B}" type="presParOf" srcId="{2FF13774-6A50-4C74-B731-3640EB311988}" destId="{8E5F4254-F920-4CA8-83B7-5330ADC7E2BA}" srcOrd="0" destOrd="0" presId="urn:microsoft.com/office/officeart/2018/2/layout/IconLabelList"/>
    <dgm:cxn modelId="{22508CD5-EA18-427B-BD56-5C868D63E21C}" type="presParOf" srcId="{2FF13774-6A50-4C74-B731-3640EB311988}" destId="{93851D2D-1CFF-43D9-89B4-61CC2F5A7707}" srcOrd="1" destOrd="0" presId="urn:microsoft.com/office/officeart/2018/2/layout/IconLabelList"/>
    <dgm:cxn modelId="{DA24FD23-8E6E-4707-9867-9E82429CB585}" type="presParOf" srcId="{2FF13774-6A50-4C74-B731-3640EB311988}" destId="{B0D8367F-E203-429B-98AB-D8A956C7A09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DDC825-CC53-4089-980B-A163EA0DBB29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C284AE-7D26-44E2-996B-27F71FE87AC3}">
      <dgm:prSet custT="1"/>
      <dgm:spPr/>
      <dgm:t>
        <a:bodyPr/>
        <a:lstStyle/>
        <a:p>
          <a:r>
            <a:rPr lang="en-US" sz="1400" b="1" i="0" baseline="0" dirty="0">
              <a:solidFill>
                <a:srgbClr val="FF9E80"/>
              </a:solidFill>
            </a:rPr>
            <a:t>Premium Memberships</a:t>
          </a:r>
          <a:r>
            <a:rPr lang="en-US" sz="1400" b="0" i="0" baseline="0" dirty="0">
              <a:solidFill>
                <a:srgbClr val="FF9E80"/>
              </a:solidFill>
            </a:rPr>
            <a:t> </a:t>
          </a:r>
          <a:r>
            <a:rPr lang="en-US" sz="1400" b="0" i="0" baseline="0" dirty="0"/>
            <a:t>(exclusive webinars, downloadable guides, event discounts).</a:t>
          </a:r>
          <a:endParaRPr lang="en-US" sz="1400" dirty="0"/>
        </a:p>
      </dgm:t>
    </dgm:pt>
    <dgm:pt modelId="{8B38F07C-4394-4CA2-9D1E-90B98418B8E3}" type="parTrans" cxnId="{FC19F09F-C474-4F2B-8E78-71B22F024C29}">
      <dgm:prSet/>
      <dgm:spPr/>
      <dgm:t>
        <a:bodyPr/>
        <a:lstStyle/>
        <a:p>
          <a:endParaRPr lang="en-US" sz="4000"/>
        </a:p>
      </dgm:t>
    </dgm:pt>
    <dgm:pt modelId="{13C30D7D-C951-41FC-B385-82C8C0DAF2F4}" type="sibTrans" cxnId="{FC19F09F-C474-4F2B-8E78-71B22F024C29}">
      <dgm:prSet/>
      <dgm:spPr/>
      <dgm:t>
        <a:bodyPr/>
        <a:lstStyle/>
        <a:p>
          <a:endParaRPr lang="en-US" sz="4000"/>
        </a:p>
      </dgm:t>
    </dgm:pt>
    <dgm:pt modelId="{5A49A4B4-87DA-4E89-A927-F8F190F22C92}">
      <dgm:prSet custT="1"/>
      <dgm:spPr/>
      <dgm:t>
        <a:bodyPr/>
        <a:lstStyle/>
        <a:p>
          <a:r>
            <a:rPr lang="en-US" sz="1400" b="1" i="0" baseline="0" dirty="0">
              <a:solidFill>
                <a:srgbClr val="FF9E80"/>
              </a:solidFill>
            </a:rPr>
            <a:t>Sponsored Content &amp; Partnerships</a:t>
          </a:r>
          <a:r>
            <a:rPr lang="en-US" sz="1400" b="0" i="0" baseline="0" dirty="0">
              <a:solidFill>
                <a:srgbClr val="FF9E80"/>
              </a:solidFill>
            </a:rPr>
            <a:t> </a:t>
          </a:r>
          <a:r>
            <a:rPr lang="en-US" sz="1400" b="0" i="0" baseline="0" dirty="0"/>
            <a:t>(brands in wellness, travel, food, tech for seniors).</a:t>
          </a:r>
          <a:endParaRPr lang="en-US" sz="1400" dirty="0"/>
        </a:p>
      </dgm:t>
    </dgm:pt>
    <dgm:pt modelId="{A211135B-810B-4108-B966-79FE794A1F2D}" type="parTrans" cxnId="{7B3BC274-0092-4387-97AF-9DF876E39F77}">
      <dgm:prSet/>
      <dgm:spPr/>
      <dgm:t>
        <a:bodyPr/>
        <a:lstStyle/>
        <a:p>
          <a:endParaRPr lang="en-US" sz="4000"/>
        </a:p>
      </dgm:t>
    </dgm:pt>
    <dgm:pt modelId="{6413571F-1690-4FB0-A82C-77FB9C681BD1}" type="sibTrans" cxnId="{7B3BC274-0092-4387-97AF-9DF876E39F77}">
      <dgm:prSet/>
      <dgm:spPr/>
      <dgm:t>
        <a:bodyPr/>
        <a:lstStyle/>
        <a:p>
          <a:endParaRPr lang="en-US" sz="4000"/>
        </a:p>
      </dgm:t>
    </dgm:pt>
    <dgm:pt modelId="{763B1182-4B00-44CB-ADFD-F1B657F6869C}">
      <dgm:prSet custT="1"/>
      <dgm:spPr/>
      <dgm:t>
        <a:bodyPr/>
        <a:lstStyle/>
        <a:p>
          <a:r>
            <a:rPr lang="en-US" sz="1400" b="1" i="0" baseline="0" dirty="0">
              <a:solidFill>
                <a:srgbClr val="FF9E80"/>
              </a:solidFill>
            </a:rPr>
            <a:t>Events &amp; Workshops</a:t>
          </a:r>
          <a:r>
            <a:rPr lang="en-US" sz="1400" b="0" i="0" baseline="0" dirty="0">
              <a:solidFill>
                <a:srgbClr val="FF9E80"/>
              </a:solidFill>
            </a:rPr>
            <a:t> </a:t>
          </a:r>
          <a:r>
            <a:rPr lang="en-US" sz="1400" b="0" i="0" baseline="0" dirty="0"/>
            <a:t>(both online and offline, ticketed).</a:t>
          </a:r>
          <a:endParaRPr lang="en-US" sz="1400" dirty="0"/>
        </a:p>
      </dgm:t>
    </dgm:pt>
    <dgm:pt modelId="{496CF93D-36E2-4C1C-9DAB-D078DE61233B}" type="parTrans" cxnId="{8DE78A71-25CF-4B95-A467-43EE1019B18A}">
      <dgm:prSet/>
      <dgm:spPr/>
      <dgm:t>
        <a:bodyPr/>
        <a:lstStyle/>
        <a:p>
          <a:endParaRPr lang="en-US" sz="4000"/>
        </a:p>
      </dgm:t>
    </dgm:pt>
    <dgm:pt modelId="{7AA073AC-C524-467A-8F2E-69FE0ECBE566}" type="sibTrans" cxnId="{8DE78A71-25CF-4B95-A467-43EE1019B18A}">
      <dgm:prSet/>
      <dgm:spPr/>
      <dgm:t>
        <a:bodyPr/>
        <a:lstStyle/>
        <a:p>
          <a:endParaRPr lang="en-US" sz="4000"/>
        </a:p>
      </dgm:t>
    </dgm:pt>
    <dgm:pt modelId="{F5FFF347-3C9B-488B-AFCE-BA3EECC52500}">
      <dgm:prSet custT="1"/>
      <dgm:spPr/>
      <dgm:t>
        <a:bodyPr/>
        <a:lstStyle/>
        <a:p>
          <a:r>
            <a:rPr lang="en-US" sz="1400" b="1" i="0" baseline="0" dirty="0">
              <a:solidFill>
                <a:srgbClr val="FF9E80"/>
              </a:solidFill>
            </a:rPr>
            <a:t>Affiliate Sales</a:t>
          </a:r>
          <a:r>
            <a:rPr lang="en-US" sz="1400" b="0" i="0" baseline="0" dirty="0">
              <a:solidFill>
                <a:srgbClr val="FF9E80"/>
              </a:solidFill>
            </a:rPr>
            <a:t> </a:t>
          </a:r>
          <a:r>
            <a:rPr lang="en-US" sz="1400" b="0" i="0" baseline="0" dirty="0"/>
            <a:t>(books, crafts, travel packages, tech tools).</a:t>
          </a:r>
          <a:endParaRPr lang="en-US" sz="1400" dirty="0"/>
        </a:p>
      </dgm:t>
    </dgm:pt>
    <dgm:pt modelId="{82D062C3-B51C-4898-9850-8AEBD7F9F3E1}" type="parTrans" cxnId="{8F81ACDF-0CEF-4D87-9908-C8FB5CAD5F50}">
      <dgm:prSet/>
      <dgm:spPr/>
      <dgm:t>
        <a:bodyPr/>
        <a:lstStyle/>
        <a:p>
          <a:endParaRPr lang="en-US" sz="4000"/>
        </a:p>
      </dgm:t>
    </dgm:pt>
    <dgm:pt modelId="{3CCE459D-D463-4CBE-BD9B-1CD3E680DC73}" type="sibTrans" cxnId="{8F81ACDF-0CEF-4D87-9908-C8FB5CAD5F50}">
      <dgm:prSet/>
      <dgm:spPr/>
      <dgm:t>
        <a:bodyPr/>
        <a:lstStyle/>
        <a:p>
          <a:endParaRPr lang="en-US" sz="4000"/>
        </a:p>
      </dgm:t>
    </dgm:pt>
    <dgm:pt modelId="{87EA26D0-D4A6-44B9-9DE8-0FA153E3C3C8}">
      <dgm:prSet custT="1"/>
      <dgm:spPr/>
      <dgm:t>
        <a:bodyPr/>
        <a:lstStyle/>
        <a:p>
          <a:r>
            <a:rPr lang="en-US" sz="1400" b="1" i="0" baseline="0" dirty="0">
              <a:solidFill>
                <a:srgbClr val="FF9E80"/>
              </a:solidFill>
            </a:rPr>
            <a:t>Community Marketplace</a:t>
          </a:r>
          <a:r>
            <a:rPr lang="en-US" sz="1400" b="0" i="0" baseline="0" dirty="0">
              <a:solidFill>
                <a:srgbClr val="FF9E80"/>
              </a:solidFill>
            </a:rPr>
            <a:t> </a:t>
          </a:r>
          <a:r>
            <a:rPr lang="en-US" sz="1400" b="0" i="0" baseline="0" dirty="0"/>
            <a:t>(future expansion: family-friendly products and services).</a:t>
          </a:r>
          <a:endParaRPr lang="en-US" sz="1400" dirty="0"/>
        </a:p>
      </dgm:t>
    </dgm:pt>
    <dgm:pt modelId="{12FA3A5A-4D86-4ECB-AA3B-D52935F9027C}" type="parTrans" cxnId="{DF9030B3-30EB-45FC-A03E-A902DABC3837}">
      <dgm:prSet/>
      <dgm:spPr/>
      <dgm:t>
        <a:bodyPr/>
        <a:lstStyle/>
        <a:p>
          <a:endParaRPr lang="en-US" sz="4000"/>
        </a:p>
      </dgm:t>
    </dgm:pt>
    <dgm:pt modelId="{C8730E03-E0D7-4BA0-8AEA-7BB8BE98AAEE}" type="sibTrans" cxnId="{DF9030B3-30EB-45FC-A03E-A902DABC3837}">
      <dgm:prSet/>
      <dgm:spPr/>
      <dgm:t>
        <a:bodyPr/>
        <a:lstStyle/>
        <a:p>
          <a:endParaRPr lang="en-US" sz="4000"/>
        </a:p>
      </dgm:t>
    </dgm:pt>
    <dgm:pt modelId="{E28A0D85-4202-4199-B977-264C701FDBC0}" type="pres">
      <dgm:prSet presAssocID="{2FDDC825-CC53-4089-980B-A163EA0DBB29}" presName="diagram" presStyleCnt="0">
        <dgm:presLayoutVars>
          <dgm:dir/>
          <dgm:resizeHandles val="exact"/>
        </dgm:presLayoutVars>
      </dgm:prSet>
      <dgm:spPr/>
    </dgm:pt>
    <dgm:pt modelId="{1FB515AC-3FCC-4CA3-ABDF-31E5E392830E}" type="pres">
      <dgm:prSet presAssocID="{5BC284AE-7D26-44E2-996B-27F71FE87AC3}" presName="arrow" presStyleLbl="node1" presStyleIdx="0" presStyleCnt="5" custScaleX="122196" custScaleY="96025">
        <dgm:presLayoutVars>
          <dgm:bulletEnabled val="1"/>
        </dgm:presLayoutVars>
      </dgm:prSet>
      <dgm:spPr/>
    </dgm:pt>
    <dgm:pt modelId="{9DBDC417-9A5E-4122-A198-7D06D86F744D}" type="pres">
      <dgm:prSet presAssocID="{5A49A4B4-87DA-4E89-A927-F8F190F22C92}" presName="arrow" presStyleLbl="node1" presStyleIdx="1" presStyleCnt="5" custScaleX="99824" custScaleY="96025">
        <dgm:presLayoutVars>
          <dgm:bulletEnabled val="1"/>
        </dgm:presLayoutVars>
      </dgm:prSet>
      <dgm:spPr/>
    </dgm:pt>
    <dgm:pt modelId="{11DA132C-FAB1-47F3-88FD-E15C1DEB7FDD}" type="pres">
      <dgm:prSet presAssocID="{763B1182-4B00-44CB-ADFD-F1B657F6869C}" presName="arrow" presStyleLbl="node1" presStyleIdx="2" presStyleCnt="5" custScaleX="99824" custScaleY="96025">
        <dgm:presLayoutVars>
          <dgm:bulletEnabled val="1"/>
        </dgm:presLayoutVars>
      </dgm:prSet>
      <dgm:spPr/>
    </dgm:pt>
    <dgm:pt modelId="{D0786102-BF98-4CCA-A485-73FF7DA18D9B}" type="pres">
      <dgm:prSet presAssocID="{F5FFF347-3C9B-488B-AFCE-BA3EECC52500}" presName="arrow" presStyleLbl="node1" presStyleIdx="3" presStyleCnt="5" custScaleX="99824" custScaleY="96025">
        <dgm:presLayoutVars>
          <dgm:bulletEnabled val="1"/>
        </dgm:presLayoutVars>
      </dgm:prSet>
      <dgm:spPr/>
    </dgm:pt>
    <dgm:pt modelId="{83589E1B-1637-4083-9680-5105AAC3A887}" type="pres">
      <dgm:prSet presAssocID="{87EA26D0-D4A6-44B9-9DE8-0FA153E3C3C8}" presName="arrow" presStyleLbl="node1" presStyleIdx="4" presStyleCnt="5" custScaleX="99824" custScaleY="96025">
        <dgm:presLayoutVars>
          <dgm:bulletEnabled val="1"/>
        </dgm:presLayoutVars>
      </dgm:prSet>
      <dgm:spPr/>
    </dgm:pt>
  </dgm:ptLst>
  <dgm:cxnLst>
    <dgm:cxn modelId="{2BB2B316-5ADA-4F7F-9DAC-E1018C1865D4}" type="presOf" srcId="{763B1182-4B00-44CB-ADFD-F1B657F6869C}" destId="{11DA132C-FAB1-47F3-88FD-E15C1DEB7FDD}" srcOrd="0" destOrd="0" presId="urn:microsoft.com/office/officeart/2005/8/layout/arrow5"/>
    <dgm:cxn modelId="{4A328827-9A85-43FC-A6B6-63A857FC1752}" type="presOf" srcId="{5A49A4B4-87DA-4E89-A927-F8F190F22C92}" destId="{9DBDC417-9A5E-4122-A198-7D06D86F744D}" srcOrd="0" destOrd="0" presId="urn:microsoft.com/office/officeart/2005/8/layout/arrow5"/>
    <dgm:cxn modelId="{12CE0B2F-6942-44C2-AF39-69B766EDFFA3}" type="presOf" srcId="{F5FFF347-3C9B-488B-AFCE-BA3EECC52500}" destId="{D0786102-BF98-4CCA-A485-73FF7DA18D9B}" srcOrd="0" destOrd="0" presId="urn:microsoft.com/office/officeart/2005/8/layout/arrow5"/>
    <dgm:cxn modelId="{8DE78A71-25CF-4B95-A467-43EE1019B18A}" srcId="{2FDDC825-CC53-4089-980B-A163EA0DBB29}" destId="{763B1182-4B00-44CB-ADFD-F1B657F6869C}" srcOrd="2" destOrd="0" parTransId="{496CF93D-36E2-4C1C-9DAB-D078DE61233B}" sibTransId="{7AA073AC-C524-467A-8F2E-69FE0ECBE566}"/>
    <dgm:cxn modelId="{7B3BC274-0092-4387-97AF-9DF876E39F77}" srcId="{2FDDC825-CC53-4089-980B-A163EA0DBB29}" destId="{5A49A4B4-87DA-4E89-A927-F8F190F22C92}" srcOrd="1" destOrd="0" parTransId="{A211135B-810B-4108-B966-79FE794A1F2D}" sibTransId="{6413571F-1690-4FB0-A82C-77FB9C681BD1}"/>
    <dgm:cxn modelId="{FC19F09F-C474-4F2B-8E78-71B22F024C29}" srcId="{2FDDC825-CC53-4089-980B-A163EA0DBB29}" destId="{5BC284AE-7D26-44E2-996B-27F71FE87AC3}" srcOrd="0" destOrd="0" parTransId="{8B38F07C-4394-4CA2-9D1E-90B98418B8E3}" sibTransId="{13C30D7D-C951-41FC-B385-82C8C0DAF2F4}"/>
    <dgm:cxn modelId="{CE6536A9-805F-4A33-8D7E-7C094C7B7B10}" type="presOf" srcId="{5BC284AE-7D26-44E2-996B-27F71FE87AC3}" destId="{1FB515AC-3FCC-4CA3-ABDF-31E5E392830E}" srcOrd="0" destOrd="0" presId="urn:microsoft.com/office/officeart/2005/8/layout/arrow5"/>
    <dgm:cxn modelId="{30143BB0-616B-4AB0-BAB2-FA24F1B19AEA}" type="presOf" srcId="{87EA26D0-D4A6-44B9-9DE8-0FA153E3C3C8}" destId="{83589E1B-1637-4083-9680-5105AAC3A887}" srcOrd="0" destOrd="0" presId="urn:microsoft.com/office/officeart/2005/8/layout/arrow5"/>
    <dgm:cxn modelId="{DF9030B3-30EB-45FC-A03E-A902DABC3837}" srcId="{2FDDC825-CC53-4089-980B-A163EA0DBB29}" destId="{87EA26D0-D4A6-44B9-9DE8-0FA153E3C3C8}" srcOrd="4" destOrd="0" parTransId="{12FA3A5A-4D86-4ECB-AA3B-D52935F9027C}" sibTransId="{C8730E03-E0D7-4BA0-8AEA-7BB8BE98AAEE}"/>
    <dgm:cxn modelId="{0A23CCC7-54A4-46D6-992F-FF8EF33EF9EE}" type="presOf" srcId="{2FDDC825-CC53-4089-980B-A163EA0DBB29}" destId="{E28A0D85-4202-4199-B977-264C701FDBC0}" srcOrd="0" destOrd="0" presId="urn:microsoft.com/office/officeart/2005/8/layout/arrow5"/>
    <dgm:cxn modelId="{8F81ACDF-0CEF-4D87-9908-C8FB5CAD5F50}" srcId="{2FDDC825-CC53-4089-980B-A163EA0DBB29}" destId="{F5FFF347-3C9B-488B-AFCE-BA3EECC52500}" srcOrd="3" destOrd="0" parTransId="{82D062C3-B51C-4898-9850-8AEBD7F9F3E1}" sibTransId="{3CCE459D-D463-4CBE-BD9B-1CD3E680DC73}"/>
    <dgm:cxn modelId="{4DB60661-3BD5-4387-B754-6E2AAC169EF7}" type="presParOf" srcId="{E28A0D85-4202-4199-B977-264C701FDBC0}" destId="{1FB515AC-3FCC-4CA3-ABDF-31E5E392830E}" srcOrd="0" destOrd="0" presId="urn:microsoft.com/office/officeart/2005/8/layout/arrow5"/>
    <dgm:cxn modelId="{E9F2EFDD-85E6-4DEE-9121-B4E7A8EE767F}" type="presParOf" srcId="{E28A0D85-4202-4199-B977-264C701FDBC0}" destId="{9DBDC417-9A5E-4122-A198-7D06D86F744D}" srcOrd="1" destOrd="0" presId="urn:microsoft.com/office/officeart/2005/8/layout/arrow5"/>
    <dgm:cxn modelId="{93E9487F-7EF1-4F02-A95D-D1EEC7516A06}" type="presParOf" srcId="{E28A0D85-4202-4199-B977-264C701FDBC0}" destId="{11DA132C-FAB1-47F3-88FD-E15C1DEB7FDD}" srcOrd="2" destOrd="0" presId="urn:microsoft.com/office/officeart/2005/8/layout/arrow5"/>
    <dgm:cxn modelId="{205D7051-FCFB-4A52-B13C-73479F16AE73}" type="presParOf" srcId="{E28A0D85-4202-4199-B977-264C701FDBC0}" destId="{D0786102-BF98-4CCA-A485-73FF7DA18D9B}" srcOrd="3" destOrd="0" presId="urn:microsoft.com/office/officeart/2005/8/layout/arrow5"/>
    <dgm:cxn modelId="{421B6CB1-3DD0-49A3-8123-77B2D75BC4B6}" type="presParOf" srcId="{E28A0D85-4202-4199-B977-264C701FDBC0}" destId="{83589E1B-1637-4083-9680-5105AAC3A887}" srcOrd="4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38972FD-69CE-4E94-A00A-D9B4EBD8C0A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C354B3-4266-476D-B390-23A68F77299F}">
      <dgm:prSet custT="1"/>
      <dgm:spPr/>
      <dgm:t>
        <a:bodyPr/>
        <a:lstStyle/>
        <a:p>
          <a:r>
            <a:rPr lang="en-US" sz="1600" b="1" i="0" baseline="0" dirty="0">
              <a:solidFill>
                <a:srgbClr val="FF9E80"/>
              </a:solidFill>
            </a:rPr>
            <a:t>Focused niche:</a:t>
          </a:r>
          <a:r>
            <a:rPr lang="en-US" sz="1600" b="0" i="0" baseline="0" dirty="0">
              <a:solidFill>
                <a:srgbClr val="FF9E80"/>
              </a:solidFill>
            </a:rPr>
            <a:t> </a:t>
          </a:r>
        </a:p>
        <a:p>
          <a:r>
            <a:rPr lang="en-US" sz="1400" b="0" i="0" baseline="0" dirty="0"/>
            <a:t>We’re not “for everyone” — we’re dedicated to grandparents and intergenerational living.</a:t>
          </a:r>
          <a:endParaRPr lang="en-US" sz="1400" dirty="0"/>
        </a:p>
      </dgm:t>
    </dgm:pt>
    <dgm:pt modelId="{09200449-4787-4129-84B5-9E5301D263F3}" type="parTrans" cxnId="{7B2A36F0-FACC-4EDC-9AA0-BD83F070B4DA}">
      <dgm:prSet/>
      <dgm:spPr/>
      <dgm:t>
        <a:bodyPr/>
        <a:lstStyle/>
        <a:p>
          <a:endParaRPr lang="en-US"/>
        </a:p>
      </dgm:t>
    </dgm:pt>
    <dgm:pt modelId="{E8629901-BE02-4FA1-A468-4F8BE1385646}" type="sibTrans" cxnId="{7B2A36F0-FACC-4EDC-9AA0-BD83F070B4DA}">
      <dgm:prSet/>
      <dgm:spPr/>
      <dgm:t>
        <a:bodyPr/>
        <a:lstStyle/>
        <a:p>
          <a:endParaRPr lang="en-US"/>
        </a:p>
      </dgm:t>
    </dgm:pt>
    <dgm:pt modelId="{DF199A09-F893-4C4B-801A-8D36CC3BDF0C}">
      <dgm:prSet custT="1"/>
      <dgm:spPr/>
      <dgm:t>
        <a:bodyPr/>
        <a:lstStyle/>
        <a:p>
          <a:r>
            <a:rPr lang="en-US" sz="1600" b="1" i="0" baseline="0" dirty="0">
              <a:solidFill>
                <a:srgbClr val="FF9E80"/>
              </a:solidFill>
            </a:rPr>
            <a:t>Trust &amp; safety:</a:t>
          </a:r>
          <a:r>
            <a:rPr lang="en-US" sz="1600" b="0" i="0" baseline="0" dirty="0">
              <a:solidFill>
                <a:srgbClr val="FF9E80"/>
              </a:solidFill>
            </a:rPr>
            <a:t> </a:t>
          </a:r>
        </a:p>
        <a:p>
          <a:r>
            <a:rPr lang="en-US" sz="1500" b="0" i="0" baseline="0" dirty="0"/>
            <a:t>Family-first environment, curated content, supportive community.</a:t>
          </a:r>
          <a:endParaRPr lang="en-US" sz="1500" dirty="0"/>
        </a:p>
      </dgm:t>
    </dgm:pt>
    <dgm:pt modelId="{678F2E0C-00F9-4770-AE23-C9B5EA416AE4}" type="parTrans" cxnId="{93F1B595-C323-429C-82FC-3343DF289A0D}">
      <dgm:prSet/>
      <dgm:spPr/>
      <dgm:t>
        <a:bodyPr/>
        <a:lstStyle/>
        <a:p>
          <a:endParaRPr lang="en-US"/>
        </a:p>
      </dgm:t>
    </dgm:pt>
    <dgm:pt modelId="{3FCFC1EB-C727-4177-A9C0-23203B8327A3}" type="sibTrans" cxnId="{93F1B595-C323-429C-82FC-3343DF289A0D}">
      <dgm:prSet/>
      <dgm:spPr/>
      <dgm:t>
        <a:bodyPr/>
        <a:lstStyle/>
        <a:p>
          <a:endParaRPr lang="en-US"/>
        </a:p>
      </dgm:t>
    </dgm:pt>
    <dgm:pt modelId="{D7C1DF50-CCD3-490D-A979-926B4F247637}">
      <dgm:prSet custT="1"/>
      <dgm:spPr/>
      <dgm:t>
        <a:bodyPr/>
        <a:lstStyle/>
        <a:p>
          <a:r>
            <a:rPr lang="en-US" sz="1600" b="1" i="0" baseline="0" dirty="0">
              <a:solidFill>
                <a:srgbClr val="FF9E80"/>
              </a:solidFill>
            </a:rPr>
            <a:t>Scalability:</a:t>
          </a:r>
          <a:r>
            <a:rPr lang="en-US" sz="1600" b="0" i="0" baseline="0" dirty="0">
              <a:solidFill>
                <a:srgbClr val="FF9E80"/>
              </a:solidFill>
            </a:rPr>
            <a:t> </a:t>
          </a:r>
        </a:p>
        <a:p>
          <a:r>
            <a:rPr lang="en-US" sz="1500" b="0" i="0" baseline="0" dirty="0"/>
            <a:t>Content and events can expand from UK to global markets.</a:t>
          </a:r>
          <a:endParaRPr lang="en-US" sz="1500" dirty="0"/>
        </a:p>
      </dgm:t>
    </dgm:pt>
    <dgm:pt modelId="{8DAE9FA9-F935-4AA6-9B9A-F770A83B90A1}" type="parTrans" cxnId="{EFB11F00-DB12-4399-81D2-E73B8CEEEDC9}">
      <dgm:prSet/>
      <dgm:spPr/>
      <dgm:t>
        <a:bodyPr/>
        <a:lstStyle/>
        <a:p>
          <a:endParaRPr lang="en-US"/>
        </a:p>
      </dgm:t>
    </dgm:pt>
    <dgm:pt modelId="{D76C5303-4C62-4BBB-BE4E-1F790933083B}" type="sibTrans" cxnId="{EFB11F00-DB12-4399-81D2-E73B8CEEEDC9}">
      <dgm:prSet/>
      <dgm:spPr/>
      <dgm:t>
        <a:bodyPr/>
        <a:lstStyle/>
        <a:p>
          <a:endParaRPr lang="en-US"/>
        </a:p>
      </dgm:t>
    </dgm:pt>
    <dgm:pt modelId="{20447BA0-2CC6-4747-8138-53A532E1B987}">
      <dgm:prSet custT="1"/>
      <dgm:spPr/>
      <dgm:t>
        <a:bodyPr/>
        <a:lstStyle/>
        <a:p>
          <a:r>
            <a:rPr lang="en-US" sz="1600" b="1" i="0" baseline="0" dirty="0">
              <a:solidFill>
                <a:srgbClr val="FF9E80"/>
              </a:solidFill>
            </a:rPr>
            <a:t>Partnership potential:</a:t>
          </a:r>
          <a:r>
            <a:rPr lang="en-US" sz="1600" b="0" i="0" baseline="0" dirty="0">
              <a:solidFill>
                <a:srgbClr val="FF9E80"/>
              </a:solidFill>
            </a:rPr>
            <a:t> </a:t>
          </a:r>
        </a:p>
        <a:p>
          <a:r>
            <a:rPr lang="en-US" sz="1500" b="0" i="0" baseline="0" dirty="0"/>
            <a:t>Natural alignment with healthcare, travel, education, and tech brands.</a:t>
          </a:r>
          <a:endParaRPr lang="en-US" sz="1500" dirty="0"/>
        </a:p>
      </dgm:t>
    </dgm:pt>
    <dgm:pt modelId="{8047AAA8-3FB3-40E5-819B-D5E947C4137A}" type="parTrans" cxnId="{D5FD6735-462A-4A84-8B33-8BC3C313F0CC}">
      <dgm:prSet/>
      <dgm:spPr/>
      <dgm:t>
        <a:bodyPr/>
        <a:lstStyle/>
        <a:p>
          <a:endParaRPr lang="en-US"/>
        </a:p>
      </dgm:t>
    </dgm:pt>
    <dgm:pt modelId="{76E8F449-B369-4550-AA66-D83E08DF055F}" type="sibTrans" cxnId="{D5FD6735-462A-4A84-8B33-8BC3C313F0CC}">
      <dgm:prSet/>
      <dgm:spPr/>
      <dgm:t>
        <a:bodyPr/>
        <a:lstStyle/>
        <a:p>
          <a:endParaRPr lang="en-US"/>
        </a:p>
      </dgm:t>
    </dgm:pt>
    <dgm:pt modelId="{6A3DD78E-2762-421F-BF37-6B3EE8DBB7D6}" type="pres">
      <dgm:prSet presAssocID="{838972FD-69CE-4E94-A00A-D9B4EBD8C0A8}" presName="matrix" presStyleCnt="0">
        <dgm:presLayoutVars>
          <dgm:chMax val="1"/>
          <dgm:dir/>
          <dgm:resizeHandles val="exact"/>
        </dgm:presLayoutVars>
      </dgm:prSet>
      <dgm:spPr/>
    </dgm:pt>
    <dgm:pt modelId="{805E62B5-1FC5-411D-8B86-24C7CC1503F6}" type="pres">
      <dgm:prSet presAssocID="{838972FD-69CE-4E94-A00A-D9B4EBD8C0A8}" presName="diamond" presStyleLbl="bgShp" presStyleIdx="0" presStyleCnt="1" custLinFactNeighborY="-148"/>
      <dgm:spPr/>
    </dgm:pt>
    <dgm:pt modelId="{B00E9AC7-87DF-4033-9127-74F295EFA4F0}" type="pres">
      <dgm:prSet presAssocID="{838972FD-69CE-4E94-A00A-D9B4EBD8C0A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723E9BB-4A84-47B8-946D-94AF8902527D}" type="pres">
      <dgm:prSet presAssocID="{838972FD-69CE-4E94-A00A-D9B4EBD8C0A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94A779A-9BB0-486E-8100-814D3A04589C}" type="pres">
      <dgm:prSet presAssocID="{838972FD-69CE-4E94-A00A-D9B4EBD8C0A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503CF44-A6BA-4057-B882-38F95374633A}" type="pres">
      <dgm:prSet presAssocID="{838972FD-69CE-4E94-A00A-D9B4EBD8C0A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FB11F00-DB12-4399-81D2-E73B8CEEEDC9}" srcId="{838972FD-69CE-4E94-A00A-D9B4EBD8C0A8}" destId="{D7C1DF50-CCD3-490D-A979-926B4F247637}" srcOrd="2" destOrd="0" parTransId="{8DAE9FA9-F935-4AA6-9B9A-F770A83B90A1}" sibTransId="{D76C5303-4C62-4BBB-BE4E-1F790933083B}"/>
    <dgm:cxn modelId="{2E6A3231-6373-4C82-B167-73BBB7E3AB0D}" type="presOf" srcId="{EEC354B3-4266-476D-B390-23A68F77299F}" destId="{B00E9AC7-87DF-4033-9127-74F295EFA4F0}" srcOrd="0" destOrd="0" presId="urn:microsoft.com/office/officeart/2005/8/layout/matrix3"/>
    <dgm:cxn modelId="{D5FD6735-462A-4A84-8B33-8BC3C313F0CC}" srcId="{838972FD-69CE-4E94-A00A-D9B4EBD8C0A8}" destId="{20447BA0-2CC6-4747-8138-53A532E1B987}" srcOrd="3" destOrd="0" parTransId="{8047AAA8-3FB3-40E5-819B-D5E947C4137A}" sibTransId="{76E8F449-B369-4550-AA66-D83E08DF055F}"/>
    <dgm:cxn modelId="{DEAEC664-81C3-46A4-BCD7-46E36E1C5DF9}" type="presOf" srcId="{20447BA0-2CC6-4747-8138-53A532E1B987}" destId="{2503CF44-A6BA-4057-B882-38F95374633A}" srcOrd="0" destOrd="0" presId="urn:microsoft.com/office/officeart/2005/8/layout/matrix3"/>
    <dgm:cxn modelId="{E6B9646C-7FA6-4EE4-866E-486A942E3C65}" type="presOf" srcId="{D7C1DF50-CCD3-490D-A979-926B4F247637}" destId="{594A779A-9BB0-486E-8100-814D3A04589C}" srcOrd="0" destOrd="0" presId="urn:microsoft.com/office/officeart/2005/8/layout/matrix3"/>
    <dgm:cxn modelId="{93F1B595-C323-429C-82FC-3343DF289A0D}" srcId="{838972FD-69CE-4E94-A00A-D9B4EBD8C0A8}" destId="{DF199A09-F893-4C4B-801A-8D36CC3BDF0C}" srcOrd="1" destOrd="0" parTransId="{678F2E0C-00F9-4770-AE23-C9B5EA416AE4}" sibTransId="{3FCFC1EB-C727-4177-A9C0-23203B8327A3}"/>
    <dgm:cxn modelId="{12F04CD1-50C8-4C83-8569-4355C124F2B7}" type="presOf" srcId="{DF199A09-F893-4C4B-801A-8D36CC3BDF0C}" destId="{E723E9BB-4A84-47B8-946D-94AF8902527D}" srcOrd="0" destOrd="0" presId="urn:microsoft.com/office/officeart/2005/8/layout/matrix3"/>
    <dgm:cxn modelId="{8F18B7D7-ED29-4D3B-812F-6062F02762B3}" type="presOf" srcId="{838972FD-69CE-4E94-A00A-D9B4EBD8C0A8}" destId="{6A3DD78E-2762-421F-BF37-6B3EE8DBB7D6}" srcOrd="0" destOrd="0" presId="urn:microsoft.com/office/officeart/2005/8/layout/matrix3"/>
    <dgm:cxn modelId="{7B2A36F0-FACC-4EDC-9AA0-BD83F070B4DA}" srcId="{838972FD-69CE-4E94-A00A-D9B4EBD8C0A8}" destId="{EEC354B3-4266-476D-B390-23A68F77299F}" srcOrd="0" destOrd="0" parTransId="{09200449-4787-4129-84B5-9E5301D263F3}" sibTransId="{E8629901-BE02-4FA1-A468-4F8BE1385646}"/>
    <dgm:cxn modelId="{7D12E078-055B-4A0D-90DE-37EDFEA2B4A2}" type="presParOf" srcId="{6A3DD78E-2762-421F-BF37-6B3EE8DBB7D6}" destId="{805E62B5-1FC5-411D-8B86-24C7CC1503F6}" srcOrd="0" destOrd="0" presId="urn:microsoft.com/office/officeart/2005/8/layout/matrix3"/>
    <dgm:cxn modelId="{507BFFCA-83A3-4EE1-B1BF-F5C6C4D3B2AC}" type="presParOf" srcId="{6A3DD78E-2762-421F-BF37-6B3EE8DBB7D6}" destId="{B00E9AC7-87DF-4033-9127-74F295EFA4F0}" srcOrd="1" destOrd="0" presId="urn:microsoft.com/office/officeart/2005/8/layout/matrix3"/>
    <dgm:cxn modelId="{5CBDD8C9-54A2-40C4-845F-A89C93D217CB}" type="presParOf" srcId="{6A3DD78E-2762-421F-BF37-6B3EE8DBB7D6}" destId="{E723E9BB-4A84-47B8-946D-94AF8902527D}" srcOrd="2" destOrd="0" presId="urn:microsoft.com/office/officeart/2005/8/layout/matrix3"/>
    <dgm:cxn modelId="{33D00489-BCB8-4389-857E-8FC4CA3F9A1B}" type="presParOf" srcId="{6A3DD78E-2762-421F-BF37-6B3EE8DBB7D6}" destId="{594A779A-9BB0-486E-8100-814D3A04589C}" srcOrd="3" destOrd="0" presId="urn:microsoft.com/office/officeart/2005/8/layout/matrix3"/>
    <dgm:cxn modelId="{3B26984C-9F0D-43F6-AD32-8574C4ACC6F6}" type="presParOf" srcId="{6A3DD78E-2762-421F-BF37-6B3EE8DBB7D6}" destId="{2503CF44-A6BA-4057-B882-38F95374633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A441C9-4824-4974-8FFF-EB34B31FFEB4}">
      <dsp:nvSpPr>
        <dsp:cNvPr id="0" name=""/>
        <dsp:cNvSpPr/>
      </dsp:nvSpPr>
      <dsp:spPr>
        <a:xfrm>
          <a:off x="0" y="177808"/>
          <a:ext cx="2101381" cy="12608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Grandparenting Tips</a:t>
          </a:r>
          <a:r>
            <a:rPr lang="en-US" sz="1600" kern="1200"/>
            <a:t> – expert advice on relationships and roles.</a:t>
          </a:r>
        </a:p>
      </dsp:txBody>
      <dsp:txXfrm>
        <a:off x="0" y="177808"/>
        <a:ext cx="2101381" cy="1260829"/>
      </dsp:txXfrm>
    </dsp:sp>
    <dsp:sp modelId="{9311E0C4-755D-4850-9FF0-1D935B31D9DC}">
      <dsp:nvSpPr>
        <dsp:cNvPr id="0" name=""/>
        <dsp:cNvSpPr/>
      </dsp:nvSpPr>
      <dsp:spPr>
        <a:xfrm>
          <a:off x="2311520" y="177808"/>
          <a:ext cx="2101381" cy="1260829"/>
        </a:xfrm>
        <a:prstGeom prst="rect">
          <a:avLst/>
        </a:prstGeom>
        <a:solidFill>
          <a:schemeClr val="accent2">
            <a:hueOff val="805452"/>
            <a:satOff val="-2312"/>
            <a:lumOff val="-370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Recipes &amp; Cooking</a:t>
          </a:r>
          <a:r>
            <a:rPr lang="en-US" sz="1600" kern="1200"/>
            <a:t> – family meals and shared traditions.</a:t>
          </a:r>
        </a:p>
      </dsp:txBody>
      <dsp:txXfrm>
        <a:off x="2311520" y="177808"/>
        <a:ext cx="2101381" cy="1260829"/>
      </dsp:txXfrm>
    </dsp:sp>
    <dsp:sp modelId="{CCC5C35C-D3A7-4509-A00D-9A5DB014A432}">
      <dsp:nvSpPr>
        <dsp:cNvPr id="0" name=""/>
        <dsp:cNvSpPr/>
      </dsp:nvSpPr>
      <dsp:spPr>
        <a:xfrm>
          <a:off x="4623040" y="177808"/>
          <a:ext cx="2101381" cy="1260829"/>
        </a:xfrm>
        <a:prstGeom prst="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Family Activities</a:t>
          </a:r>
          <a:r>
            <a:rPr lang="en-US" sz="1600" kern="1200"/>
            <a:t> – fun, screen-free bonding experiences.</a:t>
          </a:r>
        </a:p>
      </dsp:txBody>
      <dsp:txXfrm>
        <a:off x="4623040" y="177808"/>
        <a:ext cx="2101381" cy="1260829"/>
      </dsp:txXfrm>
    </dsp:sp>
    <dsp:sp modelId="{69D6A40C-9C03-4DE2-B831-9C502487C836}">
      <dsp:nvSpPr>
        <dsp:cNvPr id="0" name=""/>
        <dsp:cNvSpPr/>
      </dsp:nvSpPr>
      <dsp:spPr>
        <a:xfrm>
          <a:off x="0" y="1648775"/>
          <a:ext cx="2101381" cy="1260829"/>
        </a:xfrm>
        <a:prstGeom prst="rect">
          <a:avLst/>
        </a:prstGeom>
        <a:solidFill>
          <a:schemeClr val="accent2">
            <a:hueOff val="2416355"/>
            <a:satOff val="-6935"/>
            <a:lumOff val="-111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Health &amp; Wellness</a:t>
          </a:r>
          <a:r>
            <a:rPr lang="en-US" sz="1600" kern="1200"/>
            <a:t> – age-friendly, family-oriented wellbeing.</a:t>
          </a:r>
        </a:p>
      </dsp:txBody>
      <dsp:txXfrm>
        <a:off x="0" y="1648775"/>
        <a:ext cx="2101381" cy="1260829"/>
      </dsp:txXfrm>
    </dsp:sp>
    <dsp:sp modelId="{363293EC-E343-4735-B56D-C32DDF834851}">
      <dsp:nvSpPr>
        <dsp:cNvPr id="0" name=""/>
        <dsp:cNvSpPr/>
      </dsp:nvSpPr>
      <dsp:spPr>
        <a:xfrm>
          <a:off x="2311520" y="1648775"/>
          <a:ext cx="2101381" cy="1260829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Travel &amp; Leisure</a:t>
          </a:r>
          <a:r>
            <a:rPr lang="en-US" sz="1600" kern="1200"/>
            <a:t> – curated guides for multi-generational trips.</a:t>
          </a:r>
        </a:p>
      </dsp:txBody>
      <dsp:txXfrm>
        <a:off x="2311520" y="1648775"/>
        <a:ext cx="2101381" cy="1260829"/>
      </dsp:txXfrm>
    </dsp:sp>
    <dsp:sp modelId="{E12AFD24-4194-47FF-83E3-30F0F1920B49}">
      <dsp:nvSpPr>
        <dsp:cNvPr id="0" name=""/>
        <dsp:cNvSpPr/>
      </dsp:nvSpPr>
      <dsp:spPr>
        <a:xfrm>
          <a:off x="4623040" y="1648775"/>
          <a:ext cx="2101381" cy="1260829"/>
        </a:xfrm>
        <a:prstGeom prst="rect">
          <a:avLst/>
        </a:prstGeom>
        <a:solidFill>
          <a:schemeClr val="accent2">
            <a:hueOff val="4027259"/>
            <a:satOff val="-11558"/>
            <a:lumOff val="-1850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Technologies to Know</a:t>
          </a:r>
          <a:r>
            <a:rPr lang="en-US" sz="1600" kern="1200" dirty="0"/>
            <a:t> – making digital tools accessible for seniors.</a:t>
          </a:r>
        </a:p>
      </dsp:txBody>
      <dsp:txXfrm>
        <a:off x="4623040" y="1648775"/>
        <a:ext cx="2101381" cy="1260829"/>
      </dsp:txXfrm>
    </dsp:sp>
    <dsp:sp modelId="{630B2774-DA43-4A4F-BE40-5A6A221AE90F}">
      <dsp:nvSpPr>
        <dsp:cNvPr id="0" name=""/>
        <dsp:cNvSpPr/>
      </dsp:nvSpPr>
      <dsp:spPr>
        <a:xfrm>
          <a:off x="0" y="3119743"/>
          <a:ext cx="2101381" cy="1260829"/>
        </a:xfrm>
        <a:prstGeom prst="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Crafts &amp; Hobbies</a:t>
          </a:r>
          <a:r>
            <a:rPr lang="en-US" sz="1600" kern="1200" dirty="0"/>
            <a:t> – creative activities across generations.</a:t>
          </a:r>
        </a:p>
      </dsp:txBody>
      <dsp:txXfrm>
        <a:off x="0" y="3119743"/>
        <a:ext cx="2101381" cy="1260829"/>
      </dsp:txXfrm>
    </dsp:sp>
    <dsp:sp modelId="{AEC051FA-BC40-4F0E-ABD5-BE2A476A7B7A}">
      <dsp:nvSpPr>
        <dsp:cNvPr id="0" name=""/>
        <dsp:cNvSpPr/>
      </dsp:nvSpPr>
      <dsp:spPr>
        <a:xfrm>
          <a:off x="2311520" y="3119743"/>
          <a:ext cx="2101381" cy="1260829"/>
        </a:xfrm>
        <a:prstGeom prst="rect">
          <a:avLst/>
        </a:prstGeom>
        <a:solidFill>
          <a:schemeClr val="accent2">
            <a:hueOff val="5638162"/>
            <a:satOff val="-16181"/>
            <a:lumOff val="-2590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Personal Stories</a:t>
          </a:r>
          <a:r>
            <a:rPr lang="en-US" sz="1600" kern="1200"/>
            <a:t> – real voices from families.</a:t>
          </a:r>
        </a:p>
      </dsp:txBody>
      <dsp:txXfrm>
        <a:off x="2311520" y="3119743"/>
        <a:ext cx="2101381" cy="1260829"/>
      </dsp:txXfrm>
    </dsp:sp>
    <dsp:sp modelId="{590A702C-ED07-49BC-972D-9B1AD7159524}">
      <dsp:nvSpPr>
        <dsp:cNvPr id="0" name=""/>
        <dsp:cNvSpPr/>
      </dsp:nvSpPr>
      <dsp:spPr>
        <a:xfrm>
          <a:off x="4623040" y="3119743"/>
          <a:ext cx="2101381" cy="1260829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Community Events</a:t>
          </a:r>
          <a:r>
            <a:rPr lang="en-US" sz="1600" kern="1200"/>
            <a:t> – local and online gatherings.</a:t>
          </a:r>
        </a:p>
      </dsp:txBody>
      <dsp:txXfrm>
        <a:off x="4623040" y="3119743"/>
        <a:ext cx="2101381" cy="12608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325373-F3DF-42ED-AF54-099F3C6F8822}">
      <dsp:nvSpPr>
        <dsp:cNvPr id="0" name=""/>
        <dsp:cNvSpPr/>
      </dsp:nvSpPr>
      <dsp:spPr>
        <a:xfrm>
          <a:off x="281824" y="610316"/>
          <a:ext cx="1049721" cy="10882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6DB218-3A22-43E8-8105-1DB13A18CE3A}">
      <dsp:nvSpPr>
        <dsp:cNvPr id="0" name=""/>
        <dsp:cNvSpPr/>
      </dsp:nvSpPr>
      <dsp:spPr>
        <a:xfrm>
          <a:off x="1606" y="1959093"/>
          <a:ext cx="1610156" cy="1781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solidFill>
                <a:srgbClr val="156082"/>
              </a:solidFill>
            </a:rPr>
            <a:t>For Families:</a:t>
          </a:r>
          <a:r>
            <a:rPr lang="en-US" sz="1800" b="0" i="0" kern="1200" baseline="0" dirty="0">
              <a:solidFill>
                <a:srgbClr val="156082"/>
              </a:solidFill>
            </a:rPr>
            <a:t> 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0" i="0" kern="1200" baseline="0" dirty="0">
            <a:solidFill>
              <a:srgbClr val="156082"/>
            </a:solidFill>
          </a:endParaRP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>
              <a:solidFill>
                <a:srgbClr val="156082"/>
              </a:solidFill>
            </a:rPr>
            <a:t>A trusted, inspiring resource to stay connected and active together.</a:t>
          </a:r>
          <a:endParaRPr lang="en-US" sz="1600" kern="1200" dirty="0">
            <a:solidFill>
              <a:srgbClr val="156082"/>
            </a:solidFill>
          </a:endParaRPr>
        </a:p>
      </dsp:txBody>
      <dsp:txXfrm>
        <a:off x="1606" y="1959093"/>
        <a:ext cx="1610156" cy="1781928"/>
      </dsp:txXfrm>
    </dsp:sp>
    <dsp:sp modelId="{4578E446-EC79-4FCA-827B-13229C488561}">
      <dsp:nvSpPr>
        <dsp:cNvPr id="0" name=""/>
        <dsp:cNvSpPr/>
      </dsp:nvSpPr>
      <dsp:spPr>
        <a:xfrm>
          <a:off x="2173757" y="610316"/>
          <a:ext cx="1049721" cy="10882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8481DB-2ED4-440B-9C07-EDF9474AF2AB}">
      <dsp:nvSpPr>
        <dsp:cNvPr id="0" name=""/>
        <dsp:cNvSpPr/>
      </dsp:nvSpPr>
      <dsp:spPr>
        <a:xfrm>
          <a:off x="1893540" y="1959093"/>
          <a:ext cx="1610156" cy="1781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solidFill>
                <a:srgbClr val="156082"/>
              </a:solidFill>
            </a:rPr>
            <a:t>For Partners &amp; Sponsors:</a:t>
          </a:r>
          <a:r>
            <a:rPr lang="en-US" sz="1800" b="0" i="0" kern="1200" baseline="0" dirty="0">
              <a:solidFill>
                <a:srgbClr val="156082"/>
              </a:solidFill>
            </a:rPr>
            <a:t> 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b="0" i="0" kern="1200" baseline="0" dirty="0">
            <a:solidFill>
              <a:srgbClr val="156082"/>
            </a:solidFill>
          </a:endParaRP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>
              <a:solidFill>
                <a:srgbClr val="156082"/>
              </a:solidFill>
            </a:rPr>
            <a:t>A high-trust audience in a growing niche: seniors + family lifestyle.</a:t>
          </a:r>
          <a:endParaRPr lang="en-US" sz="1600" kern="1200" dirty="0">
            <a:solidFill>
              <a:srgbClr val="156082"/>
            </a:solidFill>
          </a:endParaRPr>
        </a:p>
      </dsp:txBody>
      <dsp:txXfrm>
        <a:off x="1893540" y="1959093"/>
        <a:ext cx="1610156" cy="1781928"/>
      </dsp:txXfrm>
    </dsp:sp>
    <dsp:sp modelId="{8E5F4254-F920-4CA8-83B7-5330ADC7E2BA}">
      <dsp:nvSpPr>
        <dsp:cNvPr id="0" name=""/>
        <dsp:cNvSpPr/>
      </dsp:nvSpPr>
      <dsp:spPr>
        <a:xfrm>
          <a:off x="4065691" y="610316"/>
          <a:ext cx="1049721" cy="10882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D8367F-E203-429B-98AB-D8A956C7A096}">
      <dsp:nvSpPr>
        <dsp:cNvPr id="0" name=""/>
        <dsp:cNvSpPr/>
      </dsp:nvSpPr>
      <dsp:spPr>
        <a:xfrm>
          <a:off x="3785473" y="1959093"/>
          <a:ext cx="1610156" cy="1781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solidFill>
                <a:srgbClr val="156082"/>
              </a:solidFill>
            </a:rPr>
            <a:t>For Investors: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solidFill>
                <a:srgbClr val="156082"/>
              </a:solidFill>
            </a:rPr>
            <a:t> 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>
              <a:solidFill>
                <a:srgbClr val="156082"/>
              </a:solidFill>
            </a:rPr>
            <a:t>Multiple revenue streams with scalability across the UK and beyond.</a:t>
          </a:r>
          <a:endParaRPr lang="en-US" sz="1800" kern="1200" dirty="0">
            <a:solidFill>
              <a:srgbClr val="156082"/>
            </a:solidFill>
          </a:endParaRPr>
        </a:p>
      </dsp:txBody>
      <dsp:txXfrm>
        <a:off x="3785473" y="1959093"/>
        <a:ext cx="1610156" cy="17819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B515AC-3FCC-4CA3-ABDF-31E5E392830E}">
      <dsp:nvSpPr>
        <dsp:cNvPr id="0" name=""/>
        <dsp:cNvSpPr/>
      </dsp:nvSpPr>
      <dsp:spPr>
        <a:xfrm>
          <a:off x="4259582" y="47295"/>
          <a:ext cx="2781295" cy="2185618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>
              <a:solidFill>
                <a:srgbClr val="FF9E80"/>
              </a:solidFill>
            </a:rPr>
            <a:t>Premium Memberships</a:t>
          </a:r>
          <a:r>
            <a:rPr lang="en-US" sz="1400" b="0" i="0" kern="1200" baseline="0" dirty="0">
              <a:solidFill>
                <a:srgbClr val="FF9E80"/>
              </a:solidFill>
            </a:rPr>
            <a:t> </a:t>
          </a:r>
          <a:r>
            <a:rPr lang="en-US" sz="1400" b="0" i="0" kern="1200" baseline="0" dirty="0"/>
            <a:t>(exclusive webinars, downloadable guides, event discounts).</a:t>
          </a:r>
          <a:endParaRPr lang="en-US" sz="1400" kern="1200" dirty="0"/>
        </a:p>
      </dsp:txBody>
      <dsp:txXfrm>
        <a:off x="4954906" y="47295"/>
        <a:ext cx="1390647" cy="1803135"/>
      </dsp:txXfrm>
    </dsp:sp>
    <dsp:sp modelId="{9DBDC417-9A5E-4122-A198-7D06D86F744D}">
      <dsp:nvSpPr>
        <dsp:cNvPr id="0" name=""/>
        <dsp:cNvSpPr/>
      </dsp:nvSpPr>
      <dsp:spPr>
        <a:xfrm rot="4320000">
          <a:off x="6424120" y="1434943"/>
          <a:ext cx="2272087" cy="2185618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>
              <a:solidFill>
                <a:srgbClr val="FF9E80"/>
              </a:solidFill>
            </a:rPr>
            <a:t>Sponsored Content &amp; Partnerships</a:t>
          </a:r>
          <a:r>
            <a:rPr lang="en-US" sz="1400" b="0" i="0" kern="1200" baseline="0" dirty="0">
              <a:solidFill>
                <a:srgbClr val="FF9E80"/>
              </a:solidFill>
            </a:rPr>
            <a:t> </a:t>
          </a:r>
          <a:r>
            <a:rPr lang="en-US" sz="1400" b="0" i="0" kern="1200" baseline="0" dirty="0"/>
            <a:t>(brands in wellness, travel, food, tech for seniors).</a:t>
          </a:r>
          <a:endParaRPr lang="en-US" sz="1400" kern="1200" dirty="0"/>
        </a:p>
      </dsp:txBody>
      <dsp:txXfrm rot="-5400000">
        <a:off x="6840477" y="1900634"/>
        <a:ext cx="1803135" cy="1136043"/>
      </dsp:txXfrm>
    </dsp:sp>
    <dsp:sp modelId="{11DA132C-FAB1-47F3-88FD-E15C1DEB7FDD}">
      <dsp:nvSpPr>
        <dsp:cNvPr id="0" name=""/>
        <dsp:cNvSpPr/>
      </dsp:nvSpPr>
      <dsp:spPr>
        <a:xfrm rot="8640000">
          <a:off x="5694590" y="3680205"/>
          <a:ext cx="2272087" cy="2185618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>
              <a:solidFill>
                <a:srgbClr val="FF9E80"/>
              </a:solidFill>
            </a:rPr>
            <a:t>Events &amp; Workshops</a:t>
          </a:r>
          <a:r>
            <a:rPr lang="en-US" sz="1400" b="0" i="0" kern="1200" baseline="0" dirty="0">
              <a:solidFill>
                <a:srgbClr val="FF9E80"/>
              </a:solidFill>
            </a:rPr>
            <a:t> </a:t>
          </a:r>
          <a:r>
            <a:rPr lang="en-US" sz="1400" b="0" i="0" kern="1200" baseline="0" dirty="0"/>
            <a:t>(both online and offline, ticketed).</a:t>
          </a:r>
          <a:endParaRPr lang="en-US" sz="1400" kern="1200" dirty="0"/>
        </a:p>
      </dsp:txBody>
      <dsp:txXfrm rot="10800000">
        <a:off x="6375021" y="4026164"/>
        <a:ext cx="1136043" cy="1803135"/>
      </dsp:txXfrm>
    </dsp:sp>
    <dsp:sp modelId="{D0786102-BF98-4CCA-A485-73FF7DA18D9B}">
      <dsp:nvSpPr>
        <dsp:cNvPr id="0" name=""/>
        <dsp:cNvSpPr/>
      </dsp:nvSpPr>
      <dsp:spPr>
        <a:xfrm rot="12960000">
          <a:off x="3333781" y="3680205"/>
          <a:ext cx="2272087" cy="2185618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>
              <a:solidFill>
                <a:srgbClr val="FF9E80"/>
              </a:solidFill>
            </a:rPr>
            <a:t>Affiliate Sales</a:t>
          </a:r>
          <a:r>
            <a:rPr lang="en-US" sz="1400" b="0" i="0" kern="1200" baseline="0" dirty="0">
              <a:solidFill>
                <a:srgbClr val="FF9E80"/>
              </a:solidFill>
            </a:rPr>
            <a:t> </a:t>
          </a:r>
          <a:r>
            <a:rPr lang="en-US" sz="1400" b="0" i="0" kern="1200" baseline="0" dirty="0"/>
            <a:t>(books, crafts, travel packages, tech tools).</a:t>
          </a:r>
          <a:endParaRPr lang="en-US" sz="1400" kern="1200" dirty="0"/>
        </a:p>
      </dsp:txBody>
      <dsp:txXfrm rot="10800000">
        <a:off x="3789394" y="4026164"/>
        <a:ext cx="1136043" cy="1803135"/>
      </dsp:txXfrm>
    </dsp:sp>
    <dsp:sp modelId="{83589E1B-1637-4083-9680-5105AAC3A887}">
      <dsp:nvSpPr>
        <dsp:cNvPr id="0" name=""/>
        <dsp:cNvSpPr/>
      </dsp:nvSpPr>
      <dsp:spPr>
        <a:xfrm rot="17280000">
          <a:off x="2604251" y="1434943"/>
          <a:ext cx="2272087" cy="2185618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>
              <a:solidFill>
                <a:srgbClr val="FF9E80"/>
              </a:solidFill>
            </a:rPr>
            <a:t>Community Marketplace</a:t>
          </a:r>
          <a:r>
            <a:rPr lang="en-US" sz="1400" b="0" i="0" kern="1200" baseline="0" dirty="0">
              <a:solidFill>
                <a:srgbClr val="FF9E80"/>
              </a:solidFill>
            </a:rPr>
            <a:t> </a:t>
          </a:r>
          <a:r>
            <a:rPr lang="en-US" sz="1400" b="0" i="0" kern="1200" baseline="0" dirty="0"/>
            <a:t>(future expansion: family-friendly products and services).</a:t>
          </a:r>
          <a:endParaRPr lang="en-US" sz="1400" kern="1200" dirty="0"/>
        </a:p>
      </dsp:txBody>
      <dsp:txXfrm rot="5400000">
        <a:off x="2656846" y="1900634"/>
        <a:ext cx="1803135" cy="11360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5E62B5-1FC5-411D-8B86-24C7CC1503F6}">
      <dsp:nvSpPr>
        <dsp:cNvPr id="0" name=""/>
        <dsp:cNvSpPr/>
      </dsp:nvSpPr>
      <dsp:spPr>
        <a:xfrm>
          <a:off x="3098612" y="0"/>
          <a:ext cx="5164195" cy="516419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0E9AC7-87DF-4033-9127-74F295EFA4F0}">
      <dsp:nvSpPr>
        <dsp:cNvPr id="0" name=""/>
        <dsp:cNvSpPr/>
      </dsp:nvSpPr>
      <dsp:spPr>
        <a:xfrm>
          <a:off x="3589211" y="490598"/>
          <a:ext cx="2014036" cy="20140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>
              <a:solidFill>
                <a:srgbClr val="FF9E80"/>
              </a:solidFill>
            </a:rPr>
            <a:t>Focused niche:</a:t>
          </a:r>
          <a:r>
            <a:rPr lang="en-US" sz="1600" b="0" i="0" kern="1200" baseline="0" dirty="0">
              <a:solidFill>
                <a:srgbClr val="FF9E80"/>
              </a:solidFill>
            </a:rPr>
            <a:t>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/>
            <a:t>We’re not “for everyone” — we’re dedicated to grandparents and intergenerational living.</a:t>
          </a:r>
          <a:endParaRPr lang="en-US" sz="1400" kern="1200" dirty="0"/>
        </a:p>
      </dsp:txBody>
      <dsp:txXfrm>
        <a:off x="3687528" y="588915"/>
        <a:ext cx="1817402" cy="1817402"/>
      </dsp:txXfrm>
    </dsp:sp>
    <dsp:sp modelId="{E723E9BB-4A84-47B8-946D-94AF8902527D}">
      <dsp:nvSpPr>
        <dsp:cNvPr id="0" name=""/>
        <dsp:cNvSpPr/>
      </dsp:nvSpPr>
      <dsp:spPr>
        <a:xfrm>
          <a:off x="5758172" y="490598"/>
          <a:ext cx="2014036" cy="20140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>
              <a:solidFill>
                <a:srgbClr val="FF9E80"/>
              </a:solidFill>
            </a:rPr>
            <a:t>Trust &amp; safety:</a:t>
          </a:r>
          <a:r>
            <a:rPr lang="en-US" sz="1600" b="0" i="0" kern="1200" baseline="0" dirty="0">
              <a:solidFill>
                <a:srgbClr val="FF9E80"/>
              </a:solidFill>
            </a:rPr>
            <a:t>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Family-first environment, curated content, supportive community.</a:t>
          </a:r>
          <a:endParaRPr lang="en-US" sz="1500" kern="1200" dirty="0"/>
        </a:p>
      </dsp:txBody>
      <dsp:txXfrm>
        <a:off x="5856489" y="588915"/>
        <a:ext cx="1817402" cy="1817402"/>
      </dsp:txXfrm>
    </dsp:sp>
    <dsp:sp modelId="{594A779A-9BB0-486E-8100-814D3A04589C}">
      <dsp:nvSpPr>
        <dsp:cNvPr id="0" name=""/>
        <dsp:cNvSpPr/>
      </dsp:nvSpPr>
      <dsp:spPr>
        <a:xfrm>
          <a:off x="3589211" y="2659560"/>
          <a:ext cx="2014036" cy="20140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>
              <a:solidFill>
                <a:srgbClr val="FF9E80"/>
              </a:solidFill>
            </a:rPr>
            <a:t>Scalability:</a:t>
          </a:r>
          <a:r>
            <a:rPr lang="en-US" sz="1600" b="0" i="0" kern="1200" baseline="0" dirty="0">
              <a:solidFill>
                <a:srgbClr val="FF9E80"/>
              </a:solidFill>
            </a:rPr>
            <a:t>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Content and events can expand from UK to global markets.</a:t>
          </a:r>
          <a:endParaRPr lang="en-US" sz="1500" kern="1200" dirty="0"/>
        </a:p>
      </dsp:txBody>
      <dsp:txXfrm>
        <a:off x="3687528" y="2757877"/>
        <a:ext cx="1817402" cy="1817402"/>
      </dsp:txXfrm>
    </dsp:sp>
    <dsp:sp modelId="{2503CF44-A6BA-4057-B882-38F95374633A}">
      <dsp:nvSpPr>
        <dsp:cNvPr id="0" name=""/>
        <dsp:cNvSpPr/>
      </dsp:nvSpPr>
      <dsp:spPr>
        <a:xfrm>
          <a:off x="5758172" y="2659560"/>
          <a:ext cx="2014036" cy="20140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>
              <a:solidFill>
                <a:srgbClr val="FF9E80"/>
              </a:solidFill>
            </a:rPr>
            <a:t>Partnership potential:</a:t>
          </a:r>
          <a:r>
            <a:rPr lang="en-US" sz="1600" b="0" i="0" kern="1200" baseline="0" dirty="0">
              <a:solidFill>
                <a:srgbClr val="FF9E80"/>
              </a:solidFill>
            </a:rPr>
            <a:t>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Natural alignment with healthcare, travel, education, and tech brands.</a:t>
          </a:r>
          <a:endParaRPr lang="en-US" sz="1500" kern="1200" dirty="0"/>
        </a:p>
      </dsp:txBody>
      <dsp:txXfrm>
        <a:off x="5856489" y="2757877"/>
        <a:ext cx="1817402" cy="18174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2043B9-BCB4-4523-9017-F594BCBA16C6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4CA4F4-0CFD-405A-B22F-715FFA7AE9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35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9CA3F-F5A6-137E-1343-6EF04DAF8F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7CC5E3-ADB1-E333-1B28-C155A6666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B9223-F2F1-8284-DB04-E7D843C57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CB28-FF20-4BDB-A61C-ACF6B922EA8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9AE37-110A-520E-C51B-6E99421C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13216-903B-80E3-913C-17C282E6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A968-092E-4920-95C9-71B2A6B961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009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CA751-CBEB-9D1E-1184-FBDFBAEE8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B2C86-1635-7DD2-9FE6-55B086A48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C9432-05BB-1806-8B46-E1094A5C7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25785-FDA7-43CB-B72C-6F9E12544EDA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88B65-A5DC-CA59-F064-802AE48FF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C4296-54F8-FC34-13F3-029F7F888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A968-092E-4920-95C9-71B2A6B961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684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A5ADC-674A-7FF4-166F-281E2964E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620FA-3DD7-6E7F-F924-93491CCCE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8D711-04D1-F4A0-6084-7435D0761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43FC4-151C-4D0F-BCA4-EDBC77CE3A4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24950-B7AD-1161-A793-D8BFEC3C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367B4-6F7F-6616-76BF-EA78DEE9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A968-092E-4920-95C9-71B2A6B961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9303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2D21-EBCF-6A75-9119-B0A91A8F8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74A48-2E2C-38FD-AC1F-027343DD5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6A165-2FD5-B5E1-A5A1-B18AF8011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06D06-0CA7-0F0B-20DA-D8ACDBB84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274CB-6A82-4D0D-AE78-9A48F6B4E05B}" type="datetime1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D78B7-3F0E-D38F-6D6F-0D36C2B9B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7209A-5DFA-160E-AE23-717D21DF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A968-092E-4920-95C9-71B2A6B961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5149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C2266-362B-B896-4073-9772464AB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51401-36E4-8BAD-94C6-36B4F1477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50F6A-4D95-F9CD-AC14-CF66B459B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0D6B0A-AE9E-E8FC-07FA-116A2C769E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9D2F4F-3FA3-2F5E-B7DD-C1AB17791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E2BAB0-D146-7150-FDD6-37F2668D3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06D4-165D-45C2-97ED-21A2DF6FA54D}" type="datetime1">
              <a:rPr lang="en-GB" smtClean="0"/>
              <a:t>15/09/2025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61B155-209E-85A9-7785-9CFD7A5C8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6849CE-3BAB-5647-6B64-F6E3131F4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A968-092E-4920-95C9-71B2A6B961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110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A7DE6-91EA-5677-C0BA-7836CD637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2AE8D5-3F15-B104-CD2F-CA1A61FE8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3171-9A6C-4268-A383-4C7BE07129BD}" type="datetime1">
              <a:rPr lang="en-GB" smtClean="0"/>
              <a:t>15/09/2025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9DF2A-D667-986A-AF09-A1B191DB5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072889-7A55-B23F-E116-2E6587715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A968-092E-4920-95C9-71B2A6B961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878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BB766C-8B2F-EDA8-72A3-10004B9E5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040C4-52D6-4DBB-BD18-99B34031DD05}" type="datetime1">
              <a:rPr lang="en-GB" smtClean="0"/>
              <a:t>15/09/2025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7FE5C8-6A02-5E03-848F-F520FA40B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C400C-52CE-6A4A-2942-BD5F41A57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A968-092E-4920-95C9-71B2A6B961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426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C582C-022C-339A-111D-8945C388A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45A23-57D5-6A60-5512-25D31BD55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CBAE6-C349-A1EA-83B0-3B64DFB10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FE14D-4D4B-6695-7AB5-C74FBD6B6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6199-9FEC-4A5D-90B8-6B41A25C8C5C}" type="datetime1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9E6C2-F47E-1991-DC86-AB8064A0F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AB8BB-5E53-5AFE-88B5-B2941E6B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A968-092E-4920-95C9-71B2A6B961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911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5A72F-8068-37C8-0415-FBC45F2EB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D3CC5D-A5E2-56BE-5681-1FE461585D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2748C-2E51-A8A4-69DF-0E8452E49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A7A6F-71FF-7904-6FF8-DCCC9C5DB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993E-454E-4F91-A3D5-06DDBCDA2830}" type="datetime1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5FC07-0C82-6544-14FC-F13B8766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7154B-CADB-A872-8881-295A59B3D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A968-092E-4920-95C9-71B2A6B961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23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E0BB6-F15F-10C3-2C00-9B5310845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4C94AE-1E45-EA95-6B9E-5B3A3D35F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4A2C1-D7EA-509A-7268-561723376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19D4-F76C-4775-A011-CE717BF7774C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39D4E-9B70-D7EF-0925-CE294D46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AC7F9-EB3B-44AF-EB9E-45BCDD61F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A968-092E-4920-95C9-71B2A6B961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048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E7E56D-DFB8-1C97-C2A9-48D637A4E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F4C29-C687-C23C-52BA-EBBADEE3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CCBE3-2A94-C79C-4E57-6C6C26D05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0B590-88B7-4D5E-8AD2-AF6F15DDA39B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28E61-E1F9-744B-9BEE-4CBA4300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AA5E1-9405-5901-80E3-F8317276C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A968-092E-4920-95C9-71B2A6B961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81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7CE5D9-BEFE-01C4-5F5B-6CB714901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293BD-1AA9-0DF6-A3A3-657BD8A82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0A414-42FD-921B-A5E7-4E18CC6CD8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596385-27E3-400F-9A0D-09A975B77F99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A4807-E40D-87DC-7A80-A25154627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D7FC2-51F2-1664-9801-19CD6EF2FB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8EA968-092E-4920-95C9-71B2A6B961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73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CF840D-9662-4AD9-F6C2-8B3965089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934" y="2837402"/>
            <a:ext cx="4616434" cy="1004074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899F565-99CA-0630-064A-850B5CB47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33" y="2927237"/>
            <a:ext cx="4644528" cy="824403"/>
          </a:xfrm>
          <a:prstGeom prst="rect">
            <a:avLst/>
          </a:prstGeom>
        </p:spPr>
      </p:pic>
      <p:sp>
        <p:nvSpPr>
          <p:cNvPr id="10" name="Title 3">
            <a:extLst>
              <a:ext uri="{FF2B5EF4-FFF2-40B4-BE49-F238E27FC236}">
                <a16:creationId xmlns:a16="http://schemas.microsoft.com/office/drawing/2014/main" id="{41404860-347E-8809-7BA7-464E68696884}"/>
              </a:ext>
            </a:extLst>
          </p:cNvPr>
          <p:cNvSpPr txBox="1">
            <a:spLocks/>
          </p:cNvSpPr>
          <p:nvPr/>
        </p:nvSpPr>
        <p:spPr>
          <a:xfrm>
            <a:off x="838200" y="5608562"/>
            <a:ext cx="10515600" cy="42684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Investor Pitch Overview</a:t>
            </a:r>
          </a:p>
        </p:txBody>
      </p:sp>
    </p:spTree>
    <p:extLst>
      <p:ext uri="{BB962C8B-B14F-4D97-AF65-F5344CB8AC3E}">
        <p14:creationId xmlns:p14="http://schemas.microsoft.com/office/powerpoint/2010/main" val="402889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3E60C6D-4E85-4E14-BCDF-BF15C241F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E111DAB-8AC3-0ED0-37BD-7E7A84DEA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294" y="486184"/>
            <a:ext cx="5397237" cy="132556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9E80"/>
                </a:solidFill>
              </a:rPr>
              <a:t>Introduction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AA6A66-B368-776B-819E-7F5E4C460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53" y="1469891"/>
            <a:ext cx="4555700" cy="990865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D42D292-4C48-479B-9E59-E29CD9871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907E8B-0421-9172-9750-FA5056DA4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9" y="3057956"/>
            <a:ext cx="4786233" cy="3194811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F7939-D97E-BB7E-001D-55FF03842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1294" y="1946684"/>
            <a:ext cx="5397237" cy="4351338"/>
          </a:xfrm>
        </p:spPr>
        <p:txBody>
          <a:bodyPr>
            <a:normAutofit/>
          </a:bodyPr>
          <a:lstStyle/>
          <a:p>
            <a:r>
              <a:rPr lang="en-US" sz="2200" b="1" dirty="0" err="1">
                <a:solidFill>
                  <a:schemeClr val="tx2"/>
                </a:solidFill>
              </a:rPr>
              <a:t>Granhub</a:t>
            </a:r>
            <a:r>
              <a:rPr lang="en-US" sz="2200" dirty="0">
                <a:solidFill>
                  <a:schemeClr val="tx2"/>
                </a:solidFill>
              </a:rPr>
              <a:t>, a platform designed to </a:t>
            </a:r>
            <a:r>
              <a:rPr lang="en-US" sz="2200" b="1" dirty="0">
                <a:solidFill>
                  <a:schemeClr val="tx2"/>
                </a:solidFill>
              </a:rPr>
              <a:t>bridge the gap between generations</a:t>
            </a:r>
            <a:r>
              <a:rPr lang="en-US" sz="2200" dirty="0">
                <a:solidFill>
                  <a:schemeClr val="tx2"/>
                </a:solidFill>
              </a:rPr>
              <a:t> and create meaningful connections in modern family life.</a:t>
            </a:r>
          </a:p>
          <a:p>
            <a:pPr marL="0" indent="0">
              <a:buNone/>
            </a:pPr>
            <a:endParaRPr lang="en-US" sz="2200" dirty="0">
              <a:solidFill>
                <a:schemeClr val="tx2"/>
              </a:solidFill>
            </a:endParaRPr>
          </a:p>
          <a:p>
            <a:r>
              <a:rPr lang="en-US" sz="2200" dirty="0">
                <a:solidFill>
                  <a:schemeClr val="tx2"/>
                </a:solidFill>
              </a:rPr>
              <a:t>Today, families are more spread out than ever — geographically, culturally, and digitally. Grandparents want to be more than occasional babysitters; they want to share wisdom, values, and experiences. Parents want support. Grandchildren crave connection. </a:t>
            </a:r>
            <a:r>
              <a:rPr lang="en-US" sz="2200" b="1" dirty="0" err="1">
                <a:solidFill>
                  <a:schemeClr val="tx2"/>
                </a:solidFill>
              </a:rPr>
              <a:t>Granhub</a:t>
            </a:r>
            <a:r>
              <a:rPr lang="en-US" sz="2200" b="1" dirty="0">
                <a:solidFill>
                  <a:schemeClr val="tx2"/>
                </a:solidFill>
              </a:rPr>
              <a:t> exists to meet this need.</a:t>
            </a:r>
            <a:endParaRPr lang="en-US" sz="2200" dirty="0">
              <a:solidFill>
                <a:schemeClr val="tx2"/>
              </a:solidFill>
            </a:endParaRPr>
          </a:p>
          <a:p>
            <a:endParaRPr lang="en-GB" sz="2200" dirty="0">
              <a:solidFill>
                <a:schemeClr val="tx2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533DF362-939D-4EEE-8DC4-6B54607E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198">
            <a:off x="1539683" y="162676"/>
            <a:ext cx="4083433" cy="4083433"/>
          </a:xfrm>
          <a:prstGeom prst="arc">
            <a:avLst>
              <a:gd name="adj1" fmla="val 17445962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3EC757-FC26-D47D-25AD-BBAD6832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page 1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412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B0B678-CD10-4371-96E5-2706F4579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270323-9616-4384-857D-E86B78272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A3838D5-9565-4601-BAC3-D1B5BDB80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349A4B8-3246-4579-922E-FE1155C7F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F77BC9-1206-13B3-6818-D4D2E243A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75" y="847827"/>
            <a:ext cx="5408813" cy="1169585"/>
          </a:xfrm>
        </p:spPr>
        <p:txBody>
          <a:bodyPr anchor="b">
            <a:normAutofit/>
          </a:bodyPr>
          <a:lstStyle/>
          <a:p>
            <a:r>
              <a:rPr lang="en-GB" sz="4000" b="1" dirty="0">
                <a:solidFill>
                  <a:srgbClr val="FF9E80"/>
                </a:solidFill>
              </a:rPr>
              <a:t>Our Mission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7A15B8-DD3C-F968-5706-DB5C9A875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2204775"/>
            <a:ext cx="4389120" cy="95463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57331" y="2188548"/>
            <a:ext cx="5041025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491B93-C207-16F1-022E-4DC84FE6A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" y="3514787"/>
            <a:ext cx="4389120" cy="8119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FCD7D-BB1D-68D9-899E-656D43F29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049" y="1976519"/>
            <a:ext cx="5408813" cy="3632493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To empower grandparents and families by providing digital tools, resources, and community spaces that foster intergenerational connection.</a:t>
            </a:r>
          </a:p>
          <a:p>
            <a:r>
              <a:rPr lang="en-US" sz="2000" dirty="0">
                <a:solidFill>
                  <a:schemeClr val="tx2"/>
                </a:solidFill>
              </a:rPr>
              <a:t>We don’t just want to provide content — we want to </a:t>
            </a:r>
            <a:r>
              <a:rPr lang="en-US" sz="2000" b="1" dirty="0">
                <a:solidFill>
                  <a:schemeClr val="tx2"/>
                </a:solidFill>
              </a:rPr>
              <a:t>create a movement</a:t>
            </a:r>
            <a:r>
              <a:rPr lang="en-US" sz="2000" dirty="0">
                <a:solidFill>
                  <a:schemeClr val="tx2"/>
                </a:solidFill>
              </a:rPr>
              <a:t> where families learn, play, and grow together.</a:t>
            </a:r>
            <a:endParaRPr lang="en-GB" sz="2000" dirty="0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9FC45-FBD4-3813-556C-4CA16F05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Page 2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275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756B343-807D-456E-AA26-80E96B75D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854B87-E503-A5D5-2851-D715B9431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GB" sz="3600" b="1" dirty="0">
                <a:solidFill>
                  <a:srgbClr val="FF9E80"/>
                </a:solidFill>
              </a:rPr>
              <a:t>The Problem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AD3BCB-9326-6D94-BC04-3F160E5D1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5" r="14905"/>
          <a:stretch/>
        </p:blipFill>
        <p:spPr>
          <a:xfrm>
            <a:off x="487720" y="633549"/>
            <a:ext cx="5829999" cy="545805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3F2CE-435B-07C3-9447-86BBAAF2D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11" y="2138636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500" dirty="0">
                <a:solidFill>
                  <a:schemeClr val="tx2"/>
                </a:solidFill>
              </a:rPr>
              <a:t>Over </a:t>
            </a:r>
            <a:r>
              <a:rPr lang="en-US" sz="1500" b="1" dirty="0">
                <a:solidFill>
                  <a:schemeClr val="tx2"/>
                </a:solidFill>
              </a:rPr>
              <a:t>40% of grandparents</a:t>
            </a:r>
            <a:r>
              <a:rPr lang="en-US" sz="1500" dirty="0">
                <a:solidFill>
                  <a:schemeClr val="tx2"/>
                </a:solidFill>
              </a:rPr>
              <a:t> in the UK live more than an hour away from their grandchildren.</a:t>
            </a:r>
          </a:p>
          <a:p>
            <a:r>
              <a:rPr lang="en-US" sz="1500" dirty="0">
                <a:solidFill>
                  <a:schemeClr val="tx2"/>
                </a:solidFill>
              </a:rPr>
              <a:t>Seniors often feel left out of digital-first family communication.</a:t>
            </a:r>
          </a:p>
          <a:p>
            <a:r>
              <a:rPr lang="en-US" sz="1500" dirty="0">
                <a:solidFill>
                  <a:schemeClr val="tx2"/>
                </a:solidFill>
              </a:rPr>
              <a:t>Families are looking for </a:t>
            </a:r>
            <a:r>
              <a:rPr lang="en-US" sz="1500" b="1" dirty="0">
                <a:solidFill>
                  <a:schemeClr val="tx2"/>
                </a:solidFill>
              </a:rPr>
              <a:t>safe, supportive, and engaging platforms</a:t>
            </a:r>
            <a:r>
              <a:rPr lang="en-US" sz="1500" dirty="0">
                <a:solidFill>
                  <a:schemeClr val="tx2"/>
                </a:solidFill>
              </a:rPr>
              <a:t> to connect across generations.</a:t>
            </a:r>
          </a:p>
          <a:p>
            <a:pPr marL="0" indent="0">
              <a:buNone/>
            </a:pPr>
            <a:endParaRPr lang="en-US" sz="15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Existing social media is either too general, too commercial, or unsafe for deep family interactions. There’s no single trusted hub focused specifically on </a:t>
            </a:r>
            <a:r>
              <a:rPr lang="en-US" sz="1500" b="1" dirty="0">
                <a:solidFill>
                  <a:schemeClr val="tx2"/>
                </a:solidFill>
              </a:rPr>
              <a:t>grandparent–grandchild relationships</a:t>
            </a:r>
            <a:r>
              <a:rPr lang="en-US" sz="1500" dirty="0">
                <a:solidFill>
                  <a:schemeClr val="tx2"/>
                </a:solidFill>
              </a:rPr>
              <a:t>.</a:t>
            </a:r>
          </a:p>
          <a:p>
            <a:endParaRPr lang="en-GB" sz="1500" dirty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B5FD13-DCBF-11BF-DF03-2975EED44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Page 3 </a:t>
            </a:r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3C88D-0C29-0DE3-1F10-CC410E345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805" y="5737295"/>
            <a:ext cx="3614961" cy="78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025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5897CCA-486C-491C-B4C1-5E5C95A82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11B4E-905C-EAAB-A103-538DBBB31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189" y="123298"/>
            <a:ext cx="6356606" cy="18432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dirty="0">
                <a:solidFill>
                  <a:srgbClr val="FF9E80"/>
                </a:solidFill>
                <a:latin typeface="Aptos Narrow" panose="020B0004020202020204" pitchFamily="34" charset="0"/>
                <a:cs typeface="AngsanaUPC" panose="020B0502040204020203" pitchFamily="18" charset="-34"/>
              </a:rPr>
              <a:t>Our Solution: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952E01-CDF7-B3B7-9931-F3EA61EDDD0D}"/>
              </a:ext>
            </a:extLst>
          </p:cNvPr>
          <p:cNvSpPr txBox="1"/>
          <p:nvPr/>
        </p:nvSpPr>
        <p:spPr>
          <a:xfrm>
            <a:off x="563189" y="1250014"/>
            <a:ext cx="64929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i="1" dirty="0" err="1">
                <a:solidFill>
                  <a:schemeClr val="accent1"/>
                </a:solidFill>
              </a:rPr>
              <a:t>Granhub</a:t>
            </a:r>
            <a:r>
              <a:rPr lang="en-US" sz="1400" i="1" dirty="0">
                <a:solidFill>
                  <a:schemeClr val="accent1"/>
                </a:solidFill>
              </a:rPr>
              <a:t> is an </a:t>
            </a:r>
            <a:r>
              <a:rPr lang="en-US" sz="1400" b="1" i="1" dirty="0">
                <a:solidFill>
                  <a:schemeClr val="accent1"/>
                </a:solidFill>
              </a:rPr>
              <a:t>intergenerational lifestyle and community platform</a:t>
            </a:r>
            <a:r>
              <a:rPr lang="en-US" sz="1400" i="1" dirty="0">
                <a:solidFill>
                  <a:schemeClr val="accent1"/>
                </a:solidFill>
              </a:rPr>
              <a:t> with curated content, events, and tools.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48F91E-185F-A72C-AEF3-2171200A2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95" r="26095"/>
          <a:stretch/>
        </p:blipFill>
        <p:spPr>
          <a:xfrm>
            <a:off x="7556409" y="671490"/>
            <a:ext cx="3995928" cy="5571896"/>
          </a:xfrm>
          <a:prstGeom prst="rect">
            <a:avLst/>
          </a:prstGeom>
          <a:effectLst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D3B3F-7D27-F488-DD32-F24A26DCB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Page 4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1647599F-1B93-F150-0C36-30168FC8C4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6095183"/>
              </p:ext>
            </p:extLst>
          </p:nvPr>
        </p:nvGraphicFramePr>
        <p:xfrm>
          <a:off x="544836" y="1863917"/>
          <a:ext cx="6724422" cy="4558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95035B8-09AD-E240-66C0-4070F81CBC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4234" y="671490"/>
            <a:ext cx="3051886" cy="66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553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3E60C6D-4E85-4E14-BCDF-BF15C241F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E3BDD-F682-EEFC-5E84-11A9EA4C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294" y="486184"/>
            <a:ext cx="5397237" cy="132556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9E80"/>
                </a:solidFill>
              </a:rPr>
              <a:t>Value Proposition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64FBCD-9901-32C4-EFC8-3BBA4961B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53" y="1469891"/>
            <a:ext cx="4555700" cy="990865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D42D292-4C48-479B-9E59-E29CD9871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 descr="A group of people walking on a dirt road&#10;&#10;AI-generated content may be incorrect.">
            <a:extLst>
              <a:ext uri="{FF2B5EF4-FFF2-40B4-BE49-F238E27FC236}">
                <a16:creationId xmlns:a16="http://schemas.microsoft.com/office/drawing/2014/main" id="{3D5A1270-7570-F35C-5EF0-1AE54EC1D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53" y="3611385"/>
            <a:ext cx="4555700" cy="2562581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</p:spPr>
      </p:pic>
      <p:graphicFrame>
        <p:nvGraphicFramePr>
          <p:cNvPr id="19" name="Rectangle 1">
            <a:extLst>
              <a:ext uri="{FF2B5EF4-FFF2-40B4-BE49-F238E27FC236}">
                <a16:creationId xmlns:a16="http://schemas.microsoft.com/office/drawing/2014/main" id="{D0EC1119-1654-98EC-7AD8-1DB28A1CB6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155921"/>
              </p:ext>
            </p:extLst>
          </p:nvPr>
        </p:nvGraphicFramePr>
        <p:xfrm>
          <a:off x="6151294" y="1779044"/>
          <a:ext cx="539723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7" name="Arc 16">
            <a:extLst>
              <a:ext uri="{FF2B5EF4-FFF2-40B4-BE49-F238E27FC236}">
                <a16:creationId xmlns:a16="http://schemas.microsoft.com/office/drawing/2014/main" id="{533DF362-939D-4EEE-8DC4-6B54607E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198">
            <a:off x="1539683" y="162676"/>
            <a:ext cx="4083433" cy="4083433"/>
          </a:xfrm>
          <a:prstGeom prst="arc">
            <a:avLst>
              <a:gd name="adj1" fmla="val 17445962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52C73E-BC6B-B229-DCA1-0EE49FAB0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Page 5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865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hand watering a plant on coins&#10;&#10;AI-generated content may be incorrect.">
            <a:extLst>
              <a:ext uri="{FF2B5EF4-FFF2-40B4-BE49-F238E27FC236}">
                <a16:creationId xmlns:a16="http://schemas.microsoft.com/office/drawing/2014/main" id="{A6D47429-6AE9-54B9-8750-DA07A5E418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3820"/>
            <a:ext cx="12192000" cy="701782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0DAEF8-4C62-25CB-0869-B808A0809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Page 6</a:t>
            </a:r>
            <a:endParaRPr lang="en-GB" dirty="0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432F3BAB-4E68-4792-3276-819A1A82ED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7393801"/>
              </p:ext>
            </p:extLst>
          </p:nvPr>
        </p:nvGraphicFramePr>
        <p:xfrm>
          <a:off x="445770" y="647700"/>
          <a:ext cx="11300460" cy="5913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92F55FB-7E89-BE93-9E39-A3E08AE055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3692" y="5943293"/>
            <a:ext cx="3282876" cy="714026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EEC9A2-9D72-580D-3080-A2B28BC296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9700" y="2872740"/>
            <a:ext cx="1752600" cy="1752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6CFFC0-1978-46A4-99BF-CE61C1CDF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432" y="106837"/>
            <a:ext cx="5740547" cy="1325563"/>
          </a:xfrm>
        </p:spPr>
        <p:txBody>
          <a:bodyPr>
            <a:normAutofit/>
          </a:bodyPr>
          <a:lstStyle/>
          <a:p>
            <a:r>
              <a:rPr lang="en-GB" sz="5400" b="1" dirty="0">
                <a:solidFill>
                  <a:srgbClr val="FF9E80"/>
                </a:solidFill>
              </a:rPr>
              <a:t>Revenue Model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A1642B-2F07-EC58-E2E2-ED783D765233}"/>
              </a:ext>
            </a:extLst>
          </p:cNvPr>
          <p:cNvCxnSpPr/>
          <p:nvPr/>
        </p:nvCxnSpPr>
        <p:spPr>
          <a:xfrm>
            <a:off x="320040" y="1127760"/>
            <a:ext cx="4442460" cy="0"/>
          </a:xfrm>
          <a:prstGeom prst="line">
            <a:avLst/>
          </a:prstGeom>
          <a:ln w="5715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1990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98165-20C4-2F70-920E-25E229D44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702" y="502182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GB" sz="6000" b="1" dirty="0">
                <a:solidFill>
                  <a:srgbClr val="FF9E80"/>
                </a:solidFill>
              </a:rPr>
              <a:t>Market    Opportunity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6BC6166-238A-9516-F3C6-92539E09CD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0628" y="2366358"/>
            <a:ext cx="6046414" cy="38820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UK has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14+ million grandparents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many actively involved in family life.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senior wellness and lifestyle market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is valued at billions and growing rapidly.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Increasing demand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safe, family-oriented platforms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— unlike generic social media.</a:t>
            </a:r>
          </a:p>
        </p:txBody>
      </p:sp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2B0CE24E-7789-0167-1A07-AD47412BE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118" y="3769718"/>
            <a:ext cx="4642168" cy="100967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03D8A8-3BB7-9045-6747-8898D0122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Page 7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626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een person on a green arrow&#10;&#10;AI-generated content may be incorrect.">
            <a:extLst>
              <a:ext uri="{FF2B5EF4-FFF2-40B4-BE49-F238E27FC236}">
                <a16:creationId xmlns:a16="http://schemas.microsoft.com/office/drawing/2014/main" id="{BA15DEEC-8CEC-51E1-55C3-9E461A910B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984510"/>
            <a:ext cx="12192000" cy="6854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6FD8FC-9A54-BAB0-EE5B-61FF0FF4C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540" y="38735"/>
            <a:ext cx="10515600" cy="1325563"/>
          </a:xfrm>
        </p:spPr>
        <p:txBody>
          <a:bodyPr>
            <a:normAutofit/>
          </a:bodyPr>
          <a:lstStyle/>
          <a:p>
            <a:r>
              <a:rPr lang="en-GB" sz="6000" b="1" dirty="0">
                <a:solidFill>
                  <a:srgbClr val="FF9E80"/>
                </a:solidFill>
                <a:latin typeface="Arial Narrow" panose="020B0606020202030204" pitchFamily="34" charset="0"/>
                <a:cs typeface="AngsanaUPC" panose="020B0502040204020203" pitchFamily="18" charset="-34"/>
              </a:rPr>
              <a:t>Competitive</a:t>
            </a:r>
            <a:r>
              <a:rPr lang="en-GB" sz="6000" b="1" dirty="0">
                <a:solidFill>
                  <a:srgbClr val="FF9E80"/>
                </a:solidFill>
                <a:latin typeface="Arial Narrow" panose="020B0606020202030204" pitchFamily="34" charset="0"/>
              </a:rPr>
              <a:t> </a:t>
            </a:r>
            <a:r>
              <a:rPr lang="en-GB" sz="6000" b="1" dirty="0">
                <a:solidFill>
                  <a:srgbClr val="FF9E80"/>
                </a:solidFill>
                <a:latin typeface="Arial Narrow" panose="020B0606020202030204" pitchFamily="34" charset="0"/>
                <a:cs typeface="AngsanaUPC" panose="020B0502040204020203" pitchFamily="18" charset="-34"/>
              </a:rPr>
              <a:t>Advantage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45486-0E83-9FBC-5485-A8C4A3992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Page 8</a:t>
            </a:r>
            <a:endParaRPr lang="en-GB" dirty="0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44F8D445-EDDB-14B0-4343-777B8370E4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1092140"/>
              </p:ext>
            </p:extLst>
          </p:nvPr>
        </p:nvGraphicFramePr>
        <p:xfrm>
          <a:off x="312420" y="1175010"/>
          <a:ext cx="11361420" cy="5164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7B4A9267-D5C1-1C14-01FB-7887AB4565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20" y="277431"/>
            <a:ext cx="3741420" cy="81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400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2F3970-42BD-9B3F-C084-9A3E71E1A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73172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GB" b="1" dirty="0">
                <a:solidFill>
                  <a:srgbClr val="FF9E80"/>
                </a:solidFill>
              </a:rPr>
              <a:t>Our Ask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CAFAD-3C7D-CDDF-1F11-A93CA1106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We are seeking investment to:</a:t>
            </a:r>
          </a:p>
          <a:p>
            <a:r>
              <a:rPr lang="en-US" sz="1800" dirty="0">
                <a:solidFill>
                  <a:schemeClr val="tx2"/>
                </a:solidFill>
              </a:rPr>
              <a:t>Scale platform development and improve digital community features.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Expand content production (video, webinars, guides).</a:t>
            </a:r>
          </a:p>
          <a:p>
            <a:r>
              <a:rPr lang="en-US" sz="1800" dirty="0">
                <a:solidFill>
                  <a:schemeClr val="tx2"/>
                </a:solidFill>
              </a:rPr>
              <a:t>Launch targeted marketing campaigns to grow our user base.</a:t>
            </a:r>
          </a:p>
          <a:p>
            <a:r>
              <a:rPr lang="en-US" sz="1800" dirty="0">
                <a:solidFill>
                  <a:schemeClr val="tx2"/>
                </a:solidFill>
              </a:rPr>
              <a:t>Build partnerships with trusted brands in health, lifestyle, and travel.</a:t>
            </a:r>
          </a:p>
          <a:p>
            <a:endParaRPr lang="en-GB" sz="1800" dirty="0">
              <a:solidFill>
                <a:schemeClr val="tx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06BE6851-C6C9-0785-A005-57C695093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09" y="5755072"/>
            <a:ext cx="3451491" cy="7507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ACE781-5F98-88CE-DEB8-B3EDD9585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Page 9</a:t>
            </a:r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ED0966-052A-17D5-B748-43718451B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619" y="1577539"/>
            <a:ext cx="5342128" cy="400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53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6FD6E4DC-0391-53D5-7883-EA813E1B5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9" y="5171730"/>
            <a:ext cx="3968169" cy="86307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0E633-825D-ED29-DAAE-81D58A251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883544"/>
            <a:ext cx="6586915" cy="1556907"/>
          </a:xfrm>
        </p:spPr>
        <p:txBody>
          <a:bodyPr anchor="ctr">
            <a:normAutofit/>
          </a:bodyPr>
          <a:lstStyle/>
          <a:p>
            <a:r>
              <a:rPr lang="en-US" sz="1500" dirty="0" err="1"/>
              <a:t>Granhub</a:t>
            </a:r>
            <a:r>
              <a:rPr lang="en-US" sz="1500" dirty="0"/>
              <a:t> isn’t just a website. It’s a </a:t>
            </a:r>
            <a:r>
              <a:rPr lang="en-US" sz="1500" b="1" dirty="0"/>
              <a:t>movement to reconnect generations</a:t>
            </a:r>
            <a:r>
              <a:rPr lang="en-US" sz="1500" dirty="0"/>
              <a:t>, enrich families, and create lasting legacies. With your support, we can scale </a:t>
            </a:r>
            <a:r>
              <a:rPr lang="en-US" sz="1500" dirty="0" err="1"/>
              <a:t>Granhub</a:t>
            </a:r>
            <a:r>
              <a:rPr lang="en-US" sz="1500" dirty="0"/>
              <a:t> into the go-to global hub for grandparents and families everywhere.</a:t>
            </a:r>
          </a:p>
          <a:p>
            <a:r>
              <a:rPr lang="en-US" sz="1500" dirty="0"/>
              <a:t>Together, we can </a:t>
            </a:r>
            <a:r>
              <a:rPr lang="en-US" sz="1500" b="1" dirty="0"/>
              <a:t>turn wisdom into impact, and family bonds into a sustainable business opportunity.</a:t>
            </a:r>
            <a:endParaRPr lang="en-US" sz="1500" dirty="0"/>
          </a:p>
          <a:p>
            <a:endParaRPr lang="en-GB" sz="15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49ED1C-3A5E-1104-D15B-2104E777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Page 10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A95ECD-6D2A-D987-1E24-00A3C294B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125" y="223756"/>
            <a:ext cx="10375955" cy="408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714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DB1E3-AD32-FE9D-8965-44B123B9D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13EE83-63A6-B5B3-EF8E-CAC33268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934" y="2837402"/>
            <a:ext cx="4616434" cy="100407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B824EB9-F51C-96E3-7F57-83C6F0AF0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33" y="2927237"/>
            <a:ext cx="4644528" cy="824403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DA6D29A5-B1FD-3911-A48D-12E376D6723C}"/>
              </a:ext>
            </a:extLst>
          </p:cNvPr>
          <p:cNvSpPr txBox="1">
            <a:spLocks/>
          </p:cNvSpPr>
          <p:nvPr/>
        </p:nvSpPr>
        <p:spPr>
          <a:xfrm>
            <a:off x="838200" y="5608562"/>
            <a:ext cx="10515600" cy="42684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Thanks for watching</a:t>
            </a:r>
          </a:p>
        </p:txBody>
      </p:sp>
    </p:spTree>
    <p:extLst>
      <p:ext uri="{BB962C8B-B14F-4D97-AF65-F5344CB8AC3E}">
        <p14:creationId xmlns:p14="http://schemas.microsoft.com/office/powerpoint/2010/main" val="2889094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655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Aptos Narrow</vt:lpstr>
      <vt:lpstr>Arial</vt:lpstr>
      <vt:lpstr>Arial Narrow</vt:lpstr>
      <vt:lpstr>Calibri</vt:lpstr>
      <vt:lpstr>Office Theme</vt:lpstr>
      <vt:lpstr>PowerPoint Presentation</vt:lpstr>
      <vt:lpstr>Introduction</vt:lpstr>
      <vt:lpstr>Our Mission</vt:lpstr>
      <vt:lpstr>The Problem</vt:lpstr>
      <vt:lpstr>Our Solution:</vt:lpstr>
      <vt:lpstr>Value Proposition</vt:lpstr>
      <vt:lpstr>Revenue Model</vt:lpstr>
      <vt:lpstr>Market    Opportunity</vt:lpstr>
      <vt:lpstr>Competitive Advantage</vt:lpstr>
      <vt:lpstr>Our Ask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Furen Huang</dc:creator>
  <cp:lastModifiedBy>Furen Huang</cp:lastModifiedBy>
  <cp:revision>1</cp:revision>
  <dcterms:created xsi:type="dcterms:W3CDTF">2025-09-15T08:34:29Z</dcterms:created>
  <dcterms:modified xsi:type="dcterms:W3CDTF">2025-09-15T09:52:54Z</dcterms:modified>
</cp:coreProperties>
</file>